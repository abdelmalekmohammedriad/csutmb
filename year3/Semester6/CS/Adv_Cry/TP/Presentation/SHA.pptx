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0" r:id="rId3"/>
    <p:sldId id="261" r:id="rId4"/>
    <p:sldId id="257" r:id="rId5"/>
    <p:sldId id="258" r:id="rId6"/>
    <p:sldId id="299" r:id="rId7"/>
    <p:sldId id="297" r:id="rId8"/>
    <p:sldId id="298" r:id="rId9"/>
    <p:sldId id="300" r:id="rId10"/>
    <p:sldId id="301" r:id="rId11"/>
    <p:sldId id="302" r:id="rId12"/>
    <p:sldId id="303" r:id="rId13"/>
    <p:sldId id="304" r:id="rId14"/>
    <p:sldId id="305" r:id="rId15"/>
    <p:sldId id="262" r:id="rId16"/>
    <p:sldId id="306" r:id="rId17"/>
    <p:sldId id="259" r:id="rId18"/>
  </p:sldIdLst>
  <p:sldSz cx="9144000" cy="5143500" type="screen16x9"/>
  <p:notesSz cx="6858000" cy="9144000"/>
  <p:embeddedFontLst>
    <p:embeddedFont>
      <p:font typeface="Anaheim" panose="020B0604020202020204" charset="0"/>
      <p:regular r:id="rId20"/>
      <p:bold r:id="rId21"/>
    </p:embeddedFont>
    <p:embeddedFont>
      <p:font typeface="Arial Unicode MS" panose="020B0604020202020204" pitchFamily="34" charset="-128"/>
      <p:regular r:id="rId22"/>
    </p:embeddedFont>
    <p:embeddedFont>
      <p:font typeface="Arimo" panose="020B0604020202020204" charset="0"/>
      <p:regular r:id="rId23"/>
      <p:bold r:id="rId24"/>
      <p:italic r:id="rId25"/>
      <p:boldItalic r:id="rId26"/>
    </p:embeddedFont>
    <p:embeddedFont>
      <p:font typeface="Bebas Neue" panose="020B0606020202050201" pitchFamily="34" charset="0"/>
      <p:regular r:id="rId27"/>
    </p:embeddedFont>
    <p:embeddedFont>
      <p:font typeface="Poppins ExtraBold" panose="00000900000000000000" pitchFamily="2" charset="0"/>
      <p:bold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7" roundtripDataSignature="AMtx7mjSt5/TKbIKzv4TjCEY+YJSnTZc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4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3B4A3E4-3EC6-49DD-81EA-D408711CC437}">
  <a:tblStyle styleId="{03B4A3E4-3EC6-49DD-81EA-D408711CC4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5B10D7-E843-46A9-9BF6-53C9B6E65790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9" autoAdjust="0"/>
    <p:restoredTop sz="94660"/>
  </p:normalViewPr>
  <p:slideViewPr>
    <p:cSldViewPr snapToGrid="0">
      <p:cViewPr>
        <p:scale>
          <a:sx n="66" d="100"/>
          <a:sy n="66" d="100"/>
        </p:scale>
        <p:origin x="261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67" Type="http://customschemas.google.com/relationships/presentationmetadata" Target="metadata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6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98945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3" name="Google Shape;284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44" name="Google Shape;28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28409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1" name="Google Shape;29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02" name="Google Shape;29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9170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6" name="Google Shape;302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27" name="Google Shape;30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277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3" name="Google Shape;286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64" name="Google Shape;286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21013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2" name="Google Shape;287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73" name="Google Shape;28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46740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6" name="Google Shape;302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027" name="Google Shape;30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112241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2" name="Google Shape;287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73" name="Google Shape;28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25933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Google Shape;30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9" name="Google Shape;30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014972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3" name="Google Shape;289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94" name="Google Shape;28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52359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3" name="Google Shape;289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94" name="Google Shape;28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04507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3" name="Google Shape;289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94" name="Google Shape;28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93219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3" name="Google Shape;289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94" name="Google Shape;28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614198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3" name="Google Shape;289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94" name="Google Shape;28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595111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3" name="Google Shape;289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94" name="Google Shape;28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160610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8" name="Google Shape;30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49" name="Google Shape;30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038942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8" name="Google Shape;30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49" name="Google Shape;30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925569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3" name="Google Shape;289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94" name="Google Shape;28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3606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1143000" y="1264595"/>
            <a:ext cx="6858000" cy="207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Bebas Neue"/>
              <a:buNone/>
              <a:defRPr sz="6600" b="1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143000" y="3412063"/>
            <a:ext cx="6858000" cy="351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grpSp>
        <p:nvGrpSpPr>
          <p:cNvPr id="14" name="Google Shape;14;p15"/>
          <p:cNvGrpSpPr/>
          <p:nvPr/>
        </p:nvGrpSpPr>
        <p:grpSpPr>
          <a:xfrm>
            <a:off x="-450421" y="-383843"/>
            <a:ext cx="1507863" cy="1510278"/>
            <a:chOff x="39184" y="-151930"/>
            <a:chExt cx="1309806" cy="1311904"/>
          </a:xfrm>
        </p:grpSpPr>
        <p:sp>
          <p:nvSpPr>
            <p:cNvPr id="15" name="Google Shape;15;p15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5"/>
            <p:cNvSpPr/>
            <p:nvPr/>
          </p:nvSpPr>
          <p:spPr>
            <a:xfrm>
              <a:off x="1231442" y="61422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5"/>
            <p:cNvSpPr/>
            <p:nvPr/>
          </p:nvSpPr>
          <p:spPr>
            <a:xfrm>
              <a:off x="1160075" y="6855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5"/>
            <p:cNvSpPr/>
            <p:nvPr/>
          </p:nvSpPr>
          <p:spPr>
            <a:xfrm>
              <a:off x="1088707" y="7569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5"/>
            <p:cNvSpPr/>
            <p:nvPr/>
          </p:nvSpPr>
          <p:spPr>
            <a:xfrm>
              <a:off x="1019439" y="828324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5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5"/>
            <p:cNvSpPr/>
            <p:nvPr/>
          </p:nvSpPr>
          <p:spPr>
            <a:xfrm>
              <a:off x="876704" y="96896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5"/>
            <p:cNvSpPr/>
            <p:nvPr/>
          </p:nvSpPr>
          <p:spPr>
            <a:xfrm>
              <a:off x="805336" y="104032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5"/>
            <p:cNvSpPr/>
            <p:nvPr/>
          </p:nvSpPr>
          <p:spPr>
            <a:xfrm>
              <a:off x="733969" y="11116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5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5"/>
            <p:cNvSpPr/>
            <p:nvPr/>
          </p:nvSpPr>
          <p:spPr>
            <a:xfrm>
              <a:off x="1174769" y="557547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5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5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5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5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5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5"/>
            <p:cNvSpPr/>
            <p:nvPr/>
          </p:nvSpPr>
          <p:spPr>
            <a:xfrm>
              <a:off x="748662" y="983653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5"/>
            <p:cNvSpPr/>
            <p:nvPr/>
          </p:nvSpPr>
          <p:spPr>
            <a:xfrm>
              <a:off x="677294" y="1052922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5"/>
            <p:cNvSpPr/>
            <p:nvPr/>
          </p:nvSpPr>
          <p:spPr>
            <a:xfrm>
              <a:off x="1187363" y="4274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5"/>
            <p:cNvSpPr/>
            <p:nvPr/>
          </p:nvSpPr>
          <p:spPr>
            <a:xfrm>
              <a:off x="1115995" y="498774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5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5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5"/>
            <p:cNvSpPr/>
            <p:nvPr/>
          </p:nvSpPr>
          <p:spPr>
            <a:xfrm>
              <a:off x="901893" y="71077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5"/>
            <p:cNvSpPr/>
            <p:nvPr/>
          </p:nvSpPr>
          <p:spPr>
            <a:xfrm>
              <a:off x="832623" y="782145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5"/>
            <p:cNvSpPr/>
            <p:nvPr/>
          </p:nvSpPr>
          <p:spPr>
            <a:xfrm>
              <a:off x="761256" y="8535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5"/>
            <p:cNvSpPr/>
            <p:nvPr/>
          </p:nvSpPr>
          <p:spPr>
            <a:xfrm>
              <a:off x="689888" y="9248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5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5"/>
            <p:cNvSpPr/>
            <p:nvPr/>
          </p:nvSpPr>
          <p:spPr>
            <a:xfrm>
              <a:off x="1128589" y="3707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5"/>
            <p:cNvSpPr/>
            <p:nvPr/>
          </p:nvSpPr>
          <p:spPr>
            <a:xfrm>
              <a:off x="1057221" y="44000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5"/>
            <p:cNvSpPr/>
            <p:nvPr/>
          </p:nvSpPr>
          <p:spPr>
            <a:xfrm>
              <a:off x="985854" y="51136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15"/>
            <p:cNvSpPr/>
            <p:nvPr/>
          </p:nvSpPr>
          <p:spPr>
            <a:xfrm>
              <a:off x="916585" y="58273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15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15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15"/>
            <p:cNvSpPr/>
            <p:nvPr/>
          </p:nvSpPr>
          <p:spPr>
            <a:xfrm>
              <a:off x="702483" y="796839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15"/>
            <p:cNvSpPr/>
            <p:nvPr/>
          </p:nvSpPr>
          <p:spPr>
            <a:xfrm>
              <a:off x="631115" y="86610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5"/>
            <p:cNvSpPr/>
            <p:nvPr/>
          </p:nvSpPr>
          <p:spPr>
            <a:xfrm>
              <a:off x="559747" y="93747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5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5"/>
            <p:cNvSpPr/>
            <p:nvPr/>
          </p:nvSpPr>
          <p:spPr>
            <a:xfrm>
              <a:off x="1000547" y="3833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15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15"/>
            <p:cNvSpPr/>
            <p:nvPr/>
          </p:nvSpPr>
          <p:spPr>
            <a:xfrm>
              <a:off x="857812" y="52396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5"/>
            <p:cNvSpPr/>
            <p:nvPr/>
          </p:nvSpPr>
          <p:spPr>
            <a:xfrm>
              <a:off x="786444" y="5953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5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5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5"/>
            <p:cNvSpPr/>
            <p:nvPr/>
          </p:nvSpPr>
          <p:spPr>
            <a:xfrm>
              <a:off x="574441" y="8094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5"/>
            <p:cNvSpPr/>
            <p:nvPr/>
          </p:nvSpPr>
          <p:spPr>
            <a:xfrm>
              <a:off x="503073" y="88080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1013141" y="25318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5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5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799039" y="4672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658403" y="60792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587035" y="67929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885100" y="267879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813732" y="33714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742364" y="40851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670997" y="47988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599629" y="55125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528262" y="62261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754959" y="28047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683591" y="351841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542955" y="49247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400220" y="63521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328852" y="70658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767553" y="1503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696185" y="22170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626917" y="29306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555549" y="36443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484182" y="43580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412814" y="50717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341447" y="57643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270079" y="64780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782246" y="22291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496776" y="3056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425408" y="3770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356140" y="44839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213405" y="5911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723473" y="-3648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652105" y="3488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440102" y="248988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368734" y="31825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297367" y="38962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225999" y="46099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154631" y="53235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593332" y="-238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524064" y="4747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452696" y="11884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381328" y="19021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167226" y="40431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97957" y="47358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608025" y="-1519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536658" y="-805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465290" y="-91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322555" y="13144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110552" y="34554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39184" y="41691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" name="Google Shape;132;p15"/>
          <p:cNvGrpSpPr/>
          <p:nvPr/>
        </p:nvGrpSpPr>
        <p:grpSpPr>
          <a:xfrm flipH="1">
            <a:off x="8057475" y="4108380"/>
            <a:ext cx="1507863" cy="1510278"/>
            <a:chOff x="39184" y="-151930"/>
            <a:chExt cx="1309806" cy="1311904"/>
          </a:xfrm>
        </p:grpSpPr>
        <p:sp>
          <p:nvSpPr>
            <p:cNvPr id="133" name="Google Shape;133;p15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1231442" y="61422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1160075" y="6855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1088707" y="7569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1019439" y="828324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876704" y="96896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805336" y="104032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733969" y="11116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1174769" y="557547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5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748662" y="983653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677294" y="1052922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1187363" y="4274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1115995" y="498774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901893" y="71077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832623" y="782145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761256" y="8535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689888" y="9248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1128589" y="3707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1057221" y="44000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985854" y="51136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916585" y="58273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702483" y="796839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631115" y="86610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559747" y="93747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1000547" y="3833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857812" y="52396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786444" y="5953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574441" y="8094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503073" y="88080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5"/>
            <p:cNvSpPr/>
            <p:nvPr/>
          </p:nvSpPr>
          <p:spPr>
            <a:xfrm>
              <a:off x="1013141" y="25318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799039" y="4672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658403" y="60792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587035" y="67929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885100" y="267879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813732" y="33714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5"/>
            <p:cNvSpPr/>
            <p:nvPr/>
          </p:nvSpPr>
          <p:spPr>
            <a:xfrm>
              <a:off x="742364" y="40851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670997" y="47988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5"/>
            <p:cNvSpPr/>
            <p:nvPr/>
          </p:nvSpPr>
          <p:spPr>
            <a:xfrm>
              <a:off x="599629" y="55125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528262" y="62261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5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754959" y="28047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683591" y="351841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5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5"/>
            <p:cNvSpPr/>
            <p:nvPr/>
          </p:nvSpPr>
          <p:spPr>
            <a:xfrm>
              <a:off x="542955" y="49247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5"/>
            <p:cNvSpPr/>
            <p:nvPr/>
          </p:nvSpPr>
          <p:spPr>
            <a:xfrm>
              <a:off x="400220" y="63521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5"/>
            <p:cNvSpPr/>
            <p:nvPr/>
          </p:nvSpPr>
          <p:spPr>
            <a:xfrm>
              <a:off x="328852" y="70658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5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5"/>
            <p:cNvSpPr/>
            <p:nvPr/>
          </p:nvSpPr>
          <p:spPr>
            <a:xfrm>
              <a:off x="767553" y="1503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5"/>
            <p:cNvSpPr/>
            <p:nvPr/>
          </p:nvSpPr>
          <p:spPr>
            <a:xfrm>
              <a:off x="696185" y="22170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5"/>
            <p:cNvSpPr/>
            <p:nvPr/>
          </p:nvSpPr>
          <p:spPr>
            <a:xfrm>
              <a:off x="626917" y="29306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5"/>
            <p:cNvSpPr/>
            <p:nvPr/>
          </p:nvSpPr>
          <p:spPr>
            <a:xfrm>
              <a:off x="555549" y="36443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5"/>
            <p:cNvSpPr/>
            <p:nvPr/>
          </p:nvSpPr>
          <p:spPr>
            <a:xfrm>
              <a:off x="484182" y="43580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5"/>
            <p:cNvSpPr/>
            <p:nvPr/>
          </p:nvSpPr>
          <p:spPr>
            <a:xfrm>
              <a:off x="412814" y="50717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5"/>
            <p:cNvSpPr/>
            <p:nvPr/>
          </p:nvSpPr>
          <p:spPr>
            <a:xfrm>
              <a:off x="341447" y="57643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5"/>
            <p:cNvSpPr/>
            <p:nvPr/>
          </p:nvSpPr>
          <p:spPr>
            <a:xfrm>
              <a:off x="270079" y="64780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5"/>
            <p:cNvSpPr/>
            <p:nvPr/>
          </p:nvSpPr>
          <p:spPr>
            <a:xfrm>
              <a:off x="782246" y="22291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5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5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5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5"/>
            <p:cNvSpPr/>
            <p:nvPr/>
          </p:nvSpPr>
          <p:spPr>
            <a:xfrm>
              <a:off x="496776" y="3056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5"/>
            <p:cNvSpPr/>
            <p:nvPr/>
          </p:nvSpPr>
          <p:spPr>
            <a:xfrm>
              <a:off x="425408" y="3770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5"/>
            <p:cNvSpPr/>
            <p:nvPr/>
          </p:nvSpPr>
          <p:spPr>
            <a:xfrm>
              <a:off x="356140" y="44839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5"/>
            <p:cNvSpPr/>
            <p:nvPr/>
          </p:nvSpPr>
          <p:spPr>
            <a:xfrm>
              <a:off x="213405" y="5911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5"/>
            <p:cNvSpPr/>
            <p:nvPr/>
          </p:nvSpPr>
          <p:spPr>
            <a:xfrm>
              <a:off x="723473" y="-3648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5"/>
            <p:cNvSpPr/>
            <p:nvPr/>
          </p:nvSpPr>
          <p:spPr>
            <a:xfrm>
              <a:off x="652105" y="3488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5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5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440102" y="248988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368734" y="31825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5"/>
            <p:cNvSpPr/>
            <p:nvPr/>
          </p:nvSpPr>
          <p:spPr>
            <a:xfrm>
              <a:off x="297367" y="38962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225999" y="46099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154631" y="53235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5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5"/>
            <p:cNvSpPr/>
            <p:nvPr/>
          </p:nvSpPr>
          <p:spPr>
            <a:xfrm>
              <a:off x="593332" y="-238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524064" y="4747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452696" y="11884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381328" y="19021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167226" y="40431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97957" y="47358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608025" y="-1519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536658" y="-805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465290" y="-91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322555" y="13144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110552" y="34554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39184" y="41691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obj">
  <p:cSld name="OBJECT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"/>
          <p:cNvSpPr txBox="1">
            <a:spLocks noGrp="1"/>
          </p:cNvSpPr>
          <p:nvPr>
            <p:ph type="title"/>
          </p:nvPr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16"/>
          <p:cNvSpPr txBox="1">
            <a:spLocks noGrp="1"/>
          </p:cNvSpPr>
          <p:nvPr>
            <p:ph type="body" idx="1"/>
          </p:nvPr>
        </p:nvSpPr>
        <p:spPr>
          <a:xfrm>
            <a:off x="723900" y="1250612"/>
            <a:ext cx="7696200" cy="323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3" name="Google Shape;253;p16"/>
          <p:cNvSpPr/>
          <p:nvPr/>
        </p:nvSpPr>
        <p:spPr>
          <a:xfrm>
            <a:off x="8403036" y="4402536"/>
            <a:ext cx="740964" cy="740964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-1093603" y="3011591"/>
            <a:ext cx="2187206" cy="2575530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5" name="Google Shape;255;p16"/>
          <p:cNvGrpSpPr/>
          <p:nvPr/>
        </p:nvGrpSpPr>
        <p:grpSpPr>
          <a:xfrm>
            <a:off x="8335771" y="-708522"/>
            <a:ext cx="1507863" cy="1510278"/>
            <a:chOff x="39184" y="-151930"/>
            <a:chExt cx="1309806" cy="1311904"/>
          </a:xfrm>
        </p:grpSpPr>
        <p:sp>
          <p:nvSpPr>
            <p:cNvPr id="256" name="Google Shape;256;p16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6"/>
            <p:cNvSpPr/>
            <p:nvPr/>
          </p:nvSpPr>
          <p:spPr>
            <a:xfrm>
              <a:off x="1231442" y="61422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6"/>
            <p:cNvSpPr/>
            <p:nvPr/>
          </p:nvSpPr>
          <p:spPr>
            <a:xfrm>
              <a:off x="1160075" y="6855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1088707" y="7569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1019439" y="828324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6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6"/>
            <p:cNvSpPr/>
            <p:nvPr/>
          </p:nvSpPr>
          <p:spPr>
            <a:xfrm>
              <a:off x="876704" y="96896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805336" y="104032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6"/>
            <p:cNvSpPr/>
            <p:nvPr/>
          </p:nvSpPr>
          <p:spPr>
            <a:xfrm>
              <a:off x="733969" y="11116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6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6"/>
            <p:cNvSpPr/>
            <p:nvPr/>
          </p:nvSpPr>
          <p:spPr>
            <a:xfrm>
              <a:off x="1174769" y="557547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6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6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6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6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6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6"/>
            <p:cNvSpPr/>
            <p:nvPr/>
          </p:nvSpPr>
          <p:spPr>
            <a:xfrm>
              <a:off x="748662" y="983653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6"/>
            <p:cNvSpPr/>
            <p:nvPr/>
          </p:nvSpPr>
          <p:spPr>
            <a:xfrm>
              <a:off x="677294" y="1052922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6"/>
            <p:cNvSpPr/>
            <p:nvPr/>
          </p:nvSpPr>
          <p:spPr>
            <a:xfrm>
              <a:off x="1187363" y="4274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6"/>
            <p:cNvSpPr/>
            <p:nvPr/>
          </p:nvSpPr>
          <p:spPr>
            <a:xfrm>
              <a:off x="1115995" y="498774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6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6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6"/>
            <p:cNvSpPr/>
            <p:nvPr/>
          </p:nvSpPr>
          <p:spPr>
            <a:xfrm>
              <a:off x="901893" y="71077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6"/>
            <p:cNvSpPr/>
            <p:nvPr/>
          </p:nvSpPr>
          <p:spPr>
            <a:xfrm>
              <a:off x="832623" y="782145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6"/>
            <p:cNvSpPr/>
            <p:nvPr/>
          </p:nvSpPr>
          <p:spPr>
            <a:xfrm>
              <a:off x="761256" y="8535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6"/>
            <p:cNvSpPr/>
            <p:nvPr/>
          </p:nvSpPr>
          <p:spPr>
            <a:xfrm>
              <a:off x="689888" y="9248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1128589" y="3707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6"/>
            <p:cNvSpPr/>
            <p:nvPr/>
          </p:nvSpPr>
          <p:spPr>
            <a:xfrm>
              <a:off x="1057221" y="44000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6"/>
            <p:cNvSpPr/>
            <p:nvPr/>
          </p:nvSpPr>
          <p:spPr>
            <a:xfrm>
              <a:off x="985854" y="51136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16"/>
            <p:cNvSpPr/>
            <p:nvPr/>
          </p:nvSpPr>
          <p:spPr>
            <a:xfrm>
              <a:off x="916585" y="58273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6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16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6"/>
            <p:cNvSpPr/>
            <p:nvPr/>
          </p:nvSpPr>
          <p:spPr>
            <a:xfrm>
              <a:off x="702483" y="796839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6"/>
            <p:cNvSpPr/>
            <p:nvPr/>
          </p:nvSpPr>
          <p:spPr>
            <a:xfrm>
              <a:off x="631115" y="86610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6"/>
            <p:cNvSpPr/>
            <p:nvPr/>
          </p:nvSpPr>
          <p:spPr>
            <a:xfrm>
              <a:off x="559747" y="93747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6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6"/>
            <p:cNvSpPr/>
            <p:nvPr/>
          </p:nvSpPr>
          <p:spPr>
            <a:xfrm>
              <a:off x="1000547" y="3833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6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6"/>
            <p:cNvSpPr/>
            <p:nvPr/>
          </p:nvSpPr>
          <p:spPr>
            <a:xfrm>
              <a:off x="857812" y="52396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6"/>
            <p:cNvSpPr/>
            <p:nvPr/>
          </p:nvSpPr>
          <p:spPr>
            <a:xfrm>
              <a:off x="786444" y="5953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6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6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6"/>
            <p:cNvSpPr/>
            <p:nvPr/>
          </p:nvSpPr>
          <p:spPr>
            <a:xfrm>
              <a:off x="574441" y="8094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6"/>
            <p:cNvSpPr/>
            <p:nvPr/>
          </p:nvSpPr>
          <p:spPr>
            <a:xfrm>
              <a:off x="503073" y="88080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6"/>
            <p:cNvSpPr/>
            <p:nvPr/>
          </p:nvSpPr>
          <p:spPr>
            <a:xfrm>
              <a:off x="1013141" y="25318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6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6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6"/>
            <p:cNvSpPr/>
            <p:nvPr/>
          </p:nvSpPr>
          <p:spPr>
            <a:xfrm>
              <a:off x="799039" y="4672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6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6"/>
            <p:cNvSpPr/>
            <p:nvPr/>
          </p:nvSpPr>
          <p:spPr>
            <a:xfrm>
              <a:off x="658403" y="60792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6"/>
            <p:cNvSpPr/>
            <p:nvPr/>
          </p:nvSpPr>
          <p:spPr>
            <a:xfrm>
              <a:off x="587035" y="67929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6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6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6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6"/>
            <p:cNvSpPr/>
            <p:nvPr/>
          </p:nvSpPr>
          <p:spPr>
            <a:xfrm>
              <a:off x="885100" y="267879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6"/>
            <p:cNvSpPr/>
            <p:nvPr/>
          </p:nvSpPr>
          <p:spPr>
            <a:xfrm>
              <a:off x="813732" y="33714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6"/>
            <p:cNvSpPr/>
            <p:nvPr/>
          </p:nvSpPr>
          <p:spPr>
            <a:xfrm>
              <a:off x="742364" y="40851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6"/>
            <p:cNvSpPr/>
            <p:nvPr/>
          </p:nvSpPr>
          <p:spPr>
            <a:xfrm>
              <a:off x="670997" y="47988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6"/>
            <p:cNvSpPr/>
            <p:nvPr/>
          </p:nvSpPr>
          <p:spPr>
            <a:xfrm>
              <a:off x="599629" y="55125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6"/>
            <p:cNvSpPr/>
            <p:nvPr/>
          </p:nvSpPr>
          <p:spPr>
            <a:xfrm>
              <a:off x="528262" y="62261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6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6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6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6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6"/>
            <p:cNvSpPr/>
            <p:nvPr/>
          </p:nvSpPr>
          <p:spPr>
            <a:xfrm>
              <a:off x="754959" y="28047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6"/>
            <p:cNvSpPr/>
            <p:nvPr/>
          </p:nvSpPr>
          <p:spPr>
            <a:xfrm>
              <a:off x="683591" y="351841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6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6"/>
            <p:cNvSpPr/>
            <p:nvPr/>
          </p:nvSpPr>
          <p:spPr>
            <a:xfrm>
              <a:off x="542955" y="49247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6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6"/>
            <p:cNvSpPr/>
            <p:nvPr/>
          </p:nvSpPr>
          <p:spPr>
            <a:xfrm>
              <a:off x="400220" y="63521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6"/>
            <p:cNvSpPr/>
            <p:nvPr/>
          </p:nvSpPr>
          <p:spPr>
            <a:xfrm>
              <a:off x="328852" y="70658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6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6"/>
            <p:cNvSpPr/>
            <p:nvPr/>
          </p:nvSpPr>
          <p:spPr>
            <a:xfrm>
              <a:off x="767553" y="1503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6"/>
            <p:cNvSpPr/>
            <p:nvPr/>
          </p:nvSpPr>
          <p:spPr>
            <a:xfrm>
              <a:off x="696185" y="22170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6"/>
            <p:cNvSpPr/>
            <p:nvPr/>
          </p:nvSpPr>
          <p:spPr>
            <a:xfrm>
              <a:off x="626917" y="29306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6"/>
            <p:cNvSpPr/>
            <p:nvPr/>
          </p:nvSpPr>
          <p:spPr>
            <a:xfrm>
              <a:off x="555549" y="36443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6"/>
            <p:cNvSpPr/>
            <p:nvPr/>
          </p:nvSpPr>
          <p:spPr>
            <a:xfrm>
              <a:off x="484182" y="43580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6"/>
            <p:cNvSpPr/>
            <p:nvPr/>
          </p:nvSpPr>
          <p:spPr>
            <a:xfrm>
              <a:off x="412814" y="50717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6"/>
            <p:cNvSpPr/>
            <p:nvPr/>
          </p:nvSpPr>
          <p:spPr>
            <a:xfrm>
              <a:off x="341447" y="57643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6"/>
            <p:cNvSpPr/>
            <p:nvPr/>
          </p:nvSpPr>
          <p:spPr>
            <a:xfrm>
              <a:off x="270079" y="64780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16"/>
            <p:cNvSpPr/>
            <p:nvPr/>
          </p:nvSpPr>
          <p:spPr>
            <a:xfrm>
              <a:off x="782246" y="22291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6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16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6"/>
            <p:cNvSpPr/>
            <p:nvPr/>
          </p:nvSpPr>
          <p:spPr>
            <a:xfrm>
              <a:off x="496776" y="3056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6"/>
            <p:cNvSpPr/>
            <p:nvPr/>
          </p:nvSpPr>
          <p:spPr>
            <a:xfrm>
              <a:off x="425408" y="3770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6"/>
            <p:cNvSpPr/>
            <p:nvPr/>
          </p:nvSpPr>
          <p:spPr>
            <a:xfrm>
              <a:off x="356140" y="44839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6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6"/>
            <p:cNvSpPr/>
            <p:nvPr/>
          </p:nvSpPr>
          <p:spPr>
            <a:xfrm>
              <a:off x="213405" y="5911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6"/>
            <p:cNvSpPr/>
            <p:nvPr/>
          </p:nvSpPr>
          <p:spPr>
            <a:xfrm>
              <a:off x="723473" y="-3648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6"/>
            <p:cNvSpPr/>
            <p:nvPr/>
          </p:nvSpPr>
          <p:spPr>
            <a:xfrm>
              <a:off x="652105" y="3488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6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6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6"/>
            <p:cNvSpPr/>
            <p:nvPr/>
          </p:nvSpPr>
          <p:spPr>
            <a:xfrm>
              <a:off x="440102" y="248988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6"/>
            <p:cNvSpPr/>
            <p:nvPr/>
          </p:nvSpPr>
          <p:spPr>
            <a:xfrm>
              <a:off x="368734" y="31825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6"/>
            <p:cNvSpPr/>
            <p:nvPr/>
          </p:nvSpPr>
          <p:spPr>
            <a:xfrm>
              <a:off x="297367" y="38962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6"/>
            <p:cNvSpPr/>
            <p:nvPr/>
          </p:nvSpPr>
          <p:spPr>
            <a:xfrm>
              <a:off x="225999" y="46099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6"/>
            <p:cNvSpPr/>
            <p:nvPr/>
          </p:nvSpPr>
          <p:spPr>
            <a:xfrm>
              <a:off x="154631" y="53235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6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6"/>
            <p:cNvSpPr/>
            <p:nvPr/>
          </p:nvSpPr>
          <p:spPr>
            <a:xfrm>
              <a:off x="593332" y="-238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6"/>
            <p:cNvSpPr/>
            <p:nvPr/>
          </p:nvSpPr>
          <p:spPr>
            <a:xfrm>
              <a:off x="524064" y="4747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6"/>
            <p:cNvSpPr/>
            <p:nvPr/>
          </p:nvSpPr>
          <p:spPr>
            <a:xfrm>
              <a:off x="452696" y="11884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6"/>
            <p:cNvSpPr/>
            <p:nvPr/>
          </p:nvSpPr>
          <p:spPr>
            <a:xfrm>
              <a:off x="381328" y="19021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6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6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6"/>
            <p:cNvSpPr/>
            <p:nvPr/>
          </p:nvSpPr>
          <p:spPr>
            <a:xfrm>
              <a:off x="167226" y="40431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6"/>
            <p:cNvSpPr/>
            <p:nvPr/>
          </p:nvSpPr>
          <p:spPr>
            <a:xfrm>
              <a:off x="97957" y="47358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6"/>
            <p:cNvSpPr/>
            <p:nvPr/>
          </p:nvSpPr>
          <p:spPr>
            <a:xfrm>
              <a:off x="608025" y="-1519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6"/>
            <p:cNvSpPr/>
            <p:nvPr/>
          </p:nvSpPr>
          <p:spPr>
            <a:xfrm>
              <a:off x="536658" y="-805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6"/>
            <p:cNvSpPr/>
            <p:nvPr/>
          </p:nvSpPr>
          <p:spPr>
            <a:xfrm>
              <a:off x="465290" y="-91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6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6"/>
            <p:cNvSpPr/>
            <p:nvPr/>
          </p:nvSpPr>
          <p:spPr>
            <a:xfrm>
              <a:off x="322555" y="13144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16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6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16"/>
            <p:cNvSpPr/>
            <p:nvPr/>
          </p:nvSpPr>
          <p:spPr>
            <a:xfrm>
              <a:off x="110552" y="34554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16"/>
            <p:cNvSpPr/>
            <p:nvPr/>
          </p:nvSpPr>
          <p:spPr>
            <a:xfrm>
              <a:off x="39184" y="41691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7"/>
          <p:cNvSpPr txBox="1">
            <a:spLocks noGrp="1"/>
          </p:cNvSpPr>
          <p:nvPr>
            <p:ph type="dt" idx="10"/>
          </p:nvPr>
        </p:nvSpPr>
        <p:spPr>
          <a:xfrm>
            <a:off x="723900" y="4767263"/>
            <a:ext cx="1962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5" name="Google Shape;375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1962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7" name="Google Shape;377;p17"/>
          <p:cNvSpPr txBox="1">
            <a:spLocks noGrp="1"/>
          </p:cNvSpPr>
          <p:nvPr>
            <p:ph type="body" idx="1"/>
          </p:nvPr>
        </p:nvSpPr>
        <p:spPr>
          <a:xfrm>
            <a:off x="1252228" y="2327721"/>
            <a:ext cx="2867644" cy="525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8" name="Google Shape;378;p17"/>
          <p:cNvSpPr txBox="1">
            <a:spLocks noGrp="1"/>
          </p:cNvSpPr>
          <p:nvPr>
            <p:ph type="body" idx="2"/>
          </p:nvPr>
        </p:nvSpPr>
        <p:spPr>
          <a:xfrm>
            <a:off x="2036322" y="1837963"/>
            <a:ext cx="2083549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9" name="Google Shape;379;p17"/>
          <p:cNvSpPr txBox="1">
            <a:spLocks noGrp="1"/>
          </p:cNvSpPr>
          <p:nvPr>
            <p:ph type="body" idx="3"/>
          </p:nvPr>
        </p:nvSpPr>
        <p:spPr>
          <a:xfrm>
            <a:off x="1261145" y="1837962"/>
            <a:ext cx="775175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0" name="Google Shape;380;p17"/>
          <p:cNvSpPr txBox="1">
            <a:spLocks noGrp="1"/>
          </p:cNvSpPr>
          <p:nvPr>
            <p:ph type="body" idx="4"/>
          </p:nvPr>
        </p:nvSpPr>
        <p:spPr>
          <a:xfrm>
            <a:off x="5024130" y="2327720"/>
            <a:ext cx="2867642" cy="525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1" name="Google Shape;381;p17"/>
          <p:cNvSpPr txBox="1">
            <a:spLocks noGrp="1"/>
          </p:cNvSpPr>
          <p:nvPr>
            <p:ph type="body" idx="5"/>
          </p:nvPr>
        </p:nvSpPr>
        <p:spPr>
          <a:xfrm>
            <a:off x="5808222" y="1837963"/>
            <a:ext cx="2083549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2" name="Google Shape;382;p17"/>
          <p:cNvSpPr txBox="1">
            <a:spLocks noGrp="1"/>
          </p:cNvSpPr>
          <p:nvPr>
            <p:ph type="body" idx="6"/>
          </p:nvPr>
        </p:nvSpPr>
        <p:spPr>
          <a:xfrm>
            <a:off x="5024127" y="1837962"/>
            <a:ext cx="775173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3" name="Google Shape;383;p17"/>
          <p:cNvSpPr txBox="1">
            <a:spLocks noGrp="1"/>
          </p:cNvSpPr>
          <p:nvPr>
            <p:ph type="body" idx="7"/>
          </p:nvPr>
        </p:nvSpPr>
        <p:spPr>
          <a:xfrm>
            <a:off x="5024128" y="3797068"/>
            <a:ext cx="2867642" cy="525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4" name="Google Shape;384;p17"/>
          <p:cNvSpPr txBox="1">
            <a:spLocks noGrp="1"/>
          </p:cNvSpPr>
          <p:nvPr>
            <p:ph type="body" idx="8"/>
          </p:nvPr>
        </p:nvSpPr>
        <p:spPr>
          <a:xfrm>
            <a:off x="5808218" y="3307310"/>
            <a:ext cx="2083551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5" name="Google Shape;385;p17"/>
          <p:cNvSpPr txBox="1">
            <a:spLocks noGrp="1"/>
          </p:cNvSpPr>
          <p:nvPr>
            <p:ph type="body" idx="9"/>
          </p:nvPr>
        </p:nvSpPr>
        <p:spPr>
          <a:xfrm>
            <a:off x="5024126" y="3307310"/>
            <a:ext cx="775174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6" name="Google Shape;386;p17"/>
          <p:cNvSpPr txBox="1">
            <a:spLocks noGrp="1"/>
          </p:cNvSpPr>
          <p:nvPr>
            <p:ph type="body" idx="13"/>
          </p:nvPr>
        </p:nvSpPr>
        <p:spPr>
          <a:xfrm>
            <a:off x="1252228" y="3797069"/>
            <a:ext cx="2867644" cy="525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7" name="Google Shape;387;p17"/>
          <p:cNvSpPr txBox="1">
            <a:spLocks noGrp="1"/>
          </p:cNvSpPr>
          <p:nvPr>
            <p:ph type="body" idx="14"/>
          </p:nvPr>
        </p:nvSpPr>
        <p:spPr>
          <a:xfrm>
            <a:off x="2036322" y="3307311"/>
            <a:ext cx="2083550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8" name="Google Shape;388;p17"/>
          <p:cNvSpPr txBox="1">
            <a:spLocks noGrp="1"/>
          </p:cNvSpPr>
          <p:nvPr>
            <p:ph type="body" idx="15"/>
          </p:nvPr>
        </p:nvSpPr>
        <p:spPr>
          <a:xfrm>
            <a:off x="1261146" y="3307310"/>
            <a:ext cx="775174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9" name="Google Shape;389;p17"/>
          <p:cNvSpPr txBox="1">
            <a:spLocks noGrp="1"/>
          </p:cNvSpPr>
          <p:nvPr>
            <p:ph type="title"/>
          </p:nvPr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17"/>
          <p:cNvSpPr/>
          <p:nvPr/>
        </p:nvSpPr>
        <p:spPr>
          <a:xfrm rot="10800000">
            <a:off x="-605116" y="4164123"/>
            <a:ext cx="2187206" cy="2575530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1" name="Google Shape;391;p17"/>
          <p:cNvGrpSpPr/>
          <p:nvPr/>
        </p:nvGrpSpPr>
        <p:grpSpPr>
          <a:xfrm>
            <a:off x="7891769" y="-388070"/>
            <a:ext cx="1658248" cy="1282517"/>
            <a:chOff x="5136226" y="2246221"/>
            <a:chExt cx="1254126" cy="969962"/>
          </a:xfrm>
        </p:grpSpPr>
        <p:sp>
          <p:nvSpPr>
            <p:cNvPr id="392" name="Google Shape;392;p17"/>
            <p:cNvSpPr/>
            <p:nvPr/>
          </p:nvSpPr>
          <p:spPr>
            <a:xfrm>
              <a:off x="5448964" y="2246221"/>
              <a:ext cx="941388" cy="657225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7"/>
            <p:cNvSpPr/>
            <p:nvPr/>
          </p:nvSpPr>
          <p:spPr>
            <a:xfrm>
              <a:off x="5136226" y="2558958"/>
              <a:ext cx="941388" cy="657225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7"/>
            <p:cNvSpPr/>
            <p:nvPr/>
          </p:nvSpPr>
          <p:spPr>
            <a:xfrm>
              <a:off x="5521989" y="257007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7" h="12207" extrusionOk="0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7"/>
            <p:cNvSpPr/>
            <p:nvPr/>
          </p:nvSpPr>
          <p:spPr>
            <a:xfrm>
              <a:off x="5604539" y="248752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6" h="12206" extrusionOk="0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6" name="Google Shape;396;p17"/>
          <p:cNvGrpSpPr/>
          <p:nvPr/>
        </p:nvGrpSpPr>
        <p:grpSpPr>
          <a:xfrm>
            <a:off x="-883944" y="2944653"/>
            <a:ext cx="1507863" cy="1510278"/>
            <a:chOff x="39184" y="-151930"/>
            <a:chExt cx="1309806" cy="1311904"/>
          </a:xfrm>
        </p:grpSpPr>
        <p:sp>
          <p:nvSpPr>
            <p:cNvPr id="397" name="Google Shape;397;p17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7"/>
            <p:cNvSpPr/>
            <p:nvPr/>
          </p:nvSpPr>
          <p:spPr>
            <a:xfrm>
              <a:off x="1231442" y="61422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7"/>
            <p:cNvSpPr/>
            <p:nvPr/>
          </p:nvSpPr>
          <p:spPr>
            <a:xfrm>
              <a:off x="1160075" y="6855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7"/>
            <p:cNvSpPr/>
            <p:nvPr/>
          </p:nvSpPr>
          <p:spPr>
            <a:xfrm>
              <a:off x="1088707" y="7569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7"/>
            <p:cNvSpPr/>
            <p:nvPr/>
          </p:nvSpPr>
          <p:spPr>
            <a:xfrm>
              <a:off x="1019439" y="828324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17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7"/>
            <p:cNvSpPr/>
            <p:nvPr/>
          </p:nvSpPr>
          <p:spPr>
            <a:xfrm>
              <a:off x="876704" y="96896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17"/>
            <p:cNvSpPr/>
            <p:nvPr/>
          </p:nvSpPr>
          <p:spPr>
            <a:xfrm>
              <a:off x="805336" y="104032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7"/>
            <p:cNvSpPr/>
            <p:nvPr/>
          </p:nvSpPr>
          <p:spPr>
            <a:xfrm>
              <a:off x="733969" y="11116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17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17"/>
            <p:cNvSpPr/>
            <p:nvPr/>
          </p:nvSpPr>
          <p:spPr>
            <a:xfrm>
              <a:off x="1174769" y="557547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17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17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17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17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17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17"/>
            <p:cNvSpPr/>
            <p:nvPr/>
          </p:nvSpPr>
          <p:spPr>
            <a:xfrm>
              <a:off x="748662" y="983653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17"/>
            <p:cNvSpPr/>
            <p:nvPr/>
          </p:nvSpPr>
          <p:spPr>
            <a:xfrm>
              <a:off x="677294" y="1052922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17"/>
            <p:cNvSpPr/>
            <p:nvPr/>
          </p:nvSpPr>
          <p:spPr>
            <a:xfrm>
              <a:off x="1187363" y="4274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7"/>
            <p:cNvSpPr/>
            <p:nvPr/>
          </p:nvSpPr>
          <p:spPr>
            <a:xfrm>
              <a:off x="1115995" y="498774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17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7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7"/>
            <p:cNvSpPr/>
            <p:nvPr/>
          </p:nvSpPr>
          <p:spPr>
            <a:xfrm>
              <a:off x="901893" y="71077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7"/>
            <p:cNvSpPr/>
            <p:nvPr/>
          </p:nvSpPr>
          <p:spPr>
            <a:xfrm>
              <a:off x="832623" y="782145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761256" y="8535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689888" y="9248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1128589" y="3707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1057221" y="44000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985854" y="51136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916585" y="58273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7"/>
            <p:cNvSpPr/>
            <p:nvPr/>
          </p:nvSpPr>
          <p:spPr>
            <a:xfrm>
              <a:off x="702483" y="796839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7"/>
            <p:cNvSpPr/>
            <p:nvPr/>
          </p:nvSpPr>
          <p:spPr>
            <a:xfrm>
              <a:off x="631115" y="86610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7"/>
            <p:cNvSpPr/>
            <p:nvPr/>
          </p:nvSpPr>
          <p:spPr>
            <a:xfrm>
              <a:off x="559747" y="93747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1000547" y="3833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7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7"/>
            <p:cNvSpPr/>
            <p:nvPr/>
          </p:nvSpPr>
          <p:spPr>
            <a:xfrm>
              <a:off x="857812" y="52396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7"/>
            <p:cNvSpPr/>
            <p:nvPr/>
          </p:nvSpPr>
          <p:spPr>
            <a:xfrm>
              <a:off x="786444" y="5953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7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7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7"/>
            <p:cNvSpPr/>
            <p:nvPr/>
          </p:nvSpPr>
          <p:spPr>
            <a:xfrm>
              <a:off x="574441" y="8094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17"/>
            <p:cNvSpPr/>
            <p:nvPr/>
          </p:nvSpPr>
          <p:spPr>
            <a:xfrm>
              <a:off x="503073" y="88080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7"/>
            <p:cNvSpPr/>
            <p:nvPr/>
          </p:nvSpPr>
          <p:spPr>
            <a:xfrm>
              <a:off x="1013141" y="25318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7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7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17"/>
            <p:cNvSpPr/>
            <p:nvPr/>
          </p:nvSpPr>
          <p:spPr>
            <a:xfrm>
              <a:off x="799039" y="4672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7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7"/>
            <p:cNvSpPr/>
            <p:nvPr/>
          </p:nvSpPr>
          <p:spPr>
            <a:xfrm>
              <a:off x="658403" y="60792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7"/>
            <p:cNvSpPr/>
            <p:nvPr/>
          </p:nvSpPr>
          <p:spPr>
            <a:xfrm>
              <a:off x="587035" y="67929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7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7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17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17"/>
            <p:cNvSpPr/>
            <p:nvPr/>
          </p:nvSpPr>
          <p:spPr>
            <a:xfrm>
              <a:off x="885100" y="267879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17"/>
            <p:cNvSpPr/>
            <p:nvPr/>
          </p:nvSpPr>
          <p:spPr>
            <a:xfrm>
              <a:off x="813732" y="33714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7"/>
            <p:cNvSpPr/>
            <p:nvPr/>
          </p:nvSpPr>
          <p:spPr>
            <a:xfrm>
              <a:off x="742364" y="40851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7"/>
            <p:cNvSpPr/>
            <p:nvPr/>
          </p:nvSpPr>
          <p:spPr>
            <a:xfrm>
              <a:off x="670997" y="47988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7"/>
            <p:cNvSpPr/>
            <p:nvPr/>
          </p:nvSpPr>
          <p:spPr>
            <a:xfrm>
              <a:off x="599629" y="55125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7"/>
            <p:cNvSpPr/>
            <p:nvPr/>
          </p:nvSpPr>
          <p:spPr>
            <a:xfrm>
              <a:off x="528262" y="62261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7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17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7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17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17"/>
            <p:cNvSpPr/>
            <p:nvPr/>
          </p:nvSpPr>
          <p:spPr>
            <a:xfrm>
              <a:off x="754959" y="28047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7"/>
            <p:cNvSpPr/>
            <p:nvPr/>
          </p:nvSpPr>
          <p:spPr>
            <a:xfrm>
              <a:off x="683591" y="351841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7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17"/>
            <p:cNvSpPr/>
            <p:nvPr/>
          </p:nvSpPr>
          <p:spPr>
            <a:xfrm>
              <a:off x="542955" y="49247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7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7"/>
            <p:cNvSpPr/>
            <p:nvPr/>
          </p:nvSpPr>
          <p:spPr>
            <a:xfrm>
              <a:off x="400220" y="63521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7"/>
            <p:cNvSpPr/>
            <p:nvPr/>
          </p:nvSpPr>
          <p:spPr>
            <a:xfrm>
              <a:off x="328852" y="70658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7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7"/>
            <p:cNvSpPr/>
            <p:nvPr/>
          </p:nvSpPr>
          <p:spPr>
            <a:xfrm>
              <a:off x="767553" y="1503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7"/>
            <p:cNvSpPr/>
            <p:nvPr/>
          </p:nvSpPr>
          <p:spPr>
            <a:xfrm>
              <a:off x="696185" y="22170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7"/>
            <p:cNvSpPr/>
            <p:nvPr/>
          </p:nvSpPr>
          <p:spPr>
            <a:xfrm>
              <a:off x="626917" y="29306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17"/>
            <p:cNvSpPr/>
            <p:nvPr/>
          </p:nvSpPr>
          <p:spPr>
            <a:xfrm>
              <a:off x="555549" y="36443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17"/>
            <p:cNvSpPr/>
            <p:nvPr/>
          </p:nvSpPr>
          <p:spPr>
            <a:xfrm>
              <a:off x="484182" y="43580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17"/>
            <p:cNvSpPr/>
            <p:nvPr/>
          </p:nvSpPr>
          <p:spPr>
            <a:xfrm>
              <a:off x="412814" y="50717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17"/>
            <p:cNvSpPr/>
            <p:nvPr/>
          </p:nvSpPr>
          <p:spPr>
            <a:xfrm>
              <a:off x="341447" y="57643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7"/>
            <p:cNvSpPr/>
            <p:nvPr/>
          </p:nvSpPr>
          <p:spPr>
            <a:xfrm>
              <a:off x="270079" y="64780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17"/>
            <p:cNvSpPr/>
            <p:nvPr/>
          </p:nvSpPr>
          <p:spPr>
            <a:xfrm>
              <a:off x="782246" y="22291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17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17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17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7"/>
            <p:cNvSpPr/>
            <p:nvPr/>
          </p:nvSpPr>
          <p:spPr>
            <a:xfrm>
              <a:off x="496776" y="3056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17"/>
            <p:cNvSpPr/>
            <p:nvPr/>
          </p:nvSpPr>
          <p:spPr>
            <a:xfrm>
              <a:off x="425408" y="3770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7"/>
            <p:cNvSpPr/>
            <p:nvPr/>
          </p:nvSpPr>
          <p:spPr>
            <a:xfrm>
              <a:off x="356140" y="44839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7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17"/>
            <p:cNvSpPr/>
            <p:nvPr/>
          </p:nvSpPr>
          <p:spPr>
            <a:xfrm>
              <a:off x="213405" y="5911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17"/>
            <p:cNvSpPr/>
            <p:nvPr/>
          </p:nvSpPr>
          <p:spPr>
            <a:xfrm>
              <a:off x="723473" y="-3648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7"/>
            <p:cNvSpPr/>
            <p:nvPr/>
          </p:nvSpPr>
          <p:spPr>
            <a:xfrm>
              <a:off x="652105" y="3488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7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7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7"/>
            <p:cNvSpPr/>
            <p:nvPr/>
          </p:nvSpPr>
          <p:spPr>
            <a:xfrm>
              <a:off x="440102" y="248988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17"/>
            <p:cNvSpPr/>
            <p:nvPr/>
          </p:nvSpPr>
          <p:spPr>
            <a:xfrm>
              <a:off x="368734" y="31825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17"/>
            <p:cNvSpPr/>
            <p:nvPr/>
          </p:nvSpPr>
          <p:spPr>
            <a:xfrm>
              <a:off x="297367" y="38962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17"/>
            <p:cNvSpPr/>
            <p:nvPr/>
          </p:nvSpPr>
          <p:spPr>
            <a:xfrm>
              <a:off x="225999" y="46099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17"/>
            <p:cNvSpPr/>
            <p:nvPr/>
          </p:nvSpPr>
          <p:spPr>
            <a:xfrm>
              <a:off x="154631" y="53235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7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17"/>
            <p:cNvSpPr/>
            <p:nvPr/>
          </p:nvSpPr>
          <p:spPr>
            <a:xfrm>
              <a:off x="593332" y="-238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17"/>
            <p:cNvSpPr/>
            <p:nvPr/>
          </p:nvSpPr>
          <p:spPr>
            <a:xfrm>
              <a:off x="524064" y="4747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17"/>
            <p:cNvSpPr/>
            <p:nvPr/>
          </p:nvSpPr>
          <p:spPr>
            <a:xfrm>
              <a:off x="452696" y="11884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17"/>
            <p:cNvSpPr/>
            <p:nvPr/>
          </p:nvSpPr>
          <p:spPr>
            <a:xfrm>
              <a:off x="381328" y="19021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17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17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17"/>
            <p:cNvSpPr/>
            <p:nvPr/>
          </p:nvSpPr>
          <p:spPr>
            <a:xfrm>
              <a:off x="167226" y="40431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17"/>
            <p:cNvSpPr/>
            <p:nvPr/>
          </p:nvSpPr>
          <p:spPr>
            <a:xfrm>
              <a:off x="97957" y="47358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17"/>
            <p:cNvSpPr/>
            <p:nvPr/>
          </p:nvSpPr>
          <p:spPr>
            <a:xfrm>
              <a:off x="608025" y="-1519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17"/>
            <p:cNvSpPr/>
            <p:nvPr/>
          </p:nvSpPr>
          <p:spPr>
            <a:xfrm>
              <a:off x="536658" y="-805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17"/>
            <p:cNvSpPr/>
            <p:nvPr/>
          </p:nvSpPr>
          <p:spPr>
            <a:xfrm>
              <a:off x="465290" y="-91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17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17"/>
            <p:cNvSpPr/>
            <p:nvPr/>
          </p:nvSpPr>
          <p:spPr>
            <a:xfrm>
              <a:off x="322555" y="13144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17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17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17"/>
            <p:cNvSpPr/>
            <p:nvPr/>
          </p:nvSpPr>
          <p:spPr>
            <a:xfrm>
              <a:off x="110552" y="34554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17"/>
            <p:cNvSpPr/>
            <p:nvPr/>
          </p:nvSpPr>
          <p:spPr>
            <a:xfrm>
              <a:off x="39184" y="41691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9"/>
          <p:cNvSpPr txBox="1">
            <a:spLocks noGrp="1"/>
          </p:cNvSpPr>
          <p:nvPr>
            <p:ph type="body" idx="1"/>
          </p:nvPr>
        </p:nvSpPr>
        <p:spPr>
          <a:xfrm>
            <a:off x="723901" y="1329448"/>
            <a:ext cx="3848100" cy="2295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marL="914400" lvl="1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1" name="Google Shape;651;p19"/>
          <p:cNvSpPr txBox="1">
            <a:spLocks noGrp="1"/>
          </p:cNvSpPr>
          <p:nvPr>
            <p:ph type="title"/>
          </p:nvPr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2" name="Google Shape;652;p19"/>
          <p:cNvSpPr/>
          <p:nvPr/>
        </p:nvSpPr>
        <p:spPr>
          <a:xfrm>
            <a:off x="8421714" y="4402286"/>
            <a:ext cx="740964" cy="740964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9"/>
          <p:cNvSpPr>
            <a:spLocks noGrp="1"/>
          </p:cNvSpPr>
          <p:nvPr>
            <p:ph type="pic" idx="2"/>
          </p:nvPr>
        </p:nvSpPr>
        <p:spPr>
          <a:xfrm>
            <a:off x="5124450" y="1337435"/>
            <a:ext cx="3295650" cy="2804616"/>
          </a:xfrm>
          <a:prstGeom prst="roundRect">
            <a:avLst>
              <a:gd name="adj" fmla="val 7665"/>
            </a:avLst>
          </a:prstGeom>
          <a:noFill/>
          <a:ln>
            <a:noFill/>
          </a:ln>
        </p:spPr>
      </p:sp>
      <p:grpSp>
        <p:nvGrpSpPr>
          <p:cNvPr id="654" name="Google Shape;654;p19"/>
          <p:cNvGrpSpPr/>
          <p:nvPr/>
        </p:nvGrpSpPr>
        <p:grpSpPr>
          <a:xfrm flipH="1">
            <a:off x="-132623" y="3762786"/>
            <a:ext cx="1507863" cy="1510278"/>
            <a:chOff x="39184" y="-151930"/>
            <a:chExt cx="1309806" cy="1311904"/>
          </a:xfrm>
        </p:grpSpPr>
        <p:sp>
          <p:nvSpPr>
            <p:cNvPr id="655" name="Google Shape;655;p19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19"/>
            <p:cNvSpPr/>
            <p:nvPr/>
          </p:nvSpPr>
          <p:spPr>
            <a:xfrm>
              <a:off x="1231442" y="61422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19"/>
            <p:cNvSpPr/>
            <p:nvPr/>
          </p:nvSpPr>
          <p:spPr>
            <a:xfrm>
              <a:off x="1160075" y="6855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19"/>
            <p:cNvSpPr/>
            <p:nvPr/>
          </p:nvSpPr>
          <p:spPr>
            <a:xfrm>
              <a:off x="1088707" y="7569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19"/>
            <p:cNvSpPr/>
            <p:nvPr/>
          </p:nvSpPr>
          <p:spPr>
            <a:xfrm>
              <a:off x="1019439" y="828324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19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19"/>
            <p:cNvSpPr/>
            <p:nvPr/>
          </p:nvSpPr>
          <p:spPr>
            <a:xfrm>
              <a:off x="876704" y="96896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19"/>
            <p:cNvSpPr/>
            <p:nvPr/>
          </p:nvSpPr>
          <p:spPr>
            <a:xfrm>
              <a:off x="805336" y="104032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19"/>
            <p:cNvSpPr/>
            <p:nvPr/>
          </p:nvSpPr>
          <p:spPr>
            <a:xfrm>
              <a:off x="733969" y="11116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19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19"/>
            <p:cNvSpPr/>
            <p:nvPr/>
          </p:nvSpPr>
          <p:spPr>
            <a:xfrm>
              <a:off x="1174769" y="557547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19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19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19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19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19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19"/>
            <p:cNvSpPr/>
            <p:nvPr/>
          </p:nvSpPr>
          <p:spPr>
            <a:xfrm>
              <a:off x="748662" y="983653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19"/>
            <p:cNvSpPr/>
            <p:nvPr/>
          </p:nvSpPr>
          <p:spPr>
            <a:xfrm>
              <a:off x="677294" y="1052922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19"/>
            <p:cNvSpPr/>
            <p:nvPr/>
          </p:nvSpPr>
          <p:spPr>
            <a:xfrm>
              <a:off x="1187363" y="4274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19"/>
            <p:cNvSpPr/>
            <p:nvPr/>
          </p:nvSpPr>
          <p:spPr>
            <a:xfrm>
              <a:off x="1115995" y="498774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19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19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19"/>
            <p:cNvSpPr/>
            <p:nvPr/>
          </p:nvSpPr>
          <p:spPr>
            <a:xfrm>
              <a:off x="901893" y="71077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19"/>
            <p:cNvSpPr/>
            <p:nvPr/>
          </p:nvSpPr>
          <p:spPr>
            <a:xfrm>
              <a:off x="832623" y="782145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19"/>
            <p:cNvSpPr/>
            <p:nvPr/>
          </p:nvSpPr>
          <p:spPr>
            <a:xfrm>
              <a:off x="761256" y="8535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19"/>
            <p:cNvSpPr/>
            <p:nvPr/>
          </p:nvSpPr>
          <p:spPr>
            <a:xfrm>
              <a:off x="689888" y="9248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19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19"/>
            <p:cNvSpPr/>
            <p:nvPr/>
          </p:nvSpPr>
          <p:spPr>
            <a:xfrm>
              <a:off x="1128589" y="3707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19"/>
            <p:cNvSpPr/>
            <p:nvPr/>
          </p:nvSpPr>
          <p:spPr>
            <a:xfrm>
              <a:off x="1057221" y="44000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19"/>
            <p:cNvSpPr/>
            <p:nvPr/>
          </p:nvSpPr>
          <p:spPr>
            <a:xfrm>
              <a:off x="985854" y="51136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19"/>
            <p:cNvSpPr/>
            <p:nvPr/>
          </p:nvSpPr>
          <p:spPr>
            <a:xfrm>
              <a:off x="916585" y="58273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19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19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19"/>
            <p:cNvSpPr/>
            <p:nvPr/>
          </p:nvSpPr>
          <p:spPr>
            <a:xfrm>
              <a:off x="702483" y="796839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19"/>
            <p:cNvSpPr/>
            <p:nvPr/>
          </p:nvSpPr>
          <p:spPr>
            <a:xfrm>
              <a:off x="631115" y="86610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19"/>
            <p:cNvSpPr/>
            <p:nvPr/>
          </p:nvSpPr>
          <p:spPr>
            <a:xfrm>
              <a:off x="559747" y="93747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19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19"/>
            <p:cNvSpPr/>
            <p:nvPr/>
          </p:nvSpPr>
          <p:spPr>
            <a:xfrm>
              <a:off x="1000547" y="3833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19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19"/>
            <p:cNvSpPr/>
            <p:nvPr/>
          </p:nvSpPr>
          <p:spPr>
            <a:xfrm>
              <a:off x="857812" y="52396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19"/>
            <p:cNvSpPr/>
            <p:nvPr/>
          </p:nvSpPr>
          <p:spPr>
            <a:xfrm>
              <a:off x="786444" y="5953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19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19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19"/>
            <p:cNvSpPr/>
            <p:nvPr/>
          </p:nvSpPr>
          <p:spPr>
            <a:xfrm>
              <a:off x="574441" y="8094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19"/>
            <p:cNvSpPr/>
            <p:nvPr/>
          </p:nvSpPr>
          <p:spPr>
            <a:xfrm>
              <a:off x="503073" y="88080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19"/>
            <p:cNvSpPr/>
            <p:nvPr/>
          </p:nvSpPr>
          <p:spPr>
            <a:xfrm>
              <a:off x="1013141" y="25318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19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19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19"/>
            <p:cNvSpPr/>
            <p:nvPr/>
          </p:nvSpPr>
          <p:spPr>
            <a:xfrm>
              <a:off x="799039" y="4672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19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19"/>
            <p:cNvSpPr/>
            <p:nvPr/>
          </p:nvSpPr>
          <p:spPr>
            <a:xfrm>
              <a:off x="658403" y="60792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19"/>
            <p:cNvSpPr/>
            <p:nvPr/>
          </p:nvSpPr>
          <p:spPr>
            <a:xfrm>
              <a:off x="587035" y="67929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19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19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19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19"/>
            <p:cNvSpPr/>
            <p:nvPr/>
          </p:nvSpPr>
          <p:spPr>
            <a:xfrm>
              <a:off x="885100" y="267879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19"/>
            <p:cNvSpPr/>
            <p:nvPr/>
          </p:nvSpPr>
          <p:spPr>
            <a:xfrm>
              <a:off x="813732" y="33714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19"/>
            <p:cNvSpPr/>
            <p:nvPr/>
          </p:nvSpPr>
          <p:spPr>
            <a:xfrm>
              <a:off x="742364" y="40851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19"/>
            <p:cNvSpPr/>
            <p:nvPr/>
          </p:nvSpPr>
          <p:spPr>
            <a:xfrm>
              <a:off x="670997" y="47988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19"/>
            <p:cNvSpPr/>
            <p:nvPr/>
          </p:nvSpPr>
          <p:spPr>
            <a:xfrm>
              <a:off x="599629" y="55125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19"/>
            <p:cNvSpPr/>
            <p:nvPr/>
          </p:nvSpPr>
          <p:spPr>
            <a:xfrm>
              <a:off x="528262" y="62261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19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19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19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19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19"/>
            <p:cNvSpPr/>
            <p:nvPr/>
          </p:nvSpPr>
          <p:spPr>
            <a:xfrm>
              <a:off x="754959" y="28047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19"/>
            <p:cNvSpPr/>
            <p:nvPr/>
          </p:nvSpPr>
          <p:spPr>
            <a:xfrm>
              <a:off x="683591" y="351841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19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19"/>
            <p:cNvSpPr/>
            <p:nvPr/>
          </p:nvSpPr>
          <p:spPr>
            <a:xfrm>
              <a:off x="542955" y="49247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19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19"/>
            <p:cNvSpPr/>
            <p:nvPr/>
          </p:nvSpPr>
          <p:spPr>
            <a:xfrm>
              <a:off x="400220" y="63521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19"/>
            <p:cNvSpPr/>
            <p:nvPr/>
          </p:nvSpPr>
          <p:spPr>
            <a:xfrm>
              <a:off x="328852" y="70658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19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19"/>
            <p:cNvSpPr/>
            <p:nvPr/>
          </p:nvSpPr>
          <p:spPr>
            <a:xfrm>
              <a:off x="767553" y="1503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19"/>
            <p:cNvSpPr/>
            <p:nvPr/>
          </p:nvSpPr>
          <p:spPr>
            <a:xfrm>
              <a:off x="696185" y="22170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19"/>
            <p:cNvSpPr/>
            <p:nvPr/>
          </p:nvSpPr>
          <p:spPr>
            <a:xfrm>
              <a:off x="626917" y="29306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19"/>
            <p:cNvSpPr/>
            <p:nvPr/>
          </p:nvSpPr>
          <p:spPr>
            <a:xfrm>
              <a:off x="555549" y="36443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19"/>
            <p:cNvSpPr/>
            <p:nvPr/>
          </p:nvSpPr>
          <p:spPr>
            <a:xfrm>
              <a:off x="484182" y="43580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19"/>
            <p:cNvSpPr/>
            <p:nvPr/>
          </p:nvSpPr>
          <p:spPr>
            <a:xfrm>
              <a:off x="412814" y="50717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19"/>
            <p:cNvSpPr/>
            <p:nvPr/>
          </p:nvSpPr>
          <p:spPr>
            <a:xfrm>
              <a:off x="341447" y="57643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19"/>
            <p:cNvSpPr/>
            <p:nvPr/>
          </p:nvSpPr>
          <p:spPr>
            <a:xfrm>
              <a:off x="270079" y="64780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19"/>
            <p:cNvSpPr/>
            <p:nvPr/>
          </p:nvSpPr>
          <p:spPr>
            <a:xfrm>
              <a:off x="782246" y="22291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19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19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19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19"/>
            <p:cNvSpPr/>
            <p:nvPr/>
          </p:nvSpPr>
          <p:spPr>
            <a:xfrm>
              <a:off x="496776" y="3056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19"/>
            <p:cNvSpPr/>
            <p:nvPr/>
          </p:nvSpPr>
          <p:spPr>
            <a:xfrm>
              <a:off x="425408" y="3770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19"/>
            <p:cNvSpPr/>
            <p:nvPr/>
          </p:nvSpPr>
          <p:spPr>
            <a:xfrm>
              <a:off x="356140" y="44839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19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19"/>
            <p:cNvSpPr/>
            <p:nvPr/>
          </p:nvSpPr>
          <p:spPr>
            <a:xfrm>
              <a:off x="213405" y="5911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19"/>
            <p:cNvSpPr/>
            <p:nvPr/>
          </p:nvSpPr>
          <p:spPr>
            <a:xfrm>
              <a:off x="723473" y="-3648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19"/>
            <p:cNvSpPr/>
            <p:nvPr/>
          </p:nvSpPr>
          <p:spPr>
            <a:xfrm>
              <a:off x="652105" y="3488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19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19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19"/>
            <p:cNvSpPr/>
            <p:nvPr/>
          </p:nvSpPr>
          <p:spPr>
            <a:xfrm>
              <a:off x="440102" y="248988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19"/>
            <p:cNvSpPr/>
            <p:nvPr/>
          </p:nvSpPr>
          <p:spPr>
            <a:xfrm>
              <a:off x="368734" y="31825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19"/>
            <p:cNvSpPr/>
            <p:nvPr/>
          </p:nvSpPr>
          <p:spPr>
            <a:xfrm>
              <a:off x="297367" y="38962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19"/>
            <p:cNvSpPr/>
            <p:nvPr/>
          </p:nvSpPr>
          <p:spPr>
            <a:xfrm>
              <a:off x="225999" y="46099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19"/>
            <p:cNvSpPr/>
            <p:nvPr/>
          </p:nvSpPr>
          <p:spPr>
            <a:xfrm>
              <a:off x="154631" y="53235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19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19"/>
            <p:cNvSpPr/>
            <p:nvPr/>
          </p:nvSpPr>
          <p:spPr>
            <a:xfrm>
              <a:off x="593332" y="-238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19"/>
            <p:cNvSpPr/>
            <p:nvPr/>
          </p:nvSpPr>
          <p:spPr>
            <a:xfrm>
              <a:off x="524064" y="4747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19"/>
            <p:cNvSpPr/>
            <p:nvPr/>
          </p:nvSpPr>
          <p:spPr>
            <a:xfrm>
              <a:off x="452696" y="11884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19"/>
            <p:cNvSpPr/>
            <p:nvPr/>
          </p:nvSpPr>
          <p:spPr>
            <a:xfrm>
              <a:off x="381328" y="19021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19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19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19"/>
            <p:cNvSpPr/>
            <p:nvPr/>
          </p:nvSpPr>
          <p:spPr>
            <a:xfrm>
              <a:off x="167226" y="40431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19"/>
            <p:cNvSpPr/>
            <p:nvPr/>
          </p:nvSpPr>
          <p:spPr>
            <a:xfrm>
              <a:off x="97957" y="47358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19"/>
            <p:cNvSpPr/>
            <p:nvPr/>
          </p:nvSpPr>
          <p:spPr>
            <a:xfrm>
              <a:off x="608025" y="-1519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19"/>
            <p:cNvSpPr/>
            <p:nvPr/>
          </p:nvSpPr>
          <p:spPr>
            <a:xfrm>
              <a:off x="536658" y="-805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19"/>
            <p:cNvSpPr/>
            <p:nvPr/>
          </p:nvSpPr>
          <p:spPr>
            <a:xfrm>
              <a:off x="465290" y="-91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19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19"/>
            <p:cNvSpPr/>
            <p:nvPr/>
          </p:nvSpPr>
          <p:spPr>
            <a:xfrm>
              <a:off x="322555" y="13144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110552" y="34554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19"/>
            <p:cNvSpPr/>
            <p:nvPr/>
          </p:nvSpPr>
          <p:spPr>
            <a:xfrm>
              <a:off x="39184" y="41691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20"/>
          <p:cNvSpPr txBox="1">
            <a:spLocks noGrp="1"/>
          </p:cNvSpPr>
          <p:nvPr>
            <p:ph type="body" idx="1"/>
          </p:nvPr>
        </p:nvSpPr>
        <p:spPr>
          <a:xfrm>
            <a:off x="1511030" y="3006348"/>
            <a:ext cx="2464340" cy="89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marL="914400" lvl="1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4" name="Google Shape;774;p20"/>
          <p:cNvSpPr txBox="1">
            <a:spLocks noGrp="1"/>
          </p:cNvSpPr>
          <p:nvPr>
            <p:ph type="body" idx="2"/>
          </p:nvPr>
        </p:nvSpPr>
        <p:spPr>
          <a:xfrm>
            <a:off x="5168632" y="3006348"/>
            <a:ext cx="2464338" cy="89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marL="914400" lvl="1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5" name="Google Shape;775;p20"/>
          <p:cNvSpPr txBox="1">
            <a:spLocks noGrp="1"/>
          </p:cNvSpPr>
          <p:nvPr>
            <p:ph type="body" idx="3"/>
          </p:nvPr>
        </p:nvSpPr>
        <p:spPr>
          <a:xfrm>
            <a:off x="1511030" y="2581073"/>
            <a:ext cx="2464340" cy="450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76" name="Google Shape;776;p20"/>
          <p:cNvSpPr txBox="1">
            <a:spLocks noGrp="1"/>
          </p:cNvSpPr>
          <p:nvPr>
            <p:ph type="body" idx="4"/>
          </p:nvPr>
        </p:nvSpPr>
        <p:spPr>
          <a:xfrm>
            <a:off x="5168632" y="2581073"/>
            <a:ext cx="2464338" cy="450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77" name="Google Shape;777;p20"/>
          <p:cNvSpPr txBox="1">
            <a:spLocks noGrp="1"/>
          </p:cNvSpPr>
          <p:nvPr>
            <p:ph type="title"/>
          </p:nvPr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78" name="Google Shape;778;p20"/>
          <p:cNvGrpSpPr/>
          <p:nvPr/>
        </p:nvGrpSpPr>
        <p:grpSpPr>
          <a:xfrm>
            <a:off x="-15880" y="3526526"/>
            <a:ext cx="2300556" cy="2575530"/>
            <a:chOff x="3238240" y="323850"/>
            <a:chExt cx="1739901" cy="1947863"/>
          </a:xfrm>
        </p:grpSpPr>
        <p:sp>
          <p:nvSpPr>
            <p:cNvPr id="779" name="Google Shape;779;p20"/>
            <p:cNvSpPr/>
            <p:nvPr/>
          </p:nvSpPr>
          <p:spPr>
            <a:xfrm>
              <a:off x="3238240" y="323850"/>
              <a:ext cx="1654175" cy="1947863"/>
            </a:xfrm>
            <a:custGeom>
              <a:avLst/>
              <a:gdLst/>
              <a:ahLst/>
              <a:cxnLst/>
              <a:rect l="l" t="t" r="r" b="b"/>
              <a:pathLst>
                <a:path w="50016" h="58876" extrusionOk="0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20"/>
            <p:cNvSpPr/>
            <p:nvPr/>
          </p:nvSpPr>
          <p:spPr>
            <a:xfrm>
              <a:off x="4036753" y="947738"/>
              <a:ext cx="941388" cy="657225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20"/>
            <p:cNvSpPr/>
            <p:nvPr/>
          </p:nvSpPr>
          <p:spPr>
            <a:xfrm>
              <a:off x="3724015" y="1260475"/>
              <a:ext cx="941388" cy="657225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20"/>
            <p:cNvSpPr/>
            <p:nvPr/>
          </p:nvSpPr>
          <p:spPr>
            <a:xfrm>
              <a:off x="4109778" y="1271588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7" h="12207" extrusionOk="0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20"/>
            <p:cNvSpPr/>
            <p:nvPr/>
          </p:nvSpPr>
          <p:spPr>
            <a:xfrm>
              <a:off x="4192328" y="1189038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6" h="12206" extrusionOk="0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1"/>
          <p:cNvSpPr txBox="1">
            <a:spLocks noGrp="1"/>
          </p:cNvSpPr>
          <p:nvPr>
            <p:ph type="body" idx="1"/>
          </p:nvPr>
        </p:nvSpPr>
        <p:spPr>
          <a:xfrm>
            <a:off x="817925" y="3073338"/>
            <a:ext cx="2279176" cy="839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marL="914400" lvl="1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6" name="Google Shape;786;p21"/>
          <p:cNvSpPr txBox="1">
            <a:spLocks noGrp="1"/>
          </p:cNvSpPr>
          <p:nvPr>
            <p:ph type="body" idx="2"/>
          </p:nvPr>
        </p:nvSpPr>
        <p:spPr>
          <a:xfrm>
            <a:off x="3432412" y="3073338"/>
            <a:ext cx="2279176" cy="839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marL="914400" lvl="1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7" name="Google Shape;787;p21"/>
          <p:cNvSpPr txBox="1">
            <a:spLocks noGrp="1"/>
          </p:cNvSpPr>
          <p:nvPr>
            <p:ph type="body" idx="3"/>
          </p:nvPr>
        </p:nvSpPr>
        <p:spPr>
          <a:xfrm>
            <a:off x="817926" y="2709438"/>
            <a:ext cx="2279176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88" name="Google Shape;788;p21"/>
          <p:cNvSpPr txBox="1">
            <a:spLocks noGrp="1"/>
          </p:cNvSpPr>
          <p:nvPr>
            <p:ph type="body" idx="4"/>
          </p:nvPr>
        </p:nvSpPr>
        <p:spPr>
          <a:xfrm>
            <a:off x="3432412" y="2707760"/>
            <a:ext cx="2279176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89" name="Google Shape;789;p21"/>
          <p:cNvSpPr txBox="1">
            <a:spLocks noGrp="1"/>
          </p:cNvSpPr>
          <p:nvPr>
            <p:ph type="body" idx="5"/>
          </p:nvPr>
        </p:nvSpPr>
        <p:spPr>
          <a:xfrm>
            <a:off x="6067792" y="3073337"/>
            <a:ext cx="2279176" cy="839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marL="914400" lvl="1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0" name="Google Shape;790;p21"/>
          <p:cNvSpPr txBox="1">
            <a:spLocks noGrp="1"/>
          </p:cNvSpPr>
          <p:nvPr>
            <p:ph type="body" idx="6"/>
          </p:nvPr>
        </p:nvSpPr>
        <p:spPr>
          <a:xfrm>
            <a:off x="6067793" y="2703610"/>
            <a:ext cx="2279176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91" name="Google Shape;791;p21"/>
          <p:cNvSpPr txBox="1">
            <a:spLocks noGrp="1"/>
          </p:cNvSpPr>
          <p:nvPr>
            <p:ph type="title"/>
          </p:nvPr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2" name="Google Shape;792;p21"/>
          <p:cNvSpPr/>
          <p:nvPr/>
        </p:nvSpPr>
        <p:spPr>
          <a:xfrm rot="10800000">
            <a:off x="-4702" y="0"/>
            <a:ext cx="740964" cy="740964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3" name="Google Shape;793;p21"/>
          <p:cNvGrpSpPr/>
          <p:nvPr/>
        </p:nvGrpSpPr>
        <p:grpSpPr>
          <a:xfrm>
            <a:off x="8273608" y="4200584"/>
            <a:ext cx="1507863" cy="1510278"/>
            <a:chOff x="39184" y="-151930"/>
            <a:chExt cx="1309806" cy="1311904"/>
          </a:xfrm>
        </p:grpSpPr>
        <p:sp>
          <p:nvSpPr>
            <p:cNvPr id="794" name="Google Shape;794;p21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21"/>
            <p:cNvSpPr/>
            <p:nvPr/>
          </p:nvSpPr>
          <p:spPr>
            <a:xfrm>
              <a:off x="1231442" y="61422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21"/>
            <p:cNvSpPr/>
            <p:nvPr/>
          </p:nvSpPr>
          <p:spPr>
            <a:xfrm>
              <a:off x="1160075" y="6855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21"/>
            <p:cNvSpPr/>
            <p:nvPr/>
          </p:nvSpPr>
          <p:spPr>
            <a:xfrm>
              <a:off x="1088707" y="7569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21"/>
            <p:cNvSpPr/>
            <p:nvPr/>
          </p:nvSpPr>
          <p:spPr>
            <a:xfrm>
              <a:off x="1019439" y="828324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21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21"/>
            <p:cNvSpPr/>
            <p:nvPr/>
          </p:nvSpPr>
          <p:spPr>
            <a:xfrm>
              <a:off x="876704" y="96896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21"/>
            <p:cNvSpPr/>
            <p:nvPr/>
          </p:nvSpPr>
          <p:spPr>
            <a:xfrm>
              <a:off x="805336" y="104032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21"/>
            <p:cNvSpPr/>
            <p:nvPr/>
          </p:nvSpPr>
          <p:spPr>
            <a:xfrm>
              <a:off x="733969" y="11116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21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21"/>
            <p:cNvSpPr/>
            <p:nvPr/>
          </p:nvSpPr>
          <p:spPr>
            <a:xfrm>
              <a:off x="1174769" y="557547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21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21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21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21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1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21"/>
            <p:cNvSpPr/>
            <p:nvPr/>
          </p:nvSpPr>
          <p:spPr>
            <a:xfrm>
              <a:off x="748662" y="983653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21"/>
            <p:cNvSpPr/>
            <p:nvPr/>
          </p:nvSpPr>
          <p:spPr>
            <a:xfrm>
              <a:off x="677294" y="1052922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1"/>
            <p:cNvSpPr/>
            <p:nvPr/>
          </p:nvSpPr>
          <p:spPr>
            <a:xfrm>
              <a:off x="1187363" y="4274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21"/>
            <p:cNvSpPr/>
            <p:nvPr/>
          </p:nvSpPr>
          <p:spPr>
            <a:xfrm>
              <a:off x="1115995" y="498774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21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21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21"/>
            <p:cNvSpPr/>
            <p:nvPr/>
          </p:nvSpPr>
          <p:spPr>
            <a:xfrm>
              <a:off x="901893" y="71077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21"/>
            <p:cNvSpPr/>
            <p:nvPr/>
          </p:nvSpPr>
          <p:spPr>
            <a:xfrm>
              <a:off x="832623" y="782145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21"/>
            <p:cNvSpPr/>
            <p:nvPr/>
          </p:nvSpPr>
          <p:spPr>
            <a:xfrm>
              <a:off x="761256" y="8535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21"/>
            <p:cNvSpPr/>
            <p:nvPr/>
          </p:nvSpPr>
          <p:spPr>
            <a:xfrm>
              <a:off x="689888" y="9248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21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21"/>
            <p:cNvSpPr/>
            <p:nvPr/>
          </p:nvSpPr>
          <p:spPr>
            <a:xfrm>
              <a:off x="1128589" y="3707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21"/>
            <p:cNvSpPr/>
            <p:nvPr/>
          </p:nvSpPr>
          <p:spPr>
            <a:xfrm>
              <a:off x="1057221" y="44000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21"/>
            <p:cNvSpPr/>
            <p:nvPr/>
          </p:nvSpPr>
          <p:spPr>
            <a:xfrm>
              <a:off x="985854" y="51136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21"/>
            <p:cNvSpPr/>
            <p:nvPr/>
          </p:nvSpPr>
          <p:spPr>
            <a:xfrm>
              <a:off x="916585" y="58273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21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21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21"/>
            <p:cNvSpPr/>
            <p:nvPr/>
          </p:nvSpPr>
          <p:spPr>
            <a:xfrm>
              <a:off x="702483" y="796839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21"/>
            <p:cNvSpPr/>
            <p:nvPr/>
          </p:nvSpPr>
          <p:spPr>
            <a:xfrm>
              <a:off x="631115" y="86610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21"/>
            <p:cNvSpPr/>
            <p:nvPr/>
          </p:nvSpPr>
          <p:spPr>
            <a:xfrm>
              <a:off x="559747" y="93747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21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21"/>
            <p:cNvSpPr/>
            <p:nvPr/>
          </p:nvSpPr>
          <p:spPr>
            <a:xfrm>
              <a:off x="1000547" y="3833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21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21"/>
            <p:cNvSpPr/>
            <p:nvPr/>
          </p:nvSpPr>
          <p:spPr>
            <a:xfrm>
              <a:off x="857812" y="52396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21"/>
            <p:cNvSpPr/>
            <p:nvPr/>
          </p:nvSpPr>
          <p:spPr>
            <a:xfrm>
              <a:off x="786444" y="5953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21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21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21"/>
            <p:cNvSpPr/>
            <p:nvPr/>
          </p:nvSpPr>
          <p:spPr>
            <a:xfrm>
              <a:off x="574441" y="8094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21"/>
            <p:cNvSpPr/>
            <p:nvPr/>
          </p:nvSpPr>
          <p:spPr>
            <a:xfrm>
              <a:off x="503073" y="88080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21"/>
            <p:cNvSpPr/>
            <p:nvPr/>
          </p:nvSpPr>
          <p:spPr>
            <a:xfrm>
              <a:off x="1013141" y="25318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21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21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21"/>
            <p:cNvSpPr/>
            <p:nvPr/>
          </p:nvSpPr>
          <p:spPr>
            <a:xfrm>
              <a:off x="799039" y="4672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21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21"/>
            <p:cNvSpPr/>
            <p:nvPr/>
          </p:nvSpPr>
          <p:spPr>
            <a:xfrm>
              <a:off x="658403" y="60792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21"/>
            <p:cNvSpPr/>
            <p:nvPr/>
          </p:nvSpPr>
          <p:spPr>
            <a:xfrm>
              <a:off x="587035" y="67929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21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21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21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21"/>
            <p:cNvSpPr/>
            <p:nvPr/>
          </p:nvSpPr>
          <p:spPr>
            <a:xfrm>
              <a:off x="885100" y="267879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21"/>
            <p:cNvSpPr/>
            <p:nvPr/>
          </p:nvSpPr>
          <p:spPr>
            <a:xfrm>
              <a:off x="813732" y="33714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21"/>
            <p:cNvSpPr/>
            <p:nvPr/>
          </p:nvSpPr>
          <p:spPr>
            <a:xfrm>
              <a:off x="742364" y="40851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21"/>
            <p:cNvSpPr/>
            <p:nvPr/>
          </p:nvSpPr>
          <p:spPr>
            <a:xfrm>
              <a:off x="670997" y="47988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21"/>
            <p:cNvSpPr/>
            <p:nvPr/>
          </p:nvSpPr>
          <p:spPr>
            <a:xfrm>
              <a:off x="599629" y="55125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21"/>
            <p:cNvSpPr/>
            <p:nvPr/>
          </p:nvSpPr>
          <p:spPr>
            <a:xfrm>
              <a:off x="528262" y="62261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21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21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21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21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21"/>
            <p:cNvSpPr/>
            <p:nvPr/>
          </p:nvSpPr>
          <p:spPr>
            <a:xfrm>
              <a:off x="754959" y="28047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21"/>
            <p:cNvSpPr/>
            <p:nvPr/>
          </p:nvSpPr>
          <p:spPr>
            <a:xfrm>
              <a:off x="683591" y="351841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21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21"/>
            <p:cNvSpPr/>
            <p:nvPr/>
          </p:nvSpPr>
          <p:spPr>
            <a:xfrm>
              <a:off x="542955" y="49247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21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21"/>
            <p:cNvSpPr/>
            <p:nvPr/>
          </p:nvSpPr>
          <p:spPr>
            <a:xfrm>
              <a:off x="400220" y="63521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21"/>
            <p:cNvSpPr/>
            <p:nvPr/>
          </p:nvSpPr>
          <p:spPr>
            <a:xfrm>
              <a:off x="328852" y="70658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21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21"/>
            <p:cNvSpPr/>
            <p:nvPr/>
          </p:nvSpPr>
          <p:spPr>
            <a:xfrm>
              <a:off x="767553" y="1503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21"/>
            <p:cNvSpPr/>
            <p:nvPr/>
          </p:nvSpPr>
          <p:spPr>
            <a:xfrm>
              <a:off x="696185" y="22170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21"/>
            <p:cNvSpPr/>
            <p:nvPr/>
          </p:nvSpPr>
          <p:spPr>
            <a:xfrm>
              <a:off x="626917" y="29306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21"/>
            <p:cNvSpPr/>
            <p:nvPr/>
          </p:nvSpPr>
          <p:spPr>
            <a:xfrm>
              <a:off x="555549" y="36443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21"/>
            <p:cNvSpPr/>
            <p:nvPr/>
          </p:nvSpPr>
          <p:spPr>
            <a:xfrm>
              <a:off x="484182" y="43580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21"/>
            <p:cNvSpPr/>
            <p:nvPr/>
          </p:nvSpPr>
          <p:spPr>
            <a:xfrm>
              <a:off x="412814" y="50717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21"/>
            <p:cNvSpPr/>
            <p:nvPr/>
          </p:nvSpPr>
          <p:spPr>
            <a:xfrm>
              <a:off x="341447" y="57643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21"/>
            <p:cNvSpPr/>
            <p:nvPr/>
          </p:nvSpPr>
          <p:spPr>
            <a:xfrm>
              <a:off x="270079" y="64780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21"/>
            <p:cNvSpPr/>
            <p:nvPr/>
          </p:nvSpPr>
          <p:spPr>
            <a:xfrm>
              <a:off x="782246" y="22291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21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21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21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21"/>
            <p:cNvSpPr/>
            <p:nvPr/>
          </p:nvSpPr>
          <p:spPr>
            <a:xfrm>
              <a:off x="496776" y="3056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21"/>
            <p:cNvSpPr/>
            <p:nvPr/>
          </p:nvSpPr>
          <p:spPr>
            <a:xfrm>
              <a:off x="425408" y="3770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21"/>
            <p:cNvSpPr/>
            <p:nvPr/>
          </p:nvSpPr>
          <p:spPr>
            <a:xfrm>
              <a:off x="356140" y="44839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21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21"/>
            <p:cNvSpPr/>
            <p:nvPr/>
          </p:nvSpPr>
          <p:spPr>
            <a:xfrm>
              <a:off x="213405" y="5911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21"/>
            <p:cNvSpPr/>
            <p:nvPr/>
          </p:nvSpPr>
          <p:spPr>
            <a:xfrm>
              <a:off x="723473" y="-3648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21"/>
            <p:cNvSpPr/>
            <p:nvPr/>
          </p:nvSpPr>
          <p:spPr>
            <a:xfrm>
              <a:off x="652105" y="3488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21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21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21"/>
            <p:cNvSpPr/>
            <p:nvPr/>
          </p:nvSpPr>
          <p:spPr>
            <a:xfrm>
              <a:off x="440102" y="248988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21"/>
            <p:cNvSpPr/>
            <p:nvPr/>
          </p:nvSpPr>
          <p:spPr>
            <a:xfrm>
              <a:off x="368734" y="31825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21"/>
            <p:cNvSpPr/>
            <p:nvPr/>
          </p:nvSpPr>
          <p:spPr>
            <a:xfrm>
              <a:off x="297367" y="38962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21"/>
            <p:cNvSpPr/>
            <p:nvPr/>
          </p:nvSpPr>
          <p:spPr>
            <a:xfrm>
              <a:off x="225999" y="46099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21"/>
            <p:cNvSpPr/>
            <p:nvPr/>
          </p:nvSpPr>
          <p:spPr>
            <a:xfrm>
              <a:off x="154631" y="53235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21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21"/>
            <p:cNvSpPr/>
            <p:nvPr/>
          </p:nvSpPr>
          <p:spPr>
            <a:xfrm>
              <a:off x="593332" y="-238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21"/>
            <p:cNvSpPr/>
            <p:nvPr/>
          </p:nvSpPr>
          <p:spPr>
            <a:xfrm>
              <a:off x="524064" y="4747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21"/>
            <p:cNvSpPr/>
            <p:nvPr/>
          </p:nvSpPr>
          <p:spPr>
            <a:xfrm>
              <a:off x="452696" y="11884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21"/>
            <p:cNvSpPr/>
            <p:nvPr/>
          </p:nvSpPr>
          <p:spPr>
            <a:xfrm>
              <a:off x="381328" y="19021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21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21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21"/>
            <p:cNvSpPr/>
            <p:nvPr/>
          </p:nvSpPr>
          <p:spPr>
            <a:xfrm>
              <a:off x="167226" y="40431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21"/>
            <p:cNvSpPr/>
            <p:nvPr/>
          </p:nvSpPr>
          <p:spPr>
            <a:xfrm>
              <a:off x="97957" y="47358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21"/>
            <p:cNvSpPr/>
            <p:nvPr/>
          </p:nvSpPr>
          <p:spPr>
            <a:xfrm>
              <a:off x="608025" y="-1519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21"/>
            <p:cNvSpPr/>
            <p:nvPr/>
          </p:nvSpPr>
          <p:spPr>
            <a:xfrm>
              <a:off x="536658" y="-805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21"/>
            <p:cNvSpPr/>
            <p:nvPr/>
          </p:nvSpPr>
          <p:spPr>
            <a:xfrm>
              <a:off x="465290" y="-91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21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21"/>
            <p:cNvSpPr/>
            <p:nvPr/>
          </p:nvSpPr>
          <p:spPr>
            <a:xfrm>
              <a:off x="322555" y="13144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21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21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21"/>
            <p:cNvSpPr/>
            <p:nvPr/>
          </p:nvSpPr>
          <p:spPr>
            <a:xfrm>
              <a:off x="110552" y="34554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21"/>
            <p:cNvSpPr/>
            <p:nvPr/>
          </p:nvSpPr>
          <p:spPr>
            <a:xfrm>
              <a:off x="39184" y="41691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1" name="Google Shape;911;p21"/>
          <p:cNvGrpSpPr/>
          <p:nvPr/>
        </p:nvGrpSpPr>
        <p:grpSpPr>
          <a:xfrm flipH="1">
            <a:off x="8324353" y="-624148"/>
            <a:ext cx="1507863" cy="1510278"/>
            <a:chOff x="39184" y="-151930"/>
            <a:chExt cx="1309806" cy="1311904"/>
          </a:xfrm>
        </p:grpSpPr>
        <p:sp>
          <p:nvSpPr>
            <p:cNvPr id="912" name="Google Shape;912;p21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21"/>
            <p:cNvSpPr/>
            <p:nvPr/>
          </p:nvSpPr>
          <p:spPr>
            <a:xfrm>
              <a:off x="1231442" y="61422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21"/>
            <p:cNvSpPr/>
            <p:nvPr/>
          </p:nvSpPr>
          <p:spPr>
            <a:xfrm>
              <a:off x="1160075" y="6855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21"/>
            <p:cNvSpPr/>
            <p:nvPr/>
          </p:nvSpPr>
          <p:spPr>
            <a:xfrm>
              <a:off x="1088707" y="7569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21"/>
            <p:cNvSpPr/>
            <p:nvPr/>
          </p:nvSpPr>
          <p:spPr>
            <a:xfrm>
              <a:off x="1019439" y="828324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21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21"/>
            <p:cNvSpPr/>
            <p:nvPr/>
          </p:nvSpPr>
          <p:spPr>
            <a:xfrm>
              <a:off x="876704" y="96896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21"/>
            <p:cNvSpPr/>
            <p:nvPr/>
          </p:nvSpPr>
          <p:spPr>
            <a:xfrm>
              <a:off x="805336" y="104032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21"/>
            <p:cNvSpPr/>
            <p:nvPr/>
          </p:nvSpPr>
          <p:spPr>
            <a:xfrm>
              <a:off x="733969" y="11116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21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21"/>
            <p:cNvSpPr/>
            <p:nvPr/>
          </p:nvSpPr>
          <p:spPr>
            <a:xfrm>
              <a:off x="1174769" y="557547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21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21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21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21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21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21"/>
            <p:cNvSpPr/>
            <p:nvPr/>
          </p:nvSpPr>
          <p:spPr>
            <a:xfrm>
              <a:off x="748662" y="983653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21"/>
            <p:cNvSpPr/>
            <p:nvPr/>
          </p:nvSpPr>
          <p:spPr>
            <a:xfrm>
              <a:off x="677294" y="1052922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21"/>
            <p:cNvSpPr/>
            <p:nvPr/>
          </p:nvSpPr>
          <p:spPr>
            <a:xfrm>
              <a:off x="1187363" y="4274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21"/>
            <p:cNvSpPr/>
            <p:nvPr/>
          </p:nvSpPr>
          <p:spPr>
            <a:xfrm>
              <a:off x="1115995" y="498774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21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21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21"/>
            <p:cNvSpPr/>
            <p:nvPr/>
          </p:nvSpPr>
          <p:spPr>
            <a:xfrm>
              <a:off x="901893" y="71077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21"/>
            <p:cNvSpPr/>
            <p:nvPr/>
          </p:nvSpPr>
          <p:spPr>
            <a:xfrm>
              <a:off x="832623" y="782145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21"/>
            <p:cNvSpPr/>
            <p:nvPr/>
          </p:nvSpPr>
          <p:spPr>
            <a:xfrm>
              <a:off x="761256" y="8535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21"/>
            <p:cNvSpPr/>
            <p:nvPr/>
          </p:nvSpPr>
          <p:spPr>
            <a:xfrm>
              <a:off x="689888" y="9248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21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21"/>
            <p:cNvSpPr/>
            <p:nvPr/>
          </p:nvSpPr>
          <p:spPr>
            <a:xfrm>
              <a:off x="1128589" y="3707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21"/>
            <p:cNvSpPr/>
            <p:nvPr/>
          </p:nvSpPr>
          <p:spPr>
            <a:xfrm>
              <a:off x="1057221" y="44000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21"/>
            <p:cNvSpPr/>
            <p:nvPr/>
          </p:nvSpPr>
          <p:spPr>
            <a:xfrm>
              <a:off x="985854" y="51136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21"/>
            <p:cNvSpPr/>
            <p:nvPr/>
          </p:nvSpPr>
          <p:spPr>
            <a:xfrm>
              <a:off x="916585" y="58273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21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21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21"/>
            <p:cNvSpPr/>
            <p:nvPr/>
          </p:nvSpPr>
          <p:spPr>
            <a:xfrm>
              <a:off x="702483" y="796839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21"/>
            <p:cNvSpPr/>
            <p:nvPr/>
          </p:nvSpPr>
          <p:spPr>
            <a:xfrm>
              <a:off x="631115" y="86610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21"/>
            <p:cNvSpPr/>
            <p:nvPr/>
          </p:nvSpPr>
          <p:spPr>
            <a:xfrm>
              <a:off x="559747" y="93747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21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21"/>
            <p:cNvSpPr/>
            <p:nvPr/>
          </p:nvSpPr>
          <p:spPr>
            <a:xfrm>
              <a:off x="1000547" y="3833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21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21"/>
            <p:cNvSpPr/>
            <p:nvPr/>
          </p:nvSpPr>
          <p:spPr>
            <a:xfrm>
              <a:off x="857812" y="52396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21"/>
            <p:cNvSpPr/>
            <p:nvPr/>
          </p:nvSpPr>
          <p:spPr>
            <a:xfrm>
              <a:off x="786444" y="5953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21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21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21"/>
            <p:cNvSpPr/>
            <p:nvPr/>
          </p:nvSpPr>
          <p:spPr>
            <a:xfrm>
              <a:off x="574441" y="8094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21"/>
            <p:cNvSpPr/>
            <p:nvPr/>
          </p:nvSpPr>
          <p:spPr>
            <a:xfrm>
              <a:off x="503073" y="88080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21"/>
            <p:cNvSpPr/>
            <p:nvPr/>
          </p:nvSpPr>
          <p:spPr>
            <a:xfrm>
              <a:off x="1013141" y="25318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21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21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21"/>
            <p:cNvSpPr/>
            <p:nvPr/>
          </p:nvSpPr>
          <p:spPr>
            <a:xfrm>
              <a:off x="799039" y="4672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21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21"/>
            <p:cNvSpPr/>
            <p:nvPr/>
          </p:nvSpPr>
          <p:spPr>
            <a:xfrm>
              <a:off x="658403" y="60792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21"/>
            <p:cNvSpPr/>
            <p:nvPr/>
          </p:nvSpPr>
          <p:spPr>
            <a:xfrm>
              <a:off x="587035" y="67929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21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21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21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21"/>
            <p:cNvSpPr/>
            <p:nvPr/>
          </p:nvSpPr>
          <p:spPr>
            <a:xfrm>
              <a:off x="885100" y="267879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21"/>
            <p:cNvSpPr/>
            <p:nvPr/>
          </p:nvSpPr>
          <p:spPr>
            <a:xfrm>
              <a:off x="813732" y="33714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21"/>
            <p:cNvSpPr/>
            <p:nvPr/>
          </p:nvSpPr>
          <p:spPr>
            <a:xfrm>
              <a:off x="742364" y="40851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21"/>
            <p:cNvSpPr/>
            <p:nvPr/>
          </p:nvSpPr>
          <p:spPr>
            <a:xfrm>
              <a:off x="670997" y="47988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21"/>
            <p:cNvSpPr/>
            <p:nvPr/>
          </p:nvSpPr>
          <p:spPr>
            <a:xfrm>
              <a:off x="599629" y="55125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21"/>
            <p:cNvSpPr/>
            <p:nvPr/>
          </p:nvSpPr>
          <p:spPr>
            <a:xfrm>
              <a:off x="528262" y="62261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21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21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21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21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21"/>
            <p:cNvSpPr/>
            <p:nvPr/>
          </p:nvSpPr>
          <p:spPr>
            <a:xfrm>
              <a:off x="754959" y="28047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21"/>
            <p:cNvSpPr/>
            <p:nvPr/>
          </p:nvSpPr>
          <p:spPr>
            <a:xfrm>
              <a:off x="683591" y="351841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21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21"/>
            <p:cNvSpPr/>
            <p:nvPr/>
          </p:nvSpPr>
          <p:spPr>
            <a:xfrm>
              <a:off x="542955" y="49247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21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21"/>
            <p:cNvSpPr/>
            <p:nvPr/>
          </p:nvSpPr>
          <p:spPr>
            <a:xfrm>
              <a:off x="400220" y="63521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21"/>
            <p:cNvSpPr/>
            <p:nvPr/>
          </p:nvSpPr>
          <p:spPr>
            <a:xfrm>
              <a:off x="328852" y="70658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21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21"/>
            <p:cNvSpPr/>
            <p:nvPr/>
          </p:nvSpPr>
          <p:spPr>
            <a:xfrm>
              <a:off x="767553" y="1503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21"/>
            <p:cNvSpPr/>
            <p:nvPr/>
          </p:nvSpPr>
          <p:spPr>
            <a:xfrm>
              <a:off x="696185" y="22170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21"/>
            <p:cNvSpPr/>
            <p:nvPr/>
          </p:nvSpPr>
          <p:spPr>
            <a:xfrm>
              <a:off x="626917" y="29306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21"/>
            <p:cNvSpPr/>
            <p:nvPr/>
          </p:nvSpPr>
          <p:spPr>
            <a:xfrm>
              <a:off x="555549" y="36443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21"/>
            <p:cNvSpPr/>
            <p:nvPr/>
          </p:nvSpPr>
          <p:spPr>
            <a:xfrm>
              <a:off x="484182" y="43580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21"/>
            <p:cNvSpPr/>
            <p:nvPr/>
          </p:nvSpPr>
          <p:spPr>
            <a:xfrm>
              <a:off x="412814" y="50717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21"/>
            <p:cNvSpPr/>
            <p:nvPr/>
          </p:nvSpPr>
          <p:spPr>
            <a:xfrm>
              <a:off x="341447" y="57643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21"/>
            <p:cNvSpPr/>
            <p:nvPr/>
          </p:nvSpPr>
          <p:spPr>
            <a:xfrm>
              <a:off x="270079" y="64780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21"/>
            <p:cNvSpPr/>
            <p:nvPr/>
          </p:nvSpPr>
          <p:spPr>
            <a:xfrm>
              <a:off x="782246" y="22291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21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21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21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21"/>
            <p:cNvSpPr/>
            <p:nvPr/>
          </p:nvSpPr>
          <p:spPr>
            <a:xfrm>
              <a:off x="496776" y="3056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21"/>
            <p:cNvSpPr/>
            <p:nvPr/>
          </p:nvSpPr>
          <p:spPr>
            <a:xfrm>
              <a:off x="425408" y="3770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21"/>
            <p:cNvSpPr/>
            <p:nvPr/>
          </p:nvSpPr>
          <p:spPr>
            <a:xfrm>
              <a:off x="356140" y="44839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21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21"/>
            <p:cNvSpPr/>
            <p:nvPr/>
          </p:nvSpPr>
          <p:spPr>
            <a:xfrm>
              <a:off x="213405" y="5911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21"/>
            <p:cNvSpPr/>
            <p:nvPr/>
          </p:nvSpPr>
          <p:spPr>
            <a:xfrm>
              <a:off x="723473" y="-3648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21"/>
            <p:cNvSpPr/>
            <p:nvPr/>
          </p:nvSpPr>
          <p:spPr>
            <a:xfrm>
              <a:off x="652105" y="3488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21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21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21"/>
            <p:cNvSpPr/>
            <p:nvPr/>
          </p:nvSpPr>
          <p:spPr>
            <a:xfrm>
              <a:off x="440102" y="248988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21"/>
            <p:cNvSpPr/>
            <p:nvPr/>
          </p:nvSpPr>
          <p:spPr>
            <a:xfrm>
              <a:off x="368734" y="31825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21"/>
            <p:cNvSpPr/>
            <p:nvPr/>
          </p:nvSpPr>
          <p:spPr>
            <a:xfrm>
              <a:off x="297367" y="38962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21"/>
            <p:cNvSpPr/>
            <p:nvPr/>
          </p:nvSpPr>
          <p:spPr>
            <a:xfrm>
              <a:off x="225999" y="46099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21"/>
            <p:cNvSpPr/>
            <p:nvPr/>
          </p:nvSpPr>
          <p:spPr>
            <a:xfrm>
              <a:off x="154631" y="53235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21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21"/>
            <p:cNvSpPr/>
            <p:nvPr/>
          </p:nvSpPr>
          <p:spPr>
            <a:xfrm>
              <a:off x="593332" y="-238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21"/>
            <p:cNvSpPr/>
            <p:nvPr/>
          </p:nvSpPr>
          <p:spPr>
            <a:xfrm>
              <a:off x="524064" y="4747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21"/>
            <p:cNvSpPr/>
            <p:nvPr/>
          </p:nvSpPr>
          <p:spPr>
            <a:xfrm>
              <a:off x="452696" y="11884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21"/>
            <p:cNvSpPr/>
            <p:nvPr/>
          </p:nvSpPr>
          <p:spPr>
            <a:xfrm>
              <a:off x="381328" y="19021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21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21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21"/>
            <p:cNvSpPr/>
            <p:nvPr/>
          </p:nvSpPr>
          <p:spPr>
            <a:xfrm>
              <a:off x="167226" y="40431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21"/>
            <p:cNvSpPr/>
            <p:nvPr/>
          </p:nvSpPr>
          <p:spPr>
            <a:xfrm>
              <a:off x="97957" y="47358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21"/>
            <p:cNvSpPr/>
            <p:nvPr/>
          </p:nvSpPr>
          <p:spPr>
            <a:xfrm>
              <a:off x="608025" y="-1519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21"/>
            <p:cNvSpPr/>
            <p:nvPr/>
          </p:nvSpPr>
          <p:spPr>
            <a:xfrm>
              <a:off x="536658" y="-805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21"/>
            <p:cNvSpPr/>
            <p:nvPr/>
          </p:nvSpPr>
          <p:spPr>
            <a:xfrm>
              <a:off x="465290" y="-91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21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21"/>
            <p:cNvSpPr/>
            <p:nvPr/>
          </p:nvSpPr>
          <p:spPr>
            <a:xfrm>
              <a:off x="322555" y="13144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21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21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21"/>
            <p:cNvSpPr/>
            <p:nvPr/>
          </p:nvSpPr>
          <p:spPr>
            <a:xfrm>
              <a:off x="110552" y="34554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21"/>
            <p:cNvSpPr/>
            <p:nvPr/>
          </p:nvSpPr>
          <p:spPr>
            <a:xfrm>
              <a:off x="39184" y="41691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25"/>
          <p:cNvSpPr txBox="1">
            <a:spLocks noGrp="1"/>
          </p:cNvSpPr>
          <p:nvPr>
            <p:ph type="title"/>
          </p:nvPr>
        </p:nvSpPr>
        <p:spPr>
          <a:xfrm>
            <a:off x="723900" y="1243260"/>
            <a:ext cx="7696200" cy="2656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75" name="Google Shape;1775;p25"/>
          <p:cNvGrpSpPr/>
          <p:nvPr/>
        </p:nvGrpSpPr>
        <p:grpSpPr>
          <a:xfrm>
            <a:off x="7627495" y="3454776"/>
            <a:ext cx="2105344" cy="2105344"/>
            <a:chOff x="478444" y="466725"/>
            <a:chExt cx="1592263" cy="1592263"/>
          </a:xfrm>
        </p:grpSpPr>
        <p:grpSp>
          <p:nvGrpSpPr>
            <p:cNvPr id="1776" name="Google Shape;1776;p25"/>
            <p:cNvGrpSpPr/>
            <p:nvPr/>
          </p:nvGrpSpPr>
          <p:grpSpPr>
            <a:xfrm>
              <a:off x="610206" y="466725"/>
              <a:ext cx="1460501" cy="1460500"/>
              <a:chOff x="1166" y="294"/>
              <a:chExt cx="920" cy="920"/>
            </a:xfrm>
          </p:grpSpPr>
          <p:sp>
            <p:nvSpPr>
              <p:cNvPr id="1777" name="Google Shape;1777;p25"/>
              <p:cNvSpPr/>
              <p:nvPr/>
            </p:nvSpPr>
            <p:spPr>
              <a:xfrm>
                <a:off x="1416" y="29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8" name="Google Shape;1778;p25"/>
              <p:cNvSpPr/>
              <p:nvPr/>
            </p:nvSpPr>
            <p:spPr>
              <a:xfrm>
                <a:off x="1450" y="32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9" name="Google Shape;1779;p25"/>
              <p:cNvSpPr/>
              <p:nvPr/>
            </p:nvSpPr>
            <p:spPr>
              <a:xfrm>
                <a:off x="1484" y="36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0" name="Google Shape;1780;p25"/>
              <p:cNvSpPr/>
              <p:nvPr/>
            </p:nvSpPr>
            <p:spPr>
              <a:xfrm>
                <a:off x="1518" y="39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1" name="Google Shape;1781;p25"/>
              <p:cNvSpPr/>
              <p:nvPr/>
            </p:nvSpPr>
            <p:spPr>
              <a:xfrm>
                <a:off x="1552" y="43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2" name="Google Shape;1782;p25"/>
              <p:cNvSpPr/>
              <p:nvPr/>
            </p:nvSpPr>
            <p:spPr>
              <a:xfrm>
                <a:off x="1586" y="46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3" name="Google Shape;1783;p25"/>
              <p:cNvSpPr/>
              <p:nvPr/>
            </p:nvSpPr>
            <p:spPr>
              <a:xfrm>
                <a:off x="1620" y="49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4" name="Google Shape;1784;p25"/>
              <p:cNvSpPr/>
              <p:nvPr/>
            </p:nvSpPr>
            <p:spPr>
              <a:xfrm>
                <a:off x="1655" y="532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5" name="Google Shape;1785;p25"/>
              <p:cNvSpPr/>
              <p:nvPr/>
            </p:nvSpPr>
            <p:spPr>
              <a:xfrm>
                <a:off x="1689" y="566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6" name="Google Shape;1786;p25"/>
              <p:cNvSpPr/>
              <p:nvPr/>
            </p:nvSpPr>
            <p:spPr>
              <a:xfrm>
                <a:off x="1723" y="60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7" name="Google Shape;1787;p25"/>
              <p:cNvSpPr/>
              <p:nvPr/>
            </p:nvSpPr>
            <p:spPr>
              <a:xfrm>
                <a:off x="1757" y="63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8" name="Google Shape;1788;p25"/>
              <p:cNvSpPr/>
              <p:nvPr/>
            </p:nvSpPr>
            <p:spPr>
              <a:xfrm>
                <a:off x="1791" y="66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9" name="Google Shape;1789;p25"/>
              <p:cNvSpPr/>
              <p:nvPr/>
            </p:nvSpPr>
            <p:spPr>
              <a:xfrm>
                <a:off x="1825" y="70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0" name="Google Shape;1790;p25"/>
              <p:cNvSpPr/>
              <p:nvPr/>
            </p:nvSpPr>
            <p:spPr>
              <a:xfrm>
                <a:off x="1859" y="73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1" name="Google Shape;1791;p25"/>
              <p:cNvSpPr/>
              <p:nvPr/>
            </p:nvSpPr>
            <p:spPr>
              <a:xfrm>
                <a:off x="1893" y="77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2" name="Google Shape;1792;p25"/>
              <p:cNvSpPr/>
              <p:nvPr/>
            </p:nvSpPr>
            <p:spPr>
              <a:xfrm>
                <a:off x="1927" y="80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3" name="Google Shape;1793;p25"/>
              <p:cNvSpPr/>
              <p:nvPr/>
            </p:nvSpPr>
            <p:spPr>
              <a:xfrm>
                <a:off x="1961" y="839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4" name="Google Shape;1794;p25"/>
              <p:cNvSpPr/>
              <p:nvPr/>
            </p:nvSpPr>
            <p:spPr>
              <a:xfrm>
                <a:off x="1995" y="873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5" name="Google Shape;1795;p25"/>
              <p:cNvSpPr/>
              <p:nvPr/>
            </p:nvSpPr>
            <p:spPr>
              <a:xfrm>
                <a:off x="2029" y="90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6" name="Google Shape;1796;p25"/>
              <p:cNvSpPr/>
              <p:nvPr/>
            </p:nvSpPr>
            <p:spPr>
              <a:xfrm>
                <a:off x="2063" y="94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7" name="Google Shape;1797;p25"/>
              <p:cNvSpPr/>
              <p:nvPr/>
            </p:nvSpPr>
            <p:spPr>
              <a:xfrm>
                <a:off x="1388" y="3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8" name="Google Shape;1798;p25"/>
              <p:cNvSpPr/>
              <p:nvPr/>
            </p:nvSpPr>
            <p:spPr>
              <a:xfrm>
                <a:off x="1423" y="357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9" name="Google Shape;1799;p25"/>
              <p:cNvSpPr/>
              <p:nvPr/>
            </p:nvSpPr>
            <p:spPr>
              <a:xfrm>
                <a:off x="1458" y="391"/>
                <a:ext cx="20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0" name="Google Shape;1800;p25"/>
              <p:cNvSpPr/>
              <p:nvPr/>
            </p:nvSpPr>
            <p:spPr>
              <a:xfrm>
                <a:off x="1491" y="424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1" name="Google Shape;1801;p25"/>
              <p:cNvSpPr/>
              <p:nvPr/>
            </p:nvSpPr>
            <p:spPr>
              <a:xfrm>
                <a:off x="1525" y="45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2" name="Google Shape;1802;p25"/>
              <p:cNvSpPr/>
              <p:nvPr/>
            </p:nvSpPr>
            <p:spPr>
              <a:xfrm>
                <a:off x="1559" y="49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3" name="Google Shape;1803;p25"/>
              <p:cNvSpPr/>
              <p:nvPr/>
            </p:nvSpPr>
            <p:spPr>
              <a:xfrm>
                <a:off x="1593" y="52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4" name="Google Shape;1804;p25"/>
              <p:cNvSpPr/>
              <p:nvPr/>
            </p:nvSpPr>
            <p:spPr>
              <a:xfrm>
                <a:off x="1627" y="56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5" name="Google Shape;1805;p25"/>
              <p:cNvSpPr/>
              <p:nvPr/>
            </p:nvSpPr>
            <p:spPr>
              <a:xfrm>
                <a:off x="1661" y="59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6" name="Google Shape;1806;p25"/>
              <p:cNvSpPr/>
              <p:nvPr/>
            </p:nvSpPr>
            <p:spPr>
              <a:xfrm>
                <a:off x="1695" y="62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7" name="Google Shape;1807;p25"/>
              <p:cNvSpPr/>
              <p:nvPr/>
            </p:nvSpPr>
            <p:spPr>
              <a:xfrm>
                <a:off x="1729" y="66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8" name="Google Shape;1808;p25"/>
              <p:cNvSpPr/>
              <p:nvPr/>
            </p:nvSpPr>
            <p:spPr>
              <a:xfrm>
                <a:off x="1763" y="69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9" name="Google Shape;1809;p25"/>
              <p:cNvSpPr/>
              <p:nvPr/>
            </p:nvSpPr>
            <p:spPr>
              <a:xfrm>
                <a:off x="1797" y="73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0" name="Google Shape;1810;p25"/>
              <p:cNvSpPr/>
              <p:nvPr/>
            </p:nvSpPr>
            <p:spPr>
              <a:xfrm>
                <a:off x="1831" y="76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1" name="Google Shape;1811;p25"/>
              <p:cNvSpPr/>
              <p:nvPr/>
            </p:nvSpPr>
            <p:spPr>
              <a:xfrm>
                <a:off x="1865" y="79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2" name="Google Shape;1812;p25"/>
              <p:cNvSpPr/>
              <p:nvPr/>
            </p:nvSpPr>
            <p:spPr>
              <a:xfrm>
                <a:off x="1899" y="83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3" name="Google Shape;1813;p25"/>
              <p:cNvSpPr/>
              <p:nvPr/>
            </p:nvSpPr>
            <p:spPr>
              <a:xfrm>
                <a:off x="1933" y="86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4" name="Google Shape;1814;p25"/>
              <p:cNvSpPr/>
              <p:nvPr/>
            </p:nvSpPr>
            <p:spPr>
              <a:xfrm>
                <a:off x="1967" y="90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5" name="Google Shape;1815;p25"/>
              <p:cNvSpPr/>
              <p:nvPr/>
            </p:nvSpPr>
            <p:spPr>
              <a:xfrm>
                <a:off x="2001" y="93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6" name="Google Shape;1816;p25"/>
              <p:cNvSpPr/>
              <p:nvPr/>
            </p:nvSpPr>
            <p:spPr>
              <a:xfrm>
                <a:off x="2035" y="96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7" name="Google Shape;1817;p25"/>
              <p:cNvSpPr/>
              <p:nvPr/>
            </p:nvSpPr>
            <p:spPr>
              <a:xfrm>
                <a:off x="1361" y="34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8" name="Google Shape;1818;p25"/>
              <p:cNvSpPr/>
              <p:nvPr/>
            </p:nvSpPr>
            <p:spPr>
              <a:xfrm>
                <a:off x="1395" y="38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9" name="Google Shape;1819;p25"/>
              <p:cNvSpPr/>
              <p:nvPr/>
            </p:nvSpPr>
            <p:spPr>
              <a:xfrm>
                <a:off x="1430" y="41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0" name="Google Shape;1820;p25"/>
              <p:cNvSpPr/>
              <p:nvPr/>
            </p:nvSpPr>
            <p:spPr>
              <a:xfrm>
                <a:off x="1463" y="45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1" name="Google Shape;1821;p25"/>
              <p:cNvSpPr/>
              <p:nvPr/>
            </p:nvSpPr>
            <p:spPr>
              <a:xfrm>
                <a:off x="1497" y="486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2" name="Google Shape;1822;p25"/>
              <p:cNvSpPr/>
              <p:nvPr/>
            </p:nvSpPr>
            <p:spPr>
              <a:xfrm>
                <a:off x="1531" y="52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3" name="Google Shape;1823;p25"/>
              <p:cNvSpPr/>
              <p:nvPr/>
            </p:nvSpPr>
            <p:spPr>
              <a:xfrm>
                <a:off x="1566" y="555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4" name="Google Shape;1824;p25"/>
              <p:cNvSpPr/>
              <p:nvPr/>
            </p:nvSpPr>
            <p:spPr>
              <a:xfrm>
                <a:off x="1599" y="58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5" name="Google Shape;1825;p25"/>
              <p:cNvSpPr/>
              <p:nvPr/>
            </p:nvSpPr>
            <p:spPr>
              <a:xfrm>
                <a:off x="1633" y="6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6" name="Google Shape;1826;p25"/>
              <p:cNvSpPr/>
              <p:nvPr/>
            </p:nvSpPr>
            <p:spPr>
              <a:xfrm>
                <a:off x="1667" y="6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7" name="Google Shape;1827;p25"/>
              <p:cNvSpPr/>
              <p:nvPr/>
            </p:nvSpPr>
            <p:spPr>
              <a:xfrm>
                <a:off x="1701" y="69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8" name="Google Shape;1828;p25"/>
              <p:cNvSpPr/>
              <p:nvPr/>
            </p:nvSpPr>
            <p:spPr>
              <a:xfrm>
                <a:off x="1735" y="72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9" name="Google Shape;1829;p25"/>
              <p:cNvSpPr/>
              <p:nvPr/>
            </p:nvSpPr>
            <p:spPr>
              <a:xfrm>
                <a:off x="1769" y="75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0" name="Google Shape;1830;p25"/>
              <p:cNvSpPr/>
              <p:nvPr/>
            </p:nvSpPr>
            <p:spPr>
              <a:xfrm>
                <a:off x="1803" y="79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1" name="Google Shape;1831;p25"/>
              <p:cNvSpPr/>
              <p:nvPr/>
            </p:nvSpPr>
            <p:spPr>
              <a:xfrm>
                <a:off x="1837" y="82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2" name="Google Shape;1832;p25"/>
              <p:cNvSpPr/>
              <p:nvPr/>
            </p:nvSpPr>
            <p:spPr>
              <a:xfrm>
                <a:off x="1871" y="86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3" name="Google Shape;1833;p25"/>
              <p:cNvSpPr/>
              <p:nvPr/>
            </p:nvSpPr>
            <p:spPr>
              <a:xfrm>
                <a:off x="1905" y="89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4" name="Google Shape;1834;p25"/>
              <p:cNvSpPr/>
              <p:nvPr/>
            </p:nvSpPr>
            <p:spPr>
              <a:xfrm>
                <a:off x="1939" y="92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5" name="Google Shape;1835;p25"/>
              <p:cNvSpPr/>
              <p:nvPr/>
            </p:nvSpPr>
            <p:spPr>
              <a:xfrm>
                <a:off x="1973" y="96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6" name="Google Shape;1836;p25"/>
              <p:cNvSpPr/>
              <p:nvPr/>
            </p:nvSpPr>
            <p:spPr>
              <a:xfrm>
                <a:off x="2007" y="99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7" name="Google Shape;1837;p25"/>
              <p:cNvSpPr/>
              <p:nvPr/>
            </p:nvSpPr>
            <p:spPr>
              <a:xfrm>
                <a:off x="1333" y="37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8" name="Google Shape;1838;p25"/>
              <p:cNvSpPr/>
              <p:nvPr/>
            </p:nvSpPr>
            <p:spPr>
              <a:xfrm>
                <a:off x="1367" y="41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9" name="Google Shape;1839;p25"/>
              <p:cNvSpPr/>
              <p:nvPr/>
            </p:nvSpPr>
            <p:spPr>
              <a:xfrm>
                <a:off x="1401" y="44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0" name="Google Shape;1840;p25"/>
              <p:cNvSpPr/>
              <p:nvPr/>
            </p:nvSpPr>
            <p:spPr>
              <a:xfrm>
                <a:off x="1435" y="47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1" name="Google Shape;1841;p25"/>
              <p:cNvSpPr/>
              <p:nvPr/>
            </p:nvSpPr>
            <p:spPr>
              <a:xfrm>
                <a:off x="1469" y="51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2" name="Google Shape;1842;p25"/>
              <p:cNvSpPr/>
              <p:nvPr/>
            </p:nvSpPr>
            <p:spPr>
              <a:xfrm>
                <a:off x="1503" y="54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3" name="Google Shape;1843;p25"/>
              <p:cNvSpPr/>
              <p:nvPr/>
            </p:nvSpPr>
            <p:spPr>
              <a:xfrm>
                <a:off x="1537" y="58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4" name="Google Shape;1844;p25"/>
              <p:cNvSpPr/>
              <p:nvPr/>
            </p:nvSpPr>
            <p:spPr>
              <a:xfrm>
                <a:off x="1571" y="61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5" name="Google Shape;1845;p25"/>
              <p:cNvSpPr/>
              <p:nvPr/>
            </p:nvSpPr>
            <p:spPr>
              <a:xfrm>
                <a:off x="1605" y="64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6" name="Google Shape;1846;p25"/>
              <p:cNvSpPr/>
              <p:nvPr/>
            </p:nvSpPr>
            <p:spPr>
              <a:xfrm>
                <a:off x="1639" y="684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7" name="Google Shape;1847;p25"/>
              <p:cNvSpPr/>
              <p:nvPr/>
            </p:nvSpPr>
            <p:spPr>
              <a:xfrm>
                <a:off x="1673" y="71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8" name="Google Shape;1848;p25"/>
              <p:cNvSpPr/>
              <p:nvPr/>
            </p:nvSpPr>
            <p:spPr>
              <a:xfrm>
                <a:off x="1707" y="75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9" name="Google Shape;1849;p25"/>
              <p:cNvSpPr/>
              <p:nvPr/>
            </p:nvSpPr>
            <p:spPr>
              <a:xfrm>
                <a:off x="1741" y="78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0" name="Google Shape;1850;p25"/>
              <p:cNvSpPr/>
              <p:nvPr/>
            </p:nvSpPr>
            <p:spPr>
              <a:xfrm>
                <a:off x="1775" y="82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1" name="Google Shape;1851;p25"/>
              <p:cNvSpPr/>
              <p:nvPr/>
            </p:nvSpPr>
            <p:spPr>
              <a:xfrm>
                <a:off x="1809" y="85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2" name="Google Shape;1852;p25"/>
              <p:cNvSpPr/>
              <p:nvPr/>
            </p:nvSpPr>
            <p:spPr>
              <a:xfrm>
                <a:off x="1844" y="888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3" name="Google Shape;1853;p25"/>
              <p:cNvSpPr/>
              <p:nvPr/>
            </p:nvSpPr>
            <p:spPr>
              <a:xfrm>
                <a:off x="1878" y="9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4" name="Google Shape;1854;p25"/>
              <p:cNvSpPr/>
              <p:nvPr/>
            </p:nvSpPr>
            <p:spPr>
              <a:xfrm>
                <a:off x="1912" y="9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5" name="Google Shape;1855;p25"/>
              <p:cNvSpPr/>
              <p:nvPr/>
            </p:nvSpPr>
            <p:spPr>
              <a:xfrm>
                <a:off x="1946" y="99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6" name="Google Shape;1856;p25"/>
              <p:cNvSpPr/>
              <p:nvPr/>
            </p:nvSpPr>
            <p:spPr>
              <a:xfrm>
                <a:off x="1980" y="102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7" name="Google Shape;1857;p25"/>
              <p:cNvSpPr/>
              <p:nvPr/>
            </p:nvSpPr>
            <p:spPr>
              <a:xfrm>
                <a:off x="1305" y="40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8" name="Google Shape;1858;p25"/>
              <p:cNvSpPr/>
              <p:nvPr/>
            </p:nvSpPr>
            <p:spPr>
              <a:xfrm>
                <a:off x="1339" y="43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9" name="Google Shape;1859;p25"/>
              <p:cNvSpPr/>
              <p:nvPr/>
            </p:nvSpPr>
            <p:spPr>
              <a:xfrm>
                <a:off x="1373" y="47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0" name="Google Shape;1860;p25"/>
              <p:cNvSpPr/>
              <p:nvPr/>
            </p:nvSpPr>
            <p:spPr>
              <a:xfrm>
                <a:off x="1407" y="50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1" name="Google Shape;1861;p25"/>
              <p:cNvSpPr/>
              <p:nvPr/>
            </p:nvSpPr>
            <p:spPr>
              <a:xfrm>
                <a:off x="1441" y="54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2" name="Google Shape;1862;p25"/>
              <p:cNvSpPr/>
              <p:nvPr/>
            </p:nvSpPr>
            <p:spPr>
              <a:xfrm>
                <a:off x="1475" y="57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3" name="Google Shape;1863;p25"/>
              <p:cNvSpPr/>
              <p:nvPr/>
            </p:nvSpPr>
            <p:spPr>
              <a:xfrm>
                <a:off x="1509" y="60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4" name="Google Shape;1864;p25"/>
              <p:cNvSpPr/>
              <p:nvPr/>
            </p:nvSpPr>
            <p:spPr>
              <a:xfrm>
                <a:off x="1543" y="64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5" name="Google Shape;1865;p25"/>
              <p:cNvSpPr/>
              <p:nvPr/>
            </p:nvSpPr>
            <p:spPr>
              <a:xfrm>
                <a:off x="1577" y="67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6" name="Google Shape;1866;p25"/>
              <p:cNvSpPr/>
              <p:nvPr/>
            </p:nvSpPr>
            <p:spPr>
              <a:xfrm>
                <a:off x="1611" y="71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7" name="Google Shape;1867;p25"/>
              <p:cNvSpPr/>
              <p:nvPr/>
            </p:nvSpPr>
            <p:spPr>
              <a:xfrm>
                <a:off x="1646" y="745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8" name="Google Shape;1868;p25"/>
              <p:cNvSpPr/>
              <p:nvPr/>
            </p:nvSpPr>
            <p:spPr>
              <a:xfrm>
                <a:off x="1680" y="77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9" name="Google Shape;1869;p25"/>
              <p:cNvSpPr/>
              <p:nvPr/>
            </p:nvSpPr>
            <p:spPr>
              <a:xfrm>
                <a:off x="1715" y="81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0" name="Google Shape;1870;p25"/>
              <p:cNvSpPr/>
              <p:nvPr/>
            </p:nvSpPr>
            <p:spPr>
              <a:xfrm>
                <a:off x="1749" y="84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1" name="Google Shape;1871;p25"/>
              <p:cNvSpPr/>
              <p:nvPr/>
            </p:nvSpPr>
            <p:spPr>
              <a:xfrm>
                <a:off x="1782" y="882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2" name="Google Shape;1872;p25"/>
              <p:cNvSpPr/>
              <p:nvPr/>
            </p:nvSpPr>
            <p:spPr>
              <a:xfrm>
                <a:off x="1816" y="91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3" name="Google Shape;1873;p25"/>
              <p:cNvSpPr/>
              <p:nvPr/>
            </p:nvSpPr>
            <p:spPr>
              <a:xfrm>
                <a:off x="1850" y="95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4" name="Google Shape;1874;p25"/>
              <p:cNvSpPr/>
              <p:nvPr/>
            </p:nvSpPr>
            <p:spPr>
              <a:xfrm>
                <a:off x="1884" y="98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5" name="Google Shape;1875;p25"/>
              <p:cNvSpPr/>
              <p:nvPr/>
            </p:nvSpPr>
            <p:spPr>
              <a:xfrm>
                <a:off x="1918" y="101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6" name="Google Shape;1876;p25"/>
              <p:cNvSpPr/>
              <p:nvPr/>
            </p:nvSpPr>
            <p:spPr>
              <a:xfrm>
                <a:off x="1952" y="105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7" name="Google Shape;1877;p25"/>
              <p:cNvSpPr/>
              <p:nvPr/>
            </p:nvSpPr>
            <p:spPr>
              <a:xfrm>
                <a:off x="1277" y="43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8" name="Google Shape;1878;p25"/>
              <p:cNvSpPr/>
              <p:nvPr/>
            </p:nvSpPr>
            <p:spPr>
              <a:xfrm>
                <a:off x="1311" y="46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9" name="Google Shape;1879;p25"/>
              <p:cNvSpPr/>
              <p:nvPr/>
            </p:nvSpPr>
            <p:spPr>
              <a:xfrm>
                <a:off x="1345" y="50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0" name="Google Shape;1880;p25"/>
              <p:cNvSpPr/>
              <p:nvPr/>
            </p:nvSpPr>
            <p:spPr>
              <a:xfrm>
                <a:off x="1380" y="53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1" name="Google Shape;1881;p25"/>
              <p:cNvSpPr/>
              <p:nvPr/>
            </p:nvSpPr>
            <p:spPr>
              <a:xfrm>
                <a:off x="1415" y="570"/>
                <a:ext cx="20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2" name="Google Shape;1882;p25"/>
              <p:cNvSpPr/>
              <p:nvPr/>
            </p:nvSpPr>
            <p:spPr>
              <a:xfrm>
                <a:off x="1448" y="60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3" name="Google Shape;1883;p25"/>
              <p:cNvSpPr/>
              <p:nvPr/>
            </p:nvSpPr>
            <p:spPr>
              <a:xfrm>
                <a:off x="1482" y="63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4" name="Google Shape;1884;p25"/>
              <p:cNvSpPr/>
              <p:nvPr/>
            </p:nvSpPr>
            <p:spPr>
              <a:xfrm>
                <a:off x="1517" y="672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5" name="Google Shape;1885;p25"/>
              <p:cNvSpPr/>
              <p:nvPr/>
            </p:nvSpPr>
            <p:spPr>
              <a:xfrm>
                <a:off x="1551" y="70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6" name="Google Shape;1886;p25"/>
              <p:cNvSpPr/>
              <p:nvPr/>
            </p:nvSpPr>
            <p:spPr>
              <a:xfrm>
                <a:off x="1584" y="73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7" name="Google Shape;1887;p25"/>
              <p:cNvSpPr/>
              <p:nvPr/>
            </p:nvSpPr>
            <p:spPr>
              <a:xfrm>
                <a:off x="1618" y="77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8" name="Google Shape;1888;p25"/>
              <p:cNvSpPr/>
              <p:nvPr/>
            </p:nvSpPr>
            <p:spPr>
              <a:xfrm>
                <a:off x="1653" y="80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9" name="Google Shape;1889;p25"/>
              <p:cNvSpPr/>
              <p:nvPr/>
            </p:nvSpPr>
            <p:spPr>
              <a:xfrm>
                <a:off x="1687" y="842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0" name="Google Shape;1890;p25"/>
              <p:cNvSpPr/>
              <p:nvPr/>
            </p:nvSpPr>
            <p:spPr>
              <a:xfrm>
                <a:off x="1720" y="87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1" name="Google Shape;1891;p25"/>
              <p:cNvSpPr/>
              <p:nvPr/>
            </p:nvSpPr>
            <p:spPr>
              <a:xfrm>
                <a:off x="1754" y="90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2" name="Google Shape;1892;p25"/>
              <p:cNvSpPr/>
              <p:nvPr/>
            </p:nvSpPr>
            <p:spPr>
              <a:xfrm>
                <a:off x="1789" y="94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3" name="Google Shape;1893;p25"/>
              <p:cNvSpPr/>
              <p:nvPr/>
            </p:nvSpPr>
            <p:spPr>
              <a:xfrm>
                <a:off x="1823" y="97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4" name="Google Shape;1894;p25"/>
              <p:cNvSpPr/>
              <p:nvPr/>
            </p:nvSpPr>
            <p:spPr>
              <a:xfrm>
                <a:off x="1856" y="101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5" name="Google Shape;1895;p25"/>
              <p:cNvSpPr/>
              <p:nvPr/>
            </p:nvSpPr>
            <p:spPr>
              <a:xfrm>
                <a:off x="1890" y="104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6" name="Google Shape;1896;p25"/>
              <p:cNvSpPr/>
              <p:nvPr/>
            </p:nvSpPr>
            <p:spPr>
              <a:xfrm>
                <a:off x="1924" y="1080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7" name="Google Shape;1897;p25"/>
              <p:cNvSpPr/>
              <p:nvPr/>
            </p:nvSpPr>
            <p:spPr>
              <a:xfrm>
                <a:off x="1250" y="46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8" name="Google Shape;1898;p25"/>
              <p:cNvSpPr/>
              <p:nvPr/>
            </p:nvSpPr>
            <p:spPr>
              <a:xfrm>
                <a:off x="1284" y="49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9" name="Google Shape;1899;p25"/>
              <p:cNvSpPr/>
              <p:nvPr/>
            </p:nvSpPr>
            <p:spPr>
              <a:xfrm>
                <a:off x="1318" y="529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0" name="Google Shape;1900;p25"/>
              <p:cNvSpPr/>
              <p:nvPr/>
            </p:nvSpPr>
            <p:spPr>
              <a:xfrm>
                <a:off x="1352" y="56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1" name="Google Shape;1901;p25"/>
              <p:cNvSpPr/>
              <p:nvPr/>
            </p:nvSpPr>
            <p:spPr>
              <a:xfrm>
                <a:off x="1386" y="59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2" name="Google Shape;1902;p25"/>
              <p:cNvSpPr/>
              <p:nvPr/>
            </p:nvSpPr>
            <p:spPr>
              <a:xfrm>
                <a:off x="1420" y="63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3" name="Google Shape;1903;p25"/>
              <p:cNvSpPr/>
              <p:nvPr/>
            </p:nvSpPr>
            <p:spPr>
              <a:xfrm>
                <a:off x="1454" y="66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4" name="Google Shape;1904;p25"/>
              <p:cNvSpPr/>
              <p:nvPr/>
            </p:nvSpPr>
            <p:spPr>
              <a:xfrm>
                <a:off x="1489" y="700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5" name="Google Shape;1905;p25"/>
              <p:cNvSpPr/>
              <p:nvPr/>
            </p:nvSpPr>
            <p:spPr>
              <a:xfrm>
                <a:off x="1523" y="73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6" name="Google Shape;1906;p25"/>
              <p:cNvSpPr/>
              <p:nvPr/>
            </p:nvSpPr>
            <p:spPr>
              <a:xfrm>
                <a:off x="1556" y="76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7" name="Google Shape;1907;p25"/>
              <p:cNvSpPr/>
              <p:nvPr/>
            </p:nvSpPr>
            <p:spPr>
              <a:xfrm>
                <a:off x="1590" y="80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8" name="Google Shape;1908;p25"/>
              <p:cNvSpPr/>
              <p:nvPr/>
            </p:nvSpPr>
            <p:spPr>
              <a:xfrm>
                <a:off x="1625" y="83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9" name="Google Shape;1909;p25"/>
              <p:cNvSpPr/>
              <p:nvPr/>
            </p:nvSpPr>
            <p:spPr>
              <a:xfrm>
                <a:off x="1659" y="870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0" name="Google Shape;1910;p25"/>
              <p:cNvSpPr/>
              <p:nvPr/>
            </p:nvSpPr>
            <p:spPr>
              <a:xfrm>
                <a:off x="1692" y="90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1" name="Google Shape;1911;p25"/>
              <p:cNvSpPr/>
              <p:nvPr/>
            </p:nvSpPr>
            <p:spPr>
              <a:xfrm>
                <a:off x="1726" y="93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2" name="Google Shape;1912;p25"/>
              <p:cNvSpPr/>
              <p:nvPr/>
            </p:nvSpPr>
            <p:spPr>
              <a:xfrm>
                <a:off x="1761" y="972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3" name="Google Shape;1913;p25"/>
              <p:cNvSpPr/>
              <p:nvPr/>
            </p:nvSpPr>
            <p:spPr>
              <a:xfrm>
                <a:off x="1795" y="100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4" name="Google Shape;1914;p25"/>
              <p:cNvSpPr/>
              <p:nvPr/>
            </p:nvSpPr>
            <p:spPr>
              <a:xfrm>
                <a:off x="1828" y="103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5" name="Google Shape;1915;p25"/>
              <p:cNvSpPr/>
              <p:nvPr/>
            </p:nvSpPr>
            <p:spPr>
              <a:xfrm>
                <a:off x="1862" y="107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6" name="Google Shape;1916;p25"/>
              <p:cNvSpPr/>
              <p:nvPr/>
            </p:nvSpPr>
            <p:spPr>
              <a:xfrm>
                <a:off x="1897" y="110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7" name="Google Shape;1917;p25"/>
              <p:cNvSpPr/>
              <p:nvPr/>
            </p:nvSpPr>
            <p:spPr>
              <a:xfrm>
                <a:off x="1222" y="48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8" name="Google Shape;1918;p25"/>
              <p:cNvSpPr/>
              <p:nvPr/>
            </p:nvSpPr>
            <p:spPr>
              <a:xfrm>
                <a:off x="1256" y="5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9" name="Google Shape;1919;p25"/>
              <p:cNvSpPr/>
              <p:nvPr/>
            </p:nvSpPr>
            <p:spPr>
              <a:xfrm>
                <a:off x="1290" y="5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0" name="Google Shape;1920;p25"/>
              <p:cNvSpPr/>
              <p:nvPr/>
            </p:nvSpPr>
            <p:spPr>
              <a:xfrm>
                <a:off x="1324" y="59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1" name="Google Shape;1921;p25"/>
              <p:cNvSpPr/>
              <p:nvPr/>
            </p:nvSpPr>
            <p:spPr>
              <a:xfrm>
                <a:off x="1358" y="62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2" name="Google Shape;1922;p25"/>
              <p:cNvSpPr/>
              <p:nvPr/>
            </p:nvSpPr>
            <p:spPr>
              <a:xfrm>
                <a:off x="1392" y="65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3" name="Google Shape;1923;p25"/>
              <p:cNvSpPr/>
              <p:nvPr/>
            </p:nvSpPr>
            <p:spPr>
              <a:xfrm>
                <a:off x="1426" y="69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4" name="Google Shape;1924;p25"/>
              <p:cNvSpPr/>
              <p:nvPr/>
            </p:nvSpPr>
            <p:spPr>
              <a:xfrm>
                <a:off x="1460" y="727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5" name="Google Shape;1925;p25"/>
              <p:cNvSpPr/>
              <p:nvPr/>
            </p:nvSpPr>
            <p:spPr>
              <a:xfrm>
                <a:off x="1494" y="76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6" name="Google Shape;1926;p25"/>
              <p:cNvSpPr/>
              <p:nvPr/>
            </p:nvSpPr>
            <p:spPr>
              <a:xfrm>
                <a:off x="1528" y="79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7" name="Google Shape;1927;p25"/>
              <p:cNvSpPr/>
              <p:nvPr/>
            </p:nvSpPr>
            <p:spPr>
              <a:xfrm>
                <a:off x="1562" y="82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8" name="Google Shape;1928;p25"/>
              <p:cNvSpPr/>
              <p:nvPr/>
            </p:nvSpPr>
            <p:spPr>
              <a:xfrm>
                <a:off x="1597" y="86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9" name="Google Shape;1929;p25"/>
              <p:cNvSpPr/>
              <p:nvPr/>
            </p:nvSpPr>
            <p:spPr>
              <a:xfrm>
                <a:off x="1630" y="89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0" name="Google Shape;1930;p25"/>
              <p:cNvSpPr/>
              <p:nvPr/>
            </p:nvSpPr>
            <p:spPr>
              <a:xfrm>
                <a:off x="1664" y="93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1" name="Google Shape;1931;p25"/>
              <p:cNvSpPr/>
              <p:nvPr/>
            </p:nvSpPr>
            <p:spPr>
              <a:xfrm>
                <a:off x="1698" y="96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2" name="Google Shape;1932;p25"/>
              <p:cNvSpPr/>
              <p:nvPr/>
            </p:nvSpPr>
            <p:spPr>
              <a:xfrm>
                <a:off x="1733" y="1000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3" name="Google Shape;1933;p25"/>
              <p:cNvSpPr/>
              <p:nvPr/>
            </p:nvSpPr>
            <p:spPr>
              <a:xfrm>
                <a:off x="1767" y="103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4" name="Google Shape;1934;p25"/>
              <p:cNvSpPr/>
              <p:nvPr/>
            </p:nvSpPr>
            <p:spPr>
              <a:xfrm>
                <a:off x="1801" y="1067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5" name="Google Shape;1935;p25"/>
              <p:cNvSpPr/>
              <p:nvPr/>
            </p:nvSpPr>
            <p:spPr>
              <a:xfrm>
                <a:off x="1835" y="110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6" name="Google Shape;1936;p25"/>
              <p:cNvSpPr/>
              <p:nvPr/>
            </p:nvSpPr>
            <p:spPr>
              <a:xfrm>
                <a:off x="1870" y="113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7" name="Google Shape;1937;p25"/>
              <p:cNvSpPr/>
              <p:nvPr/>
            </p:nvSpPr>
            <p:spPr>
              <a:xfrm>
                <a:off x="1194" y="51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8" name="Google Shape;1938;p25"/>
              <p:cNvSpPr/>
              <p:nvPr/>
            </p:nvSpPr>
            <p:spPr>
              <a:xfrm>
                <a:off x="1228" y="55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9" name="Google Shape;1939;p25"/>
              <p:cNvSpPr/>
              <p:nvPr/>
            </p:nvSpPr>
            <p:spPr>
              <a:xfrm>
                <a:off x="1262" y="58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0" name="Google Shape;1940;p25"/>
              <p:cNvSpPr/>
              <p:nvPr/>
            </p:nvSpPr>
            <p:spPr>
              <a:xfrm>
                <a:off x="1296" y="61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1" name="Google Shape;1941;p25"/>
              <p:cNvSpPr/>
              <p:nvPr/>
            </p:nvSpPr>
            <p:spPr>
              <a:xfrm>
                <a:off x="1330" y="65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2" name="Google Shape;1942;p25"/>
              <p:cNvSpPr/>
              <p:nvPr/>
            </p:nvSpPr>
            <p:spPr>
              <a:xfrm>
                <a:off x="1364" y="68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3" name="Google Shape;1943;p25"/>
              <p:cNvSpPr/>
              <p:nvPr/>
            </p:nvSpPr>
            <p:spPr>
              <a:xfrm>
                <a:off x="1398" y="72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4" name="Google Shape;1944;p25"/>
              <p:cNvSpPr/>
              <p:nvPr/>
            </p:nvSpPr>
            <p:spPr>
              <a:xfrm>
                <a:off x="1432" y="75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5" name="Google Shape;1945;p25"/>
              <p:cNvSpPr/>
              <p:nvPr/>
            </p:nvSpPr>
            <p:spPr>
              <a:xfrm>
                <a:off x="1466" y="78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6" name="Google Shape;1946;p25"/>
              <p:cNvSpPr/>
              <p:nvPr/>
            </p:nvSpPr>
            <p:spPr>
              <a:xfrm>
                <a:off x="1500" y="8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7" name="Google Shape;1947;p25"/>
              <p:cNvSpPr/>
              <p:nvPr/>
            </p:nvSpPr>
            <p:spPr>
              <a:xfrm>
                <a:off x="1534" y="8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8" name="Google Shape;1948;p25"/>
              <p:cNvSpPr/>
              <p:nvPr/>
            </p:nvSpPr>
            <p:spPr>
              <a:xfrm>
                <a:off x="1568" y="89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9" name="Google Shape;1949;p25"/>
              <p:cNvSpPr/>
              <p:nvPr/>
            </p:nvSpPr>
            <p:spPr>
              <a:xfrm>
                <a:off x="1603" y="925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0" name="Google Shape;1950;p25"/>
              <p:cNvSpPr/>
              <p:nvPr/>
            </p:nvSpPr>
            <p:spPr>
              <a:xfrm>
                <a:off x="1637" y="95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1" name="Google Shape;1951;p25"/>
              <p:cNvSpPr/>
              <p:nvPr/>
            </p:nvSpPr>
            <p:spPr>
              <a:xfrm>
                <a:off x="1671" y="99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2" name="Google Shape;1952;p25"/>
              <p:cNvSpPr/>
              <p:nvPr/>
            </p:nvSpPr>
            <p:spPr>
              <a:xfrm>
                <a:off x="1705" y="102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3" name="Google Shape;1953;p25"/>
              <p:cNvSpPr/>
              <p:nvPr/>
            </p:nvSpPr>
            <p:spPr>
              <a:xfrm>
                <a:off x="1739" y="106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4" name="Google Shape;1954;p25"/>
              <p:cNvSpPr/>
              <p:nvPr/>
            </p:nvSpPr>
            <p:spPr>
              <a:xfrm>
                <a:off x="1773" y="109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5" name="Google Shape;1955;p25"/>
              <p:cNvSpPr/>
              <p:nvPr/>
            </p:nvSpPr>
            <p:spPr>
              <a:xfrm>
                <a:off x="1807" y="112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6" name="Google Shape;1956;p25"/>
              <p:cNvSpPr/>
              <p:nvPr/>
            </p:nvSpPr>
            <p:spPr>
              <a:xfrm>
                <a:off x="1841" y="116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7" name="Google Shape;1957;p25"/>
              <p:cNvSpPr/>
              <p:nvPr/>
            </p:nvSpPr>
            <p:spPr>
              <a:xfrm>
                <a:off x="1166" y="54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8" name="Google Shape;1958;p25"/>
              <p:cNvSpPr/>
              <p:nvPr/>
            </p:nvSpPr>
            <p:spPr>
              <a:xfrm>
                <a:off x="1200" y="57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9" name="Google Shape;1959;p25"/>
              <p:cNvSpPr/>
              <p:nvPr/>
            </p:nvSpPr>
            <p:spPr>
              <a:xfrm>
                <a:off x="1234" y="61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0" name="Google Shape;1960;p25"/>
              <p:cNvSpPr/>
              <p:nvPr/>
            </p:nvSpPr>
            <p:spPr>
              <a:xfrm>
                <a:off x="1268" y="64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1" name="Google Shape;1961;p25"/>
              <p:cNvSpPr/>
              <p:nvPr/>
            </p:nvSpPr>
            <p:spPr>
              <a:xfrm>
                <a:off x="1302" y="68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2" name="Google Shape;1962;p25"/>
              <p:cNvSpPr/>
              <p:nvPr/>
            </p:nvSpPr>
            <p:spPr>
              <a:xfrm>
                <a:off x="1336" y="71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3" name="Google Shape;1963;p25"/>
              <p:cNvSpPr/>
              <p:nvPr/>
            </p:nvSpPr>
            <p:spPr>
              <a:xfrm>
                <a:off x="1371" y="748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4" name="Google Shape;1964;p25"/>
              <p:cNvSpPr/>
              <p:nvPr/>
            </p:nvSpPr>
            <p:spPr>
              <a:xfrm>
                <a:off x="1405" y="782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5" name="Google Shape;1965;p25"/>
              <p:cNvSpPr/>
              <p:nvPr/>
            </p:nvSpPr>
            <p:spPr>
              <a:xfrm>
                <a:off x="1439" y="81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6" name="Google Shape;1966;p25"/>
              <p:cNvSpPr/>
              <p:nvPr/>
            </p:nvSpPr>
            <p:spPr>
              <a:xfrm>
                <a:off x="1473" y="85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7" name="Google Shape;1967;p25"/>
              <p:cNvSpPr/>
              <p:nvPr/>
            </p:nvSpPr>
            <p:spPr>
              <a:xfrm>
                <a:off x="1507" y="88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8" name="Google Shape;1968;p25"/>
              <p:cNvSpPr/>
              <p:nvPr/>
            </p:nvSpPr>
            <p:spPr>
              <a:xfrm>
                <a:off x="1541" y="91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9" name="Google Shape;1969;p25"/>
              <p:cNvSpPr/>
              <p:nvPr/>
            </p:nvSpPr>
            <p:spPr>
              <a:xfrm>
                <a:off x="1575" y="95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0" name="Google Shape;1970;p25"/>
              <p:cNvSpPr/>
              <p:nvPr/>
            </p:nvSpPr>
            <p:spPr>
              <a:xfrm>
                <a:off x="1609" y="98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1" name="Google Shape;1971;p25"/>
              <p:cNvSpPr/>
              <p:nvPr/>
            </p:nvSpPr>
            <p:spPr>
              <a:xfrm>
                <a:off x="1643" y="102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2" name="Google Shape;1972;p25"/>
              <p:cNvSpPr/>
              <p:nvPr/>
            </p:nvSpPr>
            <p:spPr>
              <a:xfrm>
                <a:off x="1677" y="105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3" name="Google Shape;1973;p25"/>
              <p:cNvSpPr/>
              <p:nvPr/>
            </p:nvSpPr>
            <p:spPr>
              <a:xfrm>
                <a:off x="1711" y="108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4" name="Google Shape;1974;p25"/>
              <p:cNvSpPr/>
              <p:nvPr/>
            </p:nvSpPr>
            <p:spPr>
              <a:xfrm>
                <a:off x="1745" y="1123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5" name="Google Shape;1975;p25"/>
              <p:cNvSpPr/>
              <p:nvPr/>
            </p:nvSpPr>
            <p:spPr>
              <a:xfrm>
                <a:off x="1779" y="115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6" name="Google Shape;1976;p25"/>
              <p:cNvSpPr/>
              <p:nvPr/>
            </p:nvSpPr>
            <p:spPr>
              <a:xfrm>
                <a:off x="1813" y="119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77" name="Google Shape;1977;p25"/>
            <p:cNvSpPr/>
            <p:nvPr/>
          </p:nvSpPr>
          <p:spPr>
            <a:xfrm>
              <a:off x="565757" y="9080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p25"/>
            <p:cNvSpPr/>
            <p:nvPr/>
          </p:nvSpPr>
          <p:spPr>
            <a:xfrm>
              <a:off x="621319" y="962025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25"/>
            <p:cNvSpPr/>
            <p:nvPr/>
          </p:nvSpPr>
          <p:spPr>
            <a:xfrm>
              <a:off x="675294" y="10160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25"/>
            <p:cNvSpPr/>
            <p:nvPr/>
          </p:nvSpPr>
          <p:spPr>
            <a:xfrm>
              <a:off x="729269" y="10699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p25"/>
            <p:cNvSpPr/>
            <p:nvPr/>
          </p:nvSpPr>
          <p:spPr>
            <a:xfrm>
              <a:off x="783244" y="11239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p25"/>
            <p:cNvSpPr/>
            <p:nvPr/>
          </p:nvSpPr>
          <p:spPr>
            <a:xfrm>
              <a:off x="837219" y="11779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25"/>
            <p:cNvSpPr/>
            <p:nvPr/>
          </p:nvSpPr>
          <p:spPr>
            <a:xfrm>
              <a:off x="891194" y="12319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25"/>
            <p:cNvSpPr/>
            <p:nvPr/>
          </p:nvSpPr>
          <p:spPr>
            <a:xfrm>
              <a:off x="945169" y="12858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5" name="Google Shape;1985;p25"/>
            <p:cNvSpPr/>
            <p:nvPr/>
          </p:nvSpPr>
          <p:spPr>
            <a:xfrm>
              <a:off x="999144" y="13398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25"/>
            <p:cNvSpPr/>
            <p:nvPr/>
          </p:nvSpPr>
          <p:spPr>
            <a:xfrm>
              <a:off x="1053119" y="13938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25"/>
            <p:cNvSpPr/>
            <p:nvPr/>
          </p:nvSpPr>
          <p:spPr>
            <a:xfrm>
              <a:off x="1107094" y="14478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25"/>
            <p:cNvSpPr/>
            <p:nvPr/>
          </p:nvSpPr>
          <p:spPr>
            <a:xfrm>
              <a:off x="1161069" y="15017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p25"/>
            <p:cNvSpPr/>
            <p:nvPr/>
          </p:nvSpPr>
          <p:spPr>
            <a:xfrm>
              <a:off x="1215044" y="15557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25"/>
            <p:cNvSpPr/>
            <p:nvPr/>
          </p:nvSpPr>
          <p:spPr>
            <a:xfrm>
              <a:off x="1269019" y="16097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25"/>
            <p:cNvSpPr/>
            <p:nvPr/>
          </p:nvSpPr>
          <p:spPr>
            <a:xfrm>
              <a:off x="1322994" y="16637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25"/>
            <p:cNvSpPr/>
            <p:nvPr/>
          </p:nvSpPr>
          <p:spPr>
            <a:xfrm>
              <a:off x="1376969" y="17176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25"/>
            <p:cNvSpPr/>
            <p:nvPr/>
          </p:nvSpPr>
          <p:spPr>
            <a:xfrm>
              <a:off x="1430944" y="17716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4" name="Google Shape;1994;p25"/>
            <p:cNvSpPr/>
            <p:nvPr/>
          </p:nvSpPr>
          <p:spPr>
            <a:xfrm>
              <a:off x="1484919" y="18256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25"/>
            <p:cNvSpPr/>
            <p:nvPr/>
          </p:nvSpPr>
          <p:spPr>
            <a:xfrm>
              <a:off x="1538894" y="18796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25"/>
            <p:cNvSpPr/>
            <p:nvPr/>
          </p:nvSpPr>
          <p:spPr>
            <a:xfrm>
              <a:off x="1592869" y="19335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25"/>
            <p:cNvSpPr/>
            <p:nvPr/>
          </p:nvSpPr>
          <p:spPr>
            <a:xfrm>
              <a:off x="522894" y="95091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25"/>
            <p:cNvSpPr/>
            <p:nvPr/>
          </p:nvSpPr>
          <p:spPr>
            <a:xfrm>
              <a:off x="576869" y="10048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25"/>
            <p:cNvSpPr/>
            <p:nvPr/>
          </p:nvSpPr>
          <p:spPr>
            <a:xfrm>
              <a:off x="630844" y="10588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25"/>
            <p:cNvSpPr/>
            <p:nvPr/>
          </p:nvSpPr>
          <p:spPr>
            <a:xfrm>
              <a:off x="684819" y="11128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25"/>
            <p:cNvSpPr/>
            <p:nvPr/>
          </p:nvSpPr>
          <p:spPr>
            <a:xfrm>
              <a:off x="738794" y="116681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25"/>
            <p:cNvSpPr/>
            <p:nvPr/>
          </p:nvSpPr>
          <p:spPr>
            <a:xfrm>
              <a:off x="792769" y="1222375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25"/>
            <p:cNvSpPr/>
            <p:nvPr/>
          </p:nvSpPr>
          <p:spPr>
            <a:xfrm>
              <a:off x="846744" y="12763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25"/>
            <p:cNvSpPr/>
            <p:nvPr/>
          </p:nvSpPr>
          <p:spPr>
            <a:xfrm>
              <a:off x="900719" y="13303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25"/>
            <p:cNvSpPr/>
            <p:nvPr/>
          </p:nvSpPr>
          <p:spPr>
            <a:xfrm>
              <a:off x="954694" y="13843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25"/>
            <p:cNvSpPr/>
            <p:nvPr/>
          </p:nvSpPr>
          <p:spPr>
            <a:xfrm>
              <a:off x="1008669" y="14382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25"/>
            <p:cNvSpPr/>
            <p:nvPr/>
          </p:nvSpPr>
          <p:spPr>
            <a:xfrm>
              <a:off x="1062644" y="14922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25"/>
            <p:cNvSpPr/>
            <p:nvPr/>
          </p:nvSpPr>
          <p:spPr>
            <a:xfrm>
              <a:off x="1116619" y="15462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25"/>
            <p:cNvSpPr/>
            <p:nvPr/>
          </p:nvSpPr>
          <p:spPr>
            <a:xfrm>
              <a:off x="1170594" y="16002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25"/>
            <p:cNvSpPr/>
            <p:nvPr/>
          </p:nvSpPr>
          <p:spPr>
            <a:xfrm>
              <a:off x="1224569" y="16541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25"/>
            <p:cNvSpPr/>
            <p:nvPr/>
          </p:nvSpPr>
          <p:spPr>
            <a:xfrm>
              <a:off x="1278544" y="17081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25"/>
            <p:cNvSpPr/>
            <p:nvPr/>
          </p:nvSpPr>
          <p:spPr>
            <a:xfrm>
              <a:off x="1332519" y="17621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25"/>
            <p:cNvSpPr/>
            <p:nvPr/>
          </p:nvSpPr>
          <p:spPr>
            <a:xfrm>
              <a:off x="1386494" y="18161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25"/>
            <p:cNvSpPr/>
            <p:nvPr/>
          </p:nvSpPr>
          <p:spPr>
            <a:xfrm>
              <a:off x="1440469" y="18700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25"/>
            <p:cNvSpPr/>
            <p:nvPr/>
          </p:nvSpPr>
          <p:spPr>
            <a:xfrm>
              <a:off x="1494444" y="19240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25"/>
            <p:cNvSpPr/>
            <p:nvPr/>
          </p:nvSpPr>
          <p:spPr>
            <a:xfrm>
              <a:off x="1550007" y="1978025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25"/>
            <p:cNvSpPr/>
            <p:nvPr/>
          </p:nvSpPr>
          <p:spPr>
            <a:xfrm>
              <a:off x="478444" y="9953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25"/>
            <p:cNvSpPr/>
            <p:nvPr/>
          </p:nvSpPr>
          <p:spPr>
            <a:xfrm>
              <a:off x="532419" y="10493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25"/>
            <p:cNvSpPr/>
            <p:nvPr/>
          </p:nvSpPr>
          <p:spPr>
            <a:xfrm>
              <a:off x="587982" y="1104900"/>
              <a:ext cx="33338" cy="3333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25"/>
            <p:cNvSpPr/>
            <p:nvPr/>
          </p:nvSpPr>
          <p:spPr>
            <a:xfrm>
              <a:off x="640369" y="11572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25"/>
            <p:cNvSpPr/>
            <p:nvPr/>
          </p:nvSpPr>
          <p:spPr>
            <a:xfrm>
              <a:off x="694344" y="12112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25"/>
            <p:cNvSpPr/>
            <p:nvPr/>
          </p:nvSpPr>
          <p:spPr>
            <a:xfrm>
              <a:off x="748319" y="12652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2" extrusionOk="0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25"/>
            <p:cNvSpPr/>
            <p:nvPr/>
          </p:nvSpPr>
          <p:spPr>
            <a:xfrm>
              <a:off x="802294" y="131921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25"/>
            <p:cNvSpPr/>
            <p:nvPr/>
          </p:nvSpPr>
          <p:spPr>
            <a:xfrm>
              <a:off x="856269" y="13731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25"/>
            <p:cNvSpPr/>
            <p:nvPr/>
          </p:nvSpPr>
          <p:spPr>
            <a:xfrm>
              <a:off x="910244" y="14271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2" extrusionOk="0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25"/>
            <p:cNvSpPr/>
            <p:nvPr/>
          </p:nvSpPr>
          <p:spPr>
            <a:xfrm>
              <a:off x="964219" y="14811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25"/>
            <p:cNvSpPr/>
            <p:nvPr/>
          </p:nvSpPr>
          <p:spPr>
            <a:xfrm>
              <a:off x="1018194" y="1536700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25"/>
            <p:cNvSpPr/>
            <p:nvPr/>
          </p:nvSpPr>
          <p:spPr>
            <a:xfrm>
              <a:off x="1072169" y="15906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2" extrusionOk="0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25"/>
            <p:cNvSpPr/>
            <p:nvPr/>
          </p:nvSpPr>
          <p:spPr>
            <a:xfrm>
              <a:off x="1126144" y="16446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25"/>
            <p:cNvSpPr/>
            <p:nvPr/>
          </p:nvSpPr>
          <p:spPr>
            <a:xfrm>
              <a:off x="1180119" y="16986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25"/>
            <p:cNvSpPr/>
            <p:nvPr/>
          </p:nvSpPr>
          <p:spPr>
            <a:xfrm>
              <a:off x="1235682" y="1752600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101" h="1102" extrusionOk="0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25"/>
            <p:cNvSpPr/>
            <p:nvPr/>
          </p:nvSpPr>
          <p:spPr>
            <a:xfrm>
              <a:off x="1289657" y="18065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25"/>
            <p:cNvSpPr/>
            <p:nvPr/>
          </p:nvSpPr>
          <p:spPr>
            <a:xfrm>
              <a:off x="1343632" y="18605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25"/>
            <p:cNvSpPr/>
            <p:nvPr/>
          </p:nvSpPr>
          <p:spPr>
            <a:xfrm>
              <a:off x="1397607" y="19145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2" extrusionOk="0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25"/>
            <p:cNvSpPr/>
            <p:nvPr/>
          </p:nvSpPr>
          <p:spPr>
            <a:xfrm>
              <a:off x="1451582" y="19685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25"/>
            <p:cNvSpPr/>
            <p:nvPr/>
          </p:nvSpPr>
          <p:spPr>
            <a:xfrm>
              <a:off x="1505557" y="20224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7" name="Google Shape;2037;p25"/>
          <p:cNvGrpSpPr/>
          <p:nvPr/>
        </p:nvGrpSpPr>
        <p:grpSpPr>
          <a:xfrm>
            <a:off x="-390479" y="-357338"/>
            <a:ext cx="2090651" cy="2092749"/>
            <a:chOff x="5213090" y="468313"/>
            <a:chExt cx="1581151" cy="1582738"/>
          </a:xfrm>
        </p:grpSpPr>
        <p:sp>
          <p:nvSpPr>
            <p:cNvPr id="2038" name="Google Shape;2038;p25"/>
            <p:cNvSpPr/>
            <p:nvPr/>
          </p:nvSpPr>
          <p:spPr>
            <a:xfrm>
              <a:off x="6760903" y="995363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p25"/>
            <p:cNvSpPr/>
            <p:nvPr/>
          </p:nvSpPr>
          <p:spPr>
            <a:xfrm>
              <a:off x="6705340" y="10477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p25"/>
            <p:cNvSpPr/>
            <p:nvPr/>
          </p:nvSpPr>
          <p:spPr>
            <a:xfrm>
              <a:off x="6651365" y="11017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25"/>
            <p:cNvSpPr/>
            <p:nvPr/>
          </p:nvSpPr>
          <p:spPr>
            <a:xfrm>
              <a:off x="6597390" y="11557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25"/>
            <p:cNvSpPr/>
            <p:nvPr/>
          </p:nvSpPr>
          <p:spPr>
            <a:xfrm>
              <a:off x="6545003" y="1209675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25"/>
            <p:cNvSpPr/>
            <p:nvPr/>
          </p:nvSpPr>
          <p:spPr>
            <a:xfrm>
              <a:off x="6491028" y="1263650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25"/>
            <p:cNvSpPr/>
            <p:nvPr/>
          </p:nvSpPr>
          <p:spPr>
            <a:xfrm>
              <a:off x="6437053" y="13160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p25"/>
            <p:cNvSpPr/>
            <p:nvPr/>
          </p:nvSpPr>
          <p:spPr>
            <a:xfrm>
              <a:off x="6383078" y="137001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p25"/>
            <p:cNvSpPr/>
            <p:nvPr/>
          </p:nvSpPr>
          <p:spPr>
            <a:xfrm>
              <a:off x="6329103" y="14239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25"/>
            <p:cNvSpPr/>
            <p:nvPr/>
          </p:nvSpPr>
          <p:spPr>
            <a:xfrm>
              <a:off x="6275128" y="14779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p25"/>
            <p:cNvSpPr/>
            <p:nvPr/>
          </p:nvSpPr>
          <p:spPr>
            <a:xfrm>
              <a:off x="6222740" y="1531938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25"/>
            <p:cNvSpPr/>
            <p:nvPr/>
          </p:nvSpPr>
          <p:spPr>
            <a:xfrm>
              <a:off x="6168765" y="1585913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25"/>
            <p:cNvSpPr/>
            <p:nvPr/>
          </p:nvSpPr>
          <p:spPr>
            <a:xfrm>
              <a:off x="6114790" y="16383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p25"/>
            <p:cNvSpPr/>
            <p:nvPr/>
          </p:nvSpPr>
          <p:spPr>
            <a:xfrm>
              <a:off x="6060815" y="16922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p25"/>
            <p:cNvSpPr/>
            <p:nvPr/>
          </p:nvSpPr>
          <p:spPr>
            <a:xfrm>
              <a:off x="6006840" y="17462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p25"/>
            <p:cNvSpPr/>
            <p:nvPr/>
          </p:nvSpPr>
          <p:spPr>
            <a:xfrm>
              <a:off x="5952865" y="18002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p25"/>
            <p:cNvSpPr/>
            <p:nvPr/>
          </p:nvSpPr>
          <p:spPr>
            <a:xfrm>
              <a:off x="5902065" y="1855788"/>
              <a:ext cx="31750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p25"/>
            <p:cNvSpPr/>
            <p:nvPr/>
          </p:nvSpPr>
          <p:spPr>
            <a:xfrm>
              <a:off x="5848090" y="1909763"/>
              <a:ext cx="33338" cy="317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p25"/>
            <p:cNvSpPr/>
            <p:nvPr/>
          </p:nvSpPr>
          <p:spPr>
            <a:xfrm>
              <a:off x="5792528" y="19605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p25"/>
            <p:cNvSpPr/>
            <p:nvPr/>
          </p:nvSpPr>
          <p:spPr>
            <a:xfrm>
              <a:off x="5738553" y="20145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p25"/>
            <p:cNvSpPr/>
            <p:nvPr/>
          </p:nvSpPr>
          <p:spPr>
            <a:xfrm>
              <a:off x="6714865" y="95091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p25"/>
            <p:cNvSpPr/>
            <p:nvPr/>
          </p:nvSpPr>
          <p:spPr>
            <a:xfrm>
              <a:off x="6662478" y="1004888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p25"/>
            <p:cNvSpPr/>
            <p:nvPr/>
          </p:nvSpPr>
          <p:spPr>
            <a:xfrm>
              <a:off x="6610090" y="1058863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25"/>
            <p:cNvSpPr/>
            <p:nvPr/>
          </p:nvSpPr>
          <p:spPr>
            <a:xfrm>
              <a:off x="6556115" y="1112838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25"/>
            <p:cNvSpPr/>
            <p:nvPr/>
          </p:nvSpPr>
          <p:spPr>
            <a:xfrm>
              <a:off x="6500553" y="11652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p25"/>
            <p:cNvSpPr/>
            <p:nvPr/>
          </p:nvSpPr>
          <p:spPr>
            <a:xfrm>
              <a:off x="6446578" y="12192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4" name="Google Shape;2064;p25"/>
            <p:cNvSpPr/>
            <p:nvPr/>
          </p:nvSpPr>
          <p:spPr>
            <a:xfrm>
              <a:off x="6392603" y="12731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p25"/>
            <p:cNvSpPr/>
            <p:nvPr/>
          </p:nvSpPr>
          <p:spPr>
            <a:xfrm>
              <a:off x="6340215" y="1327150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p25"/>
            <p:cNvSpPr/>
            <p:nvPr/>
          </p:nvSpPr>
          <p:spPr>
            <a:xfrm>
              <a:off x="6286240" y="1379538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p25"/>
            <p:cNvSpPr/>
            <p:nvPr/>
          </p:nvSpPr>
          <p:spPr>
            <a:xfrm>
              <a:off x="6233853" y="1435100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25"/>
            <p:cNvSpPr/>
            <p:nvPr/>
          </p:nvSpPr>
          <p:spPr>
            <a:xfrm>
              <a:off x="6178290" y="14874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25"/>
            <p:cNvSpPr/>
            <p:nvPr/>
          </p:nvSpPr>
          <p:spPr>
            <a:xfrm>
              <a:off x="6124315" y="15414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25"/>
            <p:cNvSpPr/>
            <p:nvPr/>
          </p:nvSpPr>
          <p:spPr>
            <a:xfrm>
              <a:off x="6070340" y="15954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1" name="Google Shape;2071;p25"/>
            <p:cNvSpPr/>
            <p:nvPr/>
          </p:nvSpPr>
          <p:spPr>
            <a:xfrm>
              <a:off x="6016365" y="1649413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2" name="Google Shape;2072;p25"/>
            <p:cNvSpPr/>
            <p:nvPr/>
          </p:nvSpPr>
          <p:spPr>
            <a:xfrm>
              <a:off x="5963978" y="1701800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3" name="Google Shape;2073;p25"/>
            <p:cNvSpPr/>
            <p:nvPr/>
          </p:nvSpPr>
          <p:spPr>
            <a:xfrm>
              <a:off x="5910003" y="17557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4" name="Google Shape;2074;p25"/>
            <p:cNvSpPr/>
            <p:nvPr/>
          </p:nvSpPr>
          <p:spPr>
            <a:xfrm>
              <a:off x="5856028" y="18097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p25"/>
            <p:cNvSpPr/>
            <p:nvPr/>
          </p:nvSpPr>
          <p:spPr>
            <a:xfrm>
              <a:off x="5802053" y="18637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6" name="Google Shape;2076;p25"/>
            <p:cNvSpPr/>
            <p:nvPr/>
          </p:nvSpPr>
          <p:spPr>
            <a:xfrm>
              <a:off x="5748078" y="19177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7" name="Google Shape;2077;p25"/>
            <p:cNvSpPr/>
            <p:nvPr/>
          </p:nvSpPr>
          <p:spPr>
            <a:xfrm>
              <a:off x="5695690" y="1973263"/>
              <a:ext cx="33338" cy="317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8" name="Google Shape;2078;p25"/>
            <p:cNvSpPr/>
            <p:nvPr/>
          </p:nvSpPr>
          <p:spPr>
            <a:xfrm>
              <a:off x="6672003" y="9064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9" name="Google Shape;2079;p25"/>
            <p:cNvSpPr/>
            <p:nvPr/>
          </p:nvSpPr>
          <p:spPr>
            <a:xfrm>
              <a:off x="6618028" y="9604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0" name="Google Shape;2080;p25"/>
            <p:cNvSpPr/>
            <p:nvPr/>
          </p:nvSpPr>
          <p:spPr>
            <a:xfrm>
              <a:off x="6565640" y="1016000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1" name="Google Shape;2081;p25"/>
            <p:cNvSpPr/>
            <p:nvPr/>
          </p:nvSpPr>
          <p:spPr>
            <a:xfrm>
              <a:off x="6511665" y="1069975"/>
              <a:ext cx="33338" cy="317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p25"/>
            <p:cNvSpPr/>
            <p:nvPr/>
          </p:nvSpPr>
          <p:spPr>
            <a:xfrm>
              <a:off x="6456103" y="11207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25"/>
            <p:cNvSpPr/>
            <p:nvPr/>
          </p:nvSpPr>
          <p:spPr>
            <a:xfrm>
              <a:off x="6403715" y="1174750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25"/>
            <p:cNvSpPr/>
            <p:nvPr/>
          </p:nvSpPr>
          <p:spPr>
            <a:xfrm>
              <a:off x="6349740" y="12287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25"/>
            <p:cNvSpPr/>
            <p:nvPr/>
          </p:nvSpPr>
          <p:spPr>
            <a:xfrm>
              <a:off x="6295765" y="12827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p25"/>
            <p:cNvSpPr/>
            <p:nvPr/>
          </p:nvSpPr>
          <p:spPr>
            <a:xfrm>
              <a:off x="6241790" y="13366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87" name="Google Shape;2087;p25"/>
            <p:cNvGrpSpPr/>
            <p:nvPr/>
          </p:nvGrpSpPr>
          <p:grpSpPr>
            <a:xfrm>
              <a:off x="5255952" y="468313"/>
              <a:ext cx="1408113" cy="1493838"/>
              <a:chOff x="3702" y="295"/>
              <a:chExt cx="887" cy="941"/>
            </a:xfrm>
          </p:grpSpPr>
          <p:sp>
            <p:nvSpPr>
              <p:cNvPr id="2088" name="Google Shape;2088;p25"/>
              <p:cNvSpPr/>
              <p:nvPr/>
            </p:nvSpPr>
            <p:spPr>
              <a:xfrm>
                <a:off x="4289" y="876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9" name="Google Shape;2089;p25"/>
              <p:cNvSpPr/>
              <p:nvPr/>
            </p:nvSpPr>
            <p:spPr>
              <a:xfrm>
                <a:off x="4255" y="910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0" name="Google Shape;2090;p25"/>
              <p:cNvSpPr/>
              <p:nvPr/>
            </p:nvSpPr>
            <p:spPr>
              <a:xfrm>
                <a:off x="4222" y="943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1" name="Google Shape;2091;p25"/>
              <p:cNvSpPr/>
              <p:nvPr/>
            </p:nvSpPr>
            <p:spPr>
              <a:xfrm>
                <a:off x="4188" y="97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2" name="Google Shape;2092;p25"/>
              <p:cNvSpPr/>
              <p:nvPr/>
            </p:nvSpPr>
            <p:spPr>
              <a:xfrm>
                <a:off x="4154" y="101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3" name="Google Shape;2093;p25"/>
              <p:cNvSpPr/>
              <p:nvPr/>
            </p:nvSpPr>
            <p:spPr>
              <a:xfrm>
                <a:off x="4120" y="104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4" name="Google Shape;2094;p25"/>
              <p:cNvSpPr/>
              <p:nvPr/>
            </p:nvSpPr>
            <p:spPr>
              <a:xfrm>
                <a:off x="4086" y="1079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5" name="Google Shape;2095;p25"/>
              <p:cNvSpPr/>
              <p:nvPr/>
            </p:nvSpPr>
            <p:spPr>
              <a:xfrm>
                <a:off x="4052" y="1113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6" name="Google Shape;2096;p25"/>
              <p:cNvSpPr/>
              <p:nvPr/>
            </p:nvSpPr>
            <p:spPr>
              <a:xfrm>
                <a:off x="4019" y="1146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7" name="Google Shape;2097;p25"/>
              <p:cNvSpPr/>
              <p:nvPr/>
            </p:nvSpPr>
            <p:spPr>
              <a:xfrm>
                <a:off x="3985" y="118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8" name="Google Shape;2098;p25"/>
              <p:cNvSpPr/>
              <p:nvPr/>
            </p:nvSpPr>
            <p:spPr>
              <a:xfrm>
                <a:off x="3952" y="1215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9" name="Google Shape;2099;p25"/>
              <p:cNvSpPr/>
              <p:nvPr/>
            </p:nvSpPr>
            <p:spPr>
              <a:xfrm>
                <a:off x="4566" y="544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0" name="Google Shape;2100;p25"/>
              <p:cNvSpPr/>
              <p:nvPr/>
            </p:nvSpPr>
            <p:spPr>
              <a:xfrm>
                <a:off x="4532" y="57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1" name="Google Shape;2101;p25"/>
              <p:cNvSpPr/>
              <p:nvPr/>
            </p:nvSpPr>
            <p:spPr>
              <a:xfrm>
                <a:off x="4498" y="61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2" name="Google Shape;2102;p25"/>
              <p:cNvSpPr/>
              <p:nvPr/>
            </p:nvSpPr>
            <p:spPr>
              <a:xfrm>
                <a:off x="4465" y="645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3" name="Google Shape;2103;p25"/>
              <p:cNvSpPr/>
              <p:nvPr/>
            </p:nvSpPr>
            <p:spPr>
              <a:xfrm>
                <a:off x="4431" y="67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4" name="Google Shape;2104;p25"/>
              <p:cNvSpPr/>
              <p:nvPr/>
            </p:nvSpPr>
            <p:spPr>
              <a:xfrm>
                <a:off x="4398" y="714"/>
                <a:ext cx="21" cy="2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5" name="Google Shape;2105;p25"/>
              <p:cNvSpPr/>
              <p:nvPr/>
            </p:nvSpPr>
            <p:spPr>
              <a:xfrm>
                <a:off x="4363" y="747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6" name="Google Shape;2106;p25"/>
              <p:cNvSpPr/>
              <p:nvPr/>
            </p:nvSpPr>
            <p:spPr>
              <a:xfrm>
                <a:off x="4329" y="78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7" name="Google Shape;2107;p25"/>
              <p:cNvSpPr/>
              <p:nvPr/>
            </p:nvSpPr>
            <p:spPr>
              <a:xfrm>
                <a:off x="4295" y="81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8" name="Google Shape;2108;p25"/>
              <p:cNvSpPr/>
              <p:nvPr/>
            </p:nvSpPr>
            <p:spPr>
              <a:xfrm>
                <a:off x="4262" y="848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9" name="Google Shape;2109;p25"/>
              <p:cNvSpPr/>
              <p:nvPr/>
            </p:nvSpPr>
            <p:spPr>
              <a:xfrm>
                <a:off x="4228" y="88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0" name="Google Shape;2110;p25"/>
              <p:cNvSpPr/>
              <p:nvPr/>
            </p:nvSpPr>
            <p:spPr>
              <a:xfrm>
                <a:off x="4195" y="917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1" name="Google Shape;2111;p25"/>
              <p:cNvSpPr/>
              <p:nvPr/>
            </p:nvSpPr>
            <p:spPr>
              <a:xfrm>
                <a:off x="4161" y="951"/>
                <a:ext cx="21" cy="2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2" name="Google Shape;2112;p25"/>
              <p:cNvSpPr/>
              <p:nvPr/>
            </p:nvSpPr>
            <p:spPr>
              <a:xfrm>
                <a:off x="4126" y="98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3" name="Google Shape;2113;p25"/>
              <p:cNvSpPr/>
              <p:nvPr/>
            </p:nvSpPr>
            <p:spPr>
              <a:xfrm>
                <a:off x="4092" y="101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4" name="Google Shape;2114;p25"/>
              <p:cNvSpPr/>
              <p:nvPr/>
            </p:nvSpPr>
            <p:spPr>
              <a:xfrm>
                <a:off x="4059" y="1051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5" name="Google Shape;2115;p25"/>
              <p:cNvSpPr/>
              <p:nvPr/>
            </p:nvSpPr>
            <p:spPr>
              <a:xfrm>
                <a:off x="4025" y="108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6" name="Google Shape;2116;p25"/>
              <p:cNvSpPr/>
              <p:nvPr/>
            </p:nvSpPr>
            <p:spPr>
              <a:xfrm>
                <a:off x="3991" y="111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7" name="Google Shape;2117;p25"/>
              <p:cNvSpPr/>
              <p:nvPr/>
            </p:nvSpPr>
            <p:spPr>
              <a:xfrm>
                <a:off x="3957" y="1153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8" name="Google Shape;2118;p25"/>
              <p:cNvSpPr/>
              <p:nvPr/>
            </p:nvSpPr>
            <p:spPr>
              <a:xfrm>
                <a:off x="3923" y="118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9" name="Google Shape;2119;p25"/>
              <p:cNvSpPr/>
              <p:nvPr/>
            </p:nvSpPr>
            <p:spPr>
              <a:xfrm>
                <a:off x="4539" y="516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0" name="Google Shape;2120;p25"/>
              <p:cNvSpPr/>
              <p:nvPr/>
            </p:nvSpPr>
            <p:spPr>
              <a:xfrm>
                <a:off x="4505" y="55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1" name="Google Shape;2121;p25"/>
              <p:cNvSpPr/>
              <p:nvPr/>
            </p:nvSpPr>
            <p:spPr>
              <a:xfrm>
                <a:off x="4471" y="584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2" name="Google Shape;2122;p25"/>
              <p:cNvSpPr/>
              <p:nvPr/>
            </p:nvSpPr>
            <p:spPr>
              <a:xfrm>
                <a:off x="4437" y="61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3" name="Google Shape;2123;p25"/>
              <p:cNvSpPr/>
              <p:nvPr/>
            </p:nvSpPr>
            <p:spPr>
              <a:xfrm>
                <a:off x="4403" y="65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4" name="Google Shape;2124;p25"/>
              <p:cNvSpPr/>
              <p:nvPr/>
            </p:nvSpPr>
            <p:spPr>
              <a:xfrm>
                <a:off x="4370" y="686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5" name="Google Shape;2125;p25"/>
              <p:cNvSpPr/>
              <p:nvPr/>
            </p:nvSpPr>
            <p:spPr>
              <a:xfrm>
                <a:off x="4337" y="720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6" name="Google Shape;2126;p25"/>
              <p:cNvSpPr/>
              <p:nvPr/>
            </p:nvSpPr>
            <p:spPr>
              <a:xfrm>
                <a:off x="4302" y="75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7" name="Google Shape;2127;p25"/>
              <p:cNvSpPr/>
              <p:nvPr/>
            </p:nvSpPr>
            <p:spPr>
              <a:xfrm>
                <a:off x="4268" y="787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8" name="Google Shape;2128;p25"/>
              <p:cNvSpPr/>
              <p:nvPr/>
            </p:nvSpPr>
            <p:spPr>
              <a:xfrm>
                <a:off x="4234" y="82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9" name="Google Shape;2129;p25"/>
              <p:cNvSpPr/>
              <p:nvPr/>
            </p:nvSpPr>
            <p:spPr>
              <a:xfrm>
                <a:off x="4200" y="85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0" name="Google Shape;2130;p25"/>
              <p:cNvSpPr/>
              <p:nvPr/>
            </p:nvSpPr>
            <p:spPr>
              <a:xfrm>
                <a:off x="4166" y="88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1" name="Google Shape;2131;p25"/>
              <p:cNvSpPr/>
              <p:nvPr/>
            </p:nvSpPr>
            <p:spPr>
              <a:xfrm>
                <a:off x="4133" y="922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2" name="Google Shape;2132;p25"/>
              <p:cNvSpPr/>
              <p:nvPr/>
            </p:nvSpPr>
            <p:spPr>
              <a:xfrm>
                <a:off x="4099" y="956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3" name="Google Shape;2133;p25"/>
              <p:cNvSpPr/>
              <p:nvPr/>
            </p:nvSpPr>
            <p:spPr>
              <a:xfrm>
                <a:off x="4065" y="990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6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4" name="Google Shape;2134;p25"/>
              <p:cNvSpPr/>
              <p:nvPr/>
            </p:nvSpPr>
            <p:spPr>
              <a:xfrm>
                <a:off x="4031" y="102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5" name="Google Shape;2135;p25"/>
              <p:cNvSpPr/>
              <p:nvPr/>
            </p:nvSpPr>
            <p:spPr>
              <a:xfrm>
                <a:off x="3997" y="105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6" name="Google Shape;2136;p25"/>
              <p:cNvSpPr/>
              <p:nvPr/>
            </p:nvSpPr>
            <p:spPr>
              <a:xfrm>
                <a:off x="3963" y="109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7" name="Google Shape;2137;p25"/>
              <p:cNvSpPr/>
              <p:nvPr/>
            </p:nvSpPr>
            <p:spPr>
              <a:xfrm>
                <a:off x="3929" y="112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8" name="Google Shape;2138;p25"/>
              <p:cNvSpPr/>
              <p:nvPr/>
            </p:nvSpPr>
            <p:spPr>
              <a:xfrm>
                <a:off x="3896" y="1159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9" name="Google Shape;2139;p25"/>
              <p:cNvSpPr/>
              <p:nvPr/>
            </p:nvSpPr>
            <p:spPr>
              <a:xfrm>
                <a:off x="4511" y="48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0" name="Google Shape;2140;p25"/>
              <p:cNvSpPr/>
              <p:nvPr/>
            </p:nvSpPr>
            <p:spPr>
              <a:xfrm>
                <a:off x="4477" y="5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1" name="Google Shape;2141;p25"/>
              <p:cNvSpPr/>
              <p:nvPr/>
            </p:nvSpPr>
            <p:spPr>
              <a:xfrm>
                <a:off x="4443" y="5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2" name="Google Shape;2142;p25"/>
              <p:cNvSpPr/>
              <p:nvPr/>
            </p:nvSpPr>
            <p:spPr>
              <a:xfrm>
                <a:off x="4409" y="59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3" name="Google Shape;2143;p25"/>
              <p:cNvSpPr/>
              <p:nvPr/>
            </p:nvSpPr>
            <p:spPr>
              <a:xfrm>
                <a:off x="4376" y="624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4" name="Google Shape;2144;p25"/>
              <p:cNvSpPr/>
              <p:nvPr/>
            </p:nvSpPr>
            <p:spPr>
              <a:xfrm>
                <a:off x="4342" y="65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5" name="Google Shape;2145;p25"/>
              <p:cNvSpPr/>
              <p:nvPr/>
            </p:nvSpPr>
            <p:spPr>
              <a:xfrm>
                <a:off x="4308" y="69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6" name="Google Shape;2146;p25"/>
              <p:cNvSpPr/>
              <p:nvPr/>
            </p:nvSpPr>
            <p:spPr>
              <a:xfrm>
                <a:off x="4274" y="72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7" name="Google Shape;2147;p25"/>
              <p:cNvSpPr/>
              <p:nvPr/>
            </p:nvSpPr>
            <p:spPr>
              <a:xfrm>
                <a:off x="4240" y="75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8" name="Google Shape;2148;p25"/>
              <p:cNvSpPr/>
              <p:nvPr/>
            </p:nvSpPr>
            <p:spPr>
              <a:xfrm>
                <a:off x="4206" y="79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9" name="Google Shape;2149;p25"/>
              <p:cNvSpPr/>
              <p:nvPr/>
            </p:nvSpPr>
            <p:spPr>
              <a:xfrm>
                <a:off x="4173" y="827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0" name="Google Shape;2150;p25"/>
              <p:cNvSpPr/>
              <p:nvPr/>
            </p:nvSpPr>
            <p:spPr>
              <a:xfrm>
                <a:off x="4139" y="861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1" name="Google Shape;2151;p25"/>
              <p:cNvSpPr/>
              <p:nvPr/>
            </p:nvSpPr>
            <p:spPr>
              <a:xfrm>
                <a:off x="4105" y="89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2" name="Google Shape;2152;p25"/>
              <p:cNvSpPr/>
              <p:nvPr/>
            </p:nvSpPr>
            <p:spPr>
              <a:xfrm>
                <a:off x="4072" y="929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3" name="Google Shape;2153;p25"/>
              <p:cNvSpPr/>
              <p:nvPr/>
            </p:nvSpPr>
            <p:spPr>
              <a:xfrm>
                <a:off x="4038" y="963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4" name="Google Shape;2154;p25"/>
              <p:cNvSpPr/>
              <p:nvPr/>
            </p:nvSpPr>
            <p:spPr>
              <a:xfrm>
                <a:off x="4003" y="99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5" name="Google Shape;2155;p25"/>
              <p:cNvSpPr/>
              <p:nvPr/>
            </p:nvSpPr>
            <p:spPr>
              <a:xfrm>
                <a:off x="3970" y="1030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6" name="Google Shape;2156;p25"/>
              <p:cNvSpPr/>
              <p:nvPr/>
            </p:nvSpPr>
            <p:spPr>
              <a:xfrm>
                <a:off x="3936" y="1064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7" name="Google Shape;2157;p25"/>
              <p:cNvSpPr/>
              <p:nvPr/>
            </p:nvSpPr>
            <p:spPr>
              <a:xfrm>
                <a:off x="3902" y="109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8" name="Google Shape;2158;p25"/>
              <p:cNvSpPr/>
              <p:nvPr/>
            </p:nvSpPr>
            <p:spPr>
              <a:xfrm>
                <a:off x="3868" y="113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9" name="Google Shape;2159;p25"/>
              <p:cNvSpPr/>
              <p:nvPr/>
            </p:nvSpPr>
            <p:spPr>
              <a:xfrm>
                <a:off x="4483" y="461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0" name="Google Shape;2160;p25"/>
              <p:cNvSpPr/>
              <p:nvPr/>
            </p:nvSpPr>
            <p:spPr>
              <a:xfrm>
                <a:off x="4450" y="495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1" name="Google Shape;2161;p25"/>
              <p:cNvSpPr/>
              <p:nvPr/>
            </p:nvSpPr>
            <p:spPr>
              <a:xfrm>
                <a:off x="4416" y="528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2" name="Google Shape;2162;p25"/>
              <p:cNvSpPr/>
              <p:nvPr/>
            </p:nvSpPr>
            <p:spPr>
              <a:xfrm>
                <a:off x="4382" y="56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3" name="Google Shape;2163;p25"/>
              <p:cNvSpPr/>
              <p:nvPr/>
            </p:nvSpPr>
            <p:spPr>
              <a:xfrm>
                <a:off x="4348" y="59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4" name="Google Shape;2164;p25"/>
              <p:cNvSpPr/>
              <p:nvPr/>
            </p:nvSpPr>
            <p:spPr>
              <a:xfrm>
                <a:off x="4314" y="63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5" name="Google Shape;2165;p25"/>
              <p:cNvSpPr/>
              <p:nvPr/>
            </p:nvSpPr>
            <p:spPr>
              <a:xfrm>
                <a:off x="4280" y="66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6" name="Google Shape;2166;p25"/>
              <p:cNvSpPr/>
              <p:nvPr/>
            </p:nvSpPr>
            <p:spPr>
              <a:xfrm>
                <a:off x="4246" y="698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7" name="Google Shape;2167;p25"/>
              <p:cNvSpPr/>
              <p:nvPr/>
            </p:nvSpPr>
            <p:spPr>
              <a:xfrm>
                <a:off x="4214" y="732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8" name="Google Shape;2168;p25"/>
              <p:cNvSpPr/>
              <p:nvPr/>
            </p:nvSpPr>
            <p:spPr>
              <a:xfrm>
                <a:off x="4179" y="76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9" name="Google Shape;2169;p25"/>
              <p:cNvSpPr/>
              <p:nvPr/>
            </p:nvSpPr>
            <p:spPr>
              <a:xfrm>
                <a:off x="4145" y="79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0" name="Google Shape;2170;p25"/>
              <p:cNvSpPr/>
              <p:nvPr/>
            </p:nvSpPr>
            <p:spPr>
              <a:xfrm>
                <a:off x="4111" y="83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1" name="Google Shape;2171;p25"/>
              <p:cNvSpPr/>
              <p:nvPr/>
            </p:nvSpPr>
            <p:spPr>
              <a:xfrm>
                <a:off x="4077" y="86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2" name="Google Shape;2172;p25"/>
              <p:cNvSpPr/>
              <p:nvPr/>
            </p:nvSpPr>
            <p:spPr>
              <a:xfrm>
                <a:off x="4043" y="901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3" name="Google Shape;2173;p25"/>
              <p:cNvSpPr/>
              <p:nvPr/>
            </p:nvSpPr>
            <p:spPr>
              <a:xfrm>
                <a:off x="4011" y="935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4" name="Google Shape;2174;p25"/>
              <p:cNvSpPr/>
              <p:nvPr/>
            </p:nvSpPr>
            <p:spPr>
              <a:xfrm>
                <a:off x="3976" y="96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5" name="Google Shape;2175;p25"/>
              <p:cNvSpPr/>
              <p:nvPr/>
            </p:nvSpPr>
            <p:spPr>
              <a:xfrm>
                <a:off x="3942" y="100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6" name="Google Shape;2176;p25"/>
              <p:cNvSpPr/>
              <p:nvPr/>
            </p:nvSpPr>
            <p:spPr>
              <a:xfrm>
                <a:off x="3908" y="103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7" name="Google Shape;2177;p25"/>
              <p:cNvSpPr/>
              <p:nvPr/>
            </p:nvSpPr>
            <p:spPr>
              <a:xfrm>
                <a:off x="3874" y="107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8" name="Google Shape;2178;p25"/>
              <p:cNvSpPr/>
              <p:nvPr/>
            </p:nvSpPr>
            <p:spPr>
              <a:xfrm>
                <a:off x="3840" y="1104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9" name="Google Shape;2179;p25"/>
              <p:cNvSpPr/>
              <p:nvPr/>
            </p:nvSpPr>
            <p:spPr>
              <a:xfrm>
                <a:off x="4457" y="434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0" name="Google Shape;2180;p25"/>
              <p:cNvSpPr/>
              <p:nvPr/>
            </p:nvSpPr>
            <p:spPr>
              <a:xfrm>
                <a:off x="4423" y="468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1" name="Google Shape;2181;p25"/>
              <p:cNvSpPr/>
              <p:nvPr/>
            </p:nvSpPr>
            <p:spPr>
              <a:xfrm>
                <a:off x="4388" y="50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2" name="Google Shape;2182;p25"/>
              <p:cNvSpPr/>
              <p:nvPr/>
            </p:nvSpPr>
            <p:spPr>
              <a:xfrm>
                <a:off x="4354" y="535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3" name="Google Shape;2183;p25"/>
              <p:cNvSpPr/>
              <p:nvPr/>
            </p:nvSpPr>
            <p:spPr>
              <a:xfrm>
                <a:off x="4320" y="56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4" name="Google Shape;2184;p25"/>
              <p:cNvSpPr/>
              <p:nvPr/>
            </p:nvSpPr>
            <p:spPr>
              <a:xfrm>
                <a:off x="4287" y="602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5" name="Google Shape;2185;p25"/>
              <p:cNvSpPr/>
              <p:nvPr/>
            </p:nvSpPr>
            <p:spPr>
              <a:xfrm>
                <a:off x="4253" y="63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6" name="Google Shape;2186;p25"/>
              <p:cNvSpPr/>
              <p:nvPr/>
            </p:nvSpPr>
            <p:spPr>
              <a:xfrm>
                <a:off x="4219" y="67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7" name="Google Shape;2187;p25"/>
              <p:cNvSpPr/>
              <p:nvPr/>
            </p:nvSpPr>
            <p:spPr>
              <a:xfrm>
                <a:off x="4185" y="70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8" name="Google Shape;2188;p25"/>
              <p:cNvSpPr/>
              <p:nvPr/>
            </p:nvSpPr>
            <p:spPr>
              <a:xfrm>
                <a:off x="4151" y="738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9" name="Google Shape;2189;p25"/>
              <p:cNvSpPr/>
              <p:nvPr/>
            </p:nvSpPr>
            <p:spPr>
              <a:xfrm>
                <a:off x="4117" y="77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0" name="Google Shape;2190;p25"/>
              <p:cNvSpPr/>
              <p:nvPr/>
            </p:nvSpPr>
            <p:spPr>
              <a:xfrm>
                <a:off x="4084" y="805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1" name="Google Shape;2191;p25"/>
              <p:cNvSpPr/>
              <p:nvPr/>
            </p:nvSpPr>
            <p:spPr>
              <a:xfrm>
                <a:off x="4050" y="839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2" name="Google Shape;2192;p25"/>
              <p:cNvSpPr/>
              <p:nvPr/>
            </p:nvSpPr>
            <p:spPr>
              <a:xfrm>
                <a:off x="4016" y="87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3" name="Google Shape;2193;p25"/>
              <p:cNvSpPr/>
              <p:nvPr/>
            </p:nvSpPr>
            <p:spPr>
              <a:xfrm>
                <a:off x="3982" y="90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4" name="Google Shape;2194;p25"/>
              <p:cNvSpPr/>
              <p:nvPr/>
            </p:nvSpPr>
            <p:spPr>
              <a:xfrm>
                <a:off x="3948" y="941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5" name="Google Shape;2195;p25"/>
              <p:cNvSpPr/>
              <p:nvPr/>
            </p:nvSpPr>
            <p:spPr>
              <a:xfrm>
                <a:off x="3915" y="976"/>
                <a:ext cx="21" cy="2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6" name="Google Shape;2196;p25"/>
              <p:cNvSpPr/>
              <p:nvPr/>
            </p:nvSpPr>
            <p:spPr>
              <a:xfrm>
                <a:off x="3882" y="1009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7" name="Google Shape;2197;p25"/>
              <p:cNvSpPr/>
              <p:nvPr/>
            </p:nvSpPr>
            <p:spPr>
              <a:xfrm>
                <a:off x="3847" y="1042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8" name="Google Shape;2198;p25"/>
              <p:cNvSpPr/>
              <p:nvPr/>
            </p:nvSpPr>
            <p:spPr>
              <a:xfrm>
                <a:off x="3813" y="107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9" name="Google Shape;2199;p25"/>
              <p:cNvSpPr/>
              <p:nvPr/>
            </p:nvSpPr>
            <p:spPr>
              <a:xfrm>
                <a:off x="4429" y="406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0" name="Google Shape;2200;p25"/>
              <p:cNvSpPr/>
              <p:nvPr/>
            </p:nvSpPr>
            <p:spPr>
              <a:xfrm>
                <a:off x="4394" y="43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1" name="Google Shape;2201;p25"/>
              <p:cNvSpPr/>
              <p:nvPr/>
            </p:nvSpPr>
            <p:spPr>
              <a:xfrm>
                <a:off x="4360" y="47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2" name="Google Shape;2202;p25"/>
              <p:cNvSpPr/>
              <p:nvPr/>
            </p:nvSpPr>
            <p:spPr>
              <a:xfrm>
                <a:off x="4327" y="507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3" name="Google Shape;2203;p25"/>
              <p:cNvSpPr/>
              <p:nvPr/>
            </p:nvSpPr>
            <p:spPr>
              <a:xfrm>
                <a:off x="4293" y="54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4" name="Google Shape;2204;p25"/>
              <p:cNvSpPr/>
              <p:nvPr/>
            </p:nvSpPr>
            <p:spPr>
              <a:xfrm>
                <a:off x="4259" y="575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5" name="Google Shape;2205;p25"/>
              <p:cNvSpPr/>
              <p:nvPr/>
            </p:nvSpPr>
            <p:spPr>
              <a:xfrm>
                <a:off x="4225" y="609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6" name="Google Shape;2206;p25"/>
              <p:cNvSpPr/>
              <p:nvPr/>
            </p:nvSpPr>
            <p:spPr>
              <a:xfrm>
                <a:off x="4191" y="64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7" name="Google Shape;2207;p25"/>
              <p:cNvSpPr/>
              <p:nvPr/>
            </p:nvSpPr>
            <p:spPr>
              <a:xfrm>
                <a:off x="4157" y="67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8" name="Google Shape;2208;p25"/>
              <p:cNvSpPr/>
              <p:nvPr/>
            </p:nvSpPr>
            <p:spPr>
              <a:xfrm>
                <a:off x="4124" y="710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9" name="Google Shape;2209;p25"/>
              <p:cNvSpPr/>
              <p:nvPr/>
            </p:nvSpPr>
            <p:spPr>
              <a:xfrm>
                <a:off x="4090" y="74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0" name="Google Shape;2210;p25"/>
              <p:cNvSpPr/>
              <p:nvPr/>
            </p:nvSpPr>
            <p:spPr>
              <a:xfrm>
                <a:off x="4056" y="77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1" name="Google Shape;2211;p25"/>
              <p:cNvSpPr/>
              <p:nvPr/>
            </p:nvSpPr>
            <p:spPr>
              <a:xfrm>
                <a:off x="4022" y="812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2" name="Google Shape;2212;p25"/>
              <p:cNvSpPr/>
              <p:nvPr/>
            </p:nvSpPr>
            <p:spPr>
              <a:xfrm>
                <a:off x="3988" y="84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3" name="Google Shape;2213;p25"/>
              <p:cNvSpPr/>
              <p:nvPr/>
            </p:nvSpPr>
            <p:spPr>
              <a:xfrm>
                <a:off x="3954" y="87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4" name="Google Shape;2214;p25"/>
              <p:cNvSpPr/>
              <p:nvPr/>
            </p:nvSpPr>
            <p:spPr>
              <a:xfrm>
                <a:off x="3921" y="913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5" name="Google Shape;2215;p25"/>
              <p:cNvSpPr/>
              <p:nvPr/>
            </p:nvSpPr>
            <p:spPr>
              <a:xfrm>
                <a:off x="3888" y="948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6" name="Google Shape;2216;p25"/>
              <p:cNvSpPr/>
              <p:nvPr/>
            </p:nvSpPr>
            <p:spPr>
              <a:xfrm>
                <a:off x="3854" y="982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7" name="Google Shape;2217;p25"/>
              <p:cNvSpPr/>
              <p:nvPr/>
            </p:nvSpPr>
            <p:spPr>
              <a:xfrm>
                <a:off x="3819" y="1015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8" name="Google Shape;2218;p25"/>
              <p:cNvSpPr/>
              <p:nvPr/>
            </p:nvSpPr>
            <p:spPr>
              <a:xfrm>
                <a:off x="3785" y="104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9" name="Google Shape;2219;p25"/>
              <p:cNvSpPr/>
              <p:nvPr/>
            </p:nvSpPr>
            <p:spPr>
              <a:xfrm>
                <a:off x="4401" y="378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0" name="Google Shape;2220;p25"/>
              <p:cNvSpPr/>
              <p:nvPr/>
            </p:nvSpPr>
            <p:spPr>
              <a:xfrm>
                <a:off x="4367" y="41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1" name="Google Shape;2221;p25"/>
              <p:cNvSpPr/>
              <p:nvPr/>
            </p:nvSpPr>
            <p:spPr>
              <a:xfrm>
                <a:off x="4334" y="447"/>
                <a:ext cx="21" cy="2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2" name="Google Shape;2222;p25"/>
              <p:cNvSpPr/>
              <p:nvPr/>
            </p:nvSpPr>
            <p:spPr>
              <a:xfrm>
                <a:off x="4300" y="480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3" name="Google Shape;2223;p25"/>
              <p:cNvSpPr/>
              <p:nvPr/>
            </p:nvSpPr>
            <p:spPr>
              <a:xfrm>
                <a:off x="4265" y="51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4" name="Google Shape;2224;p25"/>
              <p:cNvSpPr/>
              <p:nvPr/>
            </p:nvSpPr>
            <p:spPr>
              <a:xfrm>
                <a:off x="4231" y="54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5" name="Google Shape;2225;p25"/>
              <p:cNvSpPr/>
              <p:nvPr/>
            </p:nvSpPr>
            <p:spPr>
              <a:xfrm>
                <a:off x="4198" y="581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6" name="Google Shape;2226;p25"/>
              <p:cNvSpPr/>
              <p:nvPr/>
            </p:nvSpPr>
            <p:spPr>
              <a:xfrm>
                <a:off x="4164" y="615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7" name="Google Shape;2227;p25"/>
              <p:cNvSpPr/>
              <p:nvPr/>
            </p:nvSpPr>
            <p:spPr>
              <a:xfrm>
                <a:off x="4130" y="649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8" name="Google Shape;2228;p25"/>
              <p:cNvSpPr/>
              <p:nvPr/>
            </p:nvSpPr>
            <p:spPr>
              <a:xfrm>
                <a:off x="4097" y="683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9" name="Google Shape;2229;p25"/>
              <p:cNvSpPr/>
              <p:nvPr/>
            </p:nvSpPr>
            <p:spPr>
              <a:xfrm>
                <a:off x="4062" y="71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0" name="Google Shape;2230;p25"/>
              <p:cNvSpPr/>
              <p:nvPr/>
            </p:nvSpPr>
            <p:spPr>
              <a:xfrm>
                <a:off x="4028" y="75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1" name="Google Shape;2231;p25"/>
              <p:cNvSpPr/>
              <p:nvPr/>
            </p:nvSpPr>
            <p:spPr>
              <a:xfrm>
                <a:off x="3994" y="78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2" name="Google Shape;2232;p25"/>
              <p:cNvSpPr/>
              <p:nvPr/>
            </p:nvSpPr>
            <p:spPr>
              <a:xfrm>
                <a:off x="3961" y="818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3" name="Google Shape;2233;p25"/>
              <p:cNvSpPr/>
              <p:nvPr/>
            </p:nvSpPr>
            <p:spPr>
              <a:xfrm>
                <a:off x="3927" y="852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4" name="Google Shape;2234;p25"/>
              <p:cNvSpPr/>
              <p:nvPr/>
            </p:nvSpPr>
            <p:spPr>
              <a:xfrm>
                <a:off x="3893" y="88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5" name="Google Shape;2235;p25"/>
              <p:cNvSpPr/>
              <p:nvPr/>
            </p:nvSpPr>
            <p:spPr>
              <a:xfrm>
                <a:off x="3859" y="91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6" name="Google Shape;2236;p25"/>
              <p:cNvSpPr/>
              <p:nvPr/>
            </p:nvSpPr>
            <p:spPr>
              <a:xfrm>
                <a:off x="3825" y="95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7" name="Google Shape;2237;p25"/>
              <p:cNvSpPr/>
              <p:nvPr/>
            </p:nvSpPr>
            <p:spPr>
              <a:xfrm>
                <a:off x="3791" y="98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8" name="Google Shape;2238;p25"/>
              <p:cNvSpPr/>
              <p:nvPr/>
            </p:nvSpPr>
            <p:spPr>
              <a:xfrm>
                <a:off x="3759" y="1022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9" name="Google Shape;2239;p25"/>
              <p:cNvSpPr/>
              <p:nvPr/>
            </p:nvSpPr>
            <p:spPr>
              <a:xfrm>
                <a:off x="4373" y="35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0" name="Google Shape;2240;p25"/>
              <p:cNvSpPr/>
              <p:nvPr/>
            </p:nvSpPr>
            <p:spPr>
              <a:xfrm>
                <a:off x="4339" y="38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1" name="Google Shape;2241;p25"/>
              <p:cNvSpPr/>
              <p:nvPr/>
            </p:nvSpPr>
            <p:spPr>
              <a:xfrm>
                <a:off x="4306" y="419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2" name="Google Shape;2242;p25"/>
              <p:cNvSpPr/>
              <p:nvPr/>
            </p:nvSpPr>
            <p:spPr>
              <a:xfrm>
                <a:off x="4272" y="453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3" name="Google Shape;2243;p25"/>
              <p:cNvSpPr/>
              <p:nvPr/>
            </p:nvSpPr>
            <p:spPr>
              <a:xfrm>
                <a:off x="4238" y="486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4" name="Google Shape;2244;p25"/>
              <p:cNvSpPr/>
              <p:nvPr/>
            </p:nvSpPr>
            <p:spPr>
              <a:xfrm>
                <a:off x="4204" y="51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5" name="Google Shape;2245;p25"/>
              <p:cNvSpPr/>
              <p:nvPr/>
            </p:nvSpPr>
            <p:spPr>
              <a:xfrm>
                <a:off x="4170" y="55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6" name="Google Shape;2246;p25"/>
              <p:cNvSpPr/>
              <p:nvPr/>
            </p:nvSpPr>
            <p:spPr>
              <a:xfrm>
                <a:off x="4136" y="58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7" name="Google Shape;2247;p25"/>
              <p:cNvSpPr/>
              <p:nvPr/>
            </p:nvSpPr>
            <p:spPr>
              <a:xfrm>
                <a:off x="4102" y="62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8" name="Google Shape;2248;p25"/>
              <p:cNvSpPr/>
              <p:nvPr/>
            </p:nvSpPr>
            <p:spPr>
              <a:xfrm>
                <a:off x="4068" y="65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9" name="Google Shape;2249;p25"/>
              <p:cNvSpPr/>
              <p:nvPr/>
            </p:nvSpPr>
            <p:spPr>
              <a:xfrm>
                <a:off x="4035" y="689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0" name="Google Shape;2250;p25"/>
              <p:cNvSpPr/>
              <p:nvPr/>
            </p:nvSpPr>
            <p:spPr>
              <a:xfrm>
                <a:off x="4001" y="7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1" name="Google Shape;2251;p25"/>
              <p:cNvSpPr/>
              <p:nvPr/>
            </p:nvSpPr>
            <p:spPr>
              <a:xfrm>
                <a:off x="3967" y="7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2" name="Google Shape;2252;p25"/>
              <p:cNvSpPr/>
              <p:nvPr/>
            </p:nvSpPr>
            <p:spPr>
              <a:xfrm>
                <a:off x="3933" y="79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3" name="Google Shape;2253;p25"/>
              <p:cNvSpPr/>
              <p:nvPr/>
            </p:nvSpPr>
            <p:spPr>
              <a:xfrm>
                <a:off x="3899" y="82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4" name="Google Shape;2254;p25"/>
              <p:cNvSpPr/>
              <p:nvPr/>
            </p:nvSpPr>
            <p:spPr>
              <a:xfrm>
                <a:off x="3865" y="85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5" name="Google Shape;2255;p25"/>
              <p:cNvSpPr/>
              <p:nvPr/>
            </p:nvSpPr>
            <p:spPr>
              <a:xfrm>
                <a:off x="3832" y="892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6" name="Google Shape;2256;p25"/>
              <p:cNvSpPr/>
              <p:nvPr/>
            </p:nvSpPr>
            <p:spPr>
              <a:xfrm>
                <a:off x="3798" y="926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7" name="Google Shape;2257;p25"/>
              <p:cNvSpPr/>
              <p:nvPr/>
            </p:nvSpPr>
            <p:spPr>
              <a:xfrm>
                <a:off x="3764" y="95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8" name="Google Shape;2258;p25"/>
              <p:cNvSpPr/>
              <p:nvPr/>
            </p:nvSpPr>
            <p:spPr>
              <a:xfrm>
                <a:off x="3731" y="994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9" name="Google Shape;2259;p25"/>
              <p:cNvSpPr/>
              <p:nvPr/>
            </p:nvSpPr>
            <p:spPr>
              <a:xfrm>
                <a:off x="4345" y="323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0" name="Google Shape;2260;p25"/>
              <p:cNvSpPr/>
              <p:nvPr/>
            </p:nvSpPr>
            <p:spPr>
              <a:xfrm>
                <a:off x="4311" y="3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1" name="Google Shape;2261;p25"/>
              <p:cNvSpPr/>
              <p:nvPr/>
            </p:nvSpPr>
            <p:spPr>
              <a:xfrm>
                <a:off x="4278" y="390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2" name="Google Shape;2262;p25"/>
              <p:cNvSpPr/>
              <p:nvPr/>
            </p:nvSpPr>
            <p:spPr>
              <a:xfrm>
                <a:off x="4244" y="42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3" name="Google Shape;2263;p25"/>
              <p:cNvSpPr/>
              <p:nvPr/>
            </p:nvSpPr>
            <p:spPr>
              <a:xfrm>
                <a:off x="4210" y="45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4" name="Google Shape;2264;p25"/>
              <p:cNvSpPr/>
              <p:nvPr/>
            </p:nvSpPr>
            <p:spPr>
              <a:xfrm>
                <a:off x="4177" y="493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5" name="Google Shape;2265;p25"/>
              <p:cNvSpPr/>
              <p:nvPr/>
            </p:nvSpPr>
            <p:spPr>
              <a:xfrm>
                <a:off x="4142" y="526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6" name="Google Shape;2266;p25"/>
              <p:cNvSpPr/>
              <p:nvPr/>
            </p:nvSpPr>
            <p:spPr>
              <a:xfrm>
                <a:off x="4108" y="560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7" name="Google Shape;2267;p25"/>
              <p:cNvSpPr/>
              <p:nvPr/>
            </p:nvSpPr>
            <p:spPr>
              <a:xfrm>
                <a:off x="4075" y="593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8" name="Google Shape;2268;p25"/>
              <p:cNvSpPr/>
              <p:nvPr/>
            </p:nvSpPr>
            <p:spPr>
              <a:xfrm>
                <a:off x="4041" y="62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9" name="Google Shape;2269;p25"/>
              <p:cNvSpPr/>
              <p:nvPr/>
            </p:nvSpPr>
            <p:spPr>
              <a:xfrm>
                <a:off x="4007" y="66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0" name="Google Shape;2270;p25"/>
              <p:cNvSpPr/>
              <p:nvPr/>
            </p:nvSpPr>
            <p:spPr>
              <a:xfrm>
                <a:off x="3974" y="696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1" name="Google Shape;2271;p25"/>
              <p:cNvSpPr/>
              <p:nvPr/>
            </p:nvSpPr>
            <p:spPr>
              <a:xfrm>
                <a:off x="3940" y="730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2" name="Google Shape;2272;p25"/>
              <p:cNvSpPr/>
              <p:nvPr/>
            </p:nvSpPr>
            <p:spPr>
              <a:xfrm>
                <a:off x="3905" y="763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3" name="Google Shape;2273;p25"/>
              <p:cNvSpPr/>
              <p:nvPr/>
            </p:nvSpPr>
            <p:spPr>
              <a:xfrm>
                <a:off x="3872" y="796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4" name="Google Shape;2274;p25"/>
              <p:cNvSpPr/>
              <p:nvPr/>
            </p:nvSpPr>
            <p:spPr>
              <a:xfrm>
                <a:off x="3838" y="83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5" name="Google Shape;2275;p25"/>
              <p:cNvSpPr/>
              <p:nvPr/>
            </p:nvSpPr>
            <p:spPr>
              <a:xfrm>
                <a:off x="3804" y="86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6" name="Google Shape;2276;p25"/>
              <p:cNvSpPr/>
              <p:nvPr/>
            </p:nvSpPr>
            <p:spPr>
              <a:xfrm>
                <a:off x="3770" y="89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7" name="Google Shape;2277;p25"/>
              <p:cNvSpPr/>
              <p:nvPr/>
            </p:nvSpPr>
            <p:spPr>
              <a:xfrm>
                <a:off x="3736" y="93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8" name="Google Shape;2278;p25"/>
              <p:cNvSpPr/>
              <p:nvPr/>
            </p:nvSpPr>
            <p:spPr>
              <a:xfrm>
                <a:off x="3702" y="966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9" name="Google Shape;2279;p25"/>
              <p:cNvSpPr/>
              <p:nvPr/>
            </p:nvSpPr>
            <p:spPr>
              <a:xfrm>
                <a:off x="4318" y="29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0" name="Google Shape;2280;p25"/>
              <p:cNvSpPr/>
              <p:nvPr/>
            </p:nvSpPr>
            <p:spPr>
              <a:xfrm>
                <a:off x="4284" y="32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1" name="Google Shape;2281;p25"/>
              <p:cNvSpPr/>
              <p:nvPr/>
            </p:nvSpPr>
            <p:spPr>
              <a:xfrm>
                <a:off x="4250" y="36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2" name="Google Shape;2282;p25"/>
              <p:cNvSpPr/>
              <p:nvPr/>
            </p:nvSpPr>
            <p:spPr>
              <a:xfrm>
                <a:off x="4216" y="397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3" name="Google Shape;2283;p25"/>
              <p:cNvSpPr/>
              <p:nvPr/>
            </p:nvSpPr>
            <p:spPr>
              <a:xfrm>
                <a:off x="4182" y="43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4" name="Google Shape;2284;p25"/>
              <p:cNvSpPr/>
              <p:nvPr/>
            </p:nvSpPr>
            <p:spPr>
              <a:xfrm>
                <a:off x="4150" y="465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5" name="Google Shape;2285;p25"/>
              <p:cNvSpPr/>
              <p:nvPr/>
            </p:nvSpPr>
            <p:spPr>
              <a:xfrm>
                <a:off x="4116" y="499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6" name="Google Shape;2286;p25"/>
              <p:cNvSpPr/>
              <p:nvPr/>
            </p:nvSpPr>
            <p:spPr>
              <a:xfrm>
                <a:off x="4081" y="53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7" name="Google Shape;2287;p25"/>
              <p:cNvSpPr/>
              <p:nvPr/>
            </p:nvSpPr>
            <p:spPr>
              <a:xfrm>
                <a:off x="4047" y="56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88" name="Google Shape;2288;p25"/>
            <p:cNvSpPr/>
            <p:nvPr/>
          </p:nvSpPr>
          <p:spPr>
            <a:xfrm>
              <a:off x="5749665" y="952500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9" name="Google Shape;2289;p25"/>
            <p:cNvSpPr/>
            <p:nvPr/>
          </p:nvSpPr>
          <p:spPr>
            <a:xfrm>
              <a:off x="5695690" y="10048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0" name="Google Shape;2290;p25"/>
            <p:cNvSpPr/>
            <p:nvPr/>
          </p:nvSpPr>
          <p:spPr>
            <a:xfrm>
              <a:off x="5643303" y="1058863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1" name="Google Shape;2291;p25"/>
            <p:cNvSpPr/>
            <p:nvPr/>
          </p:nvSpPr>
          <p:spPr>
            <a:xfrm>
              <a:off x="5589328" y="1112838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2" name="Google Shape;2292;p25"/>
            <p:cNvSpPr/>
            <p:nvPr/>
          </p:nvSpPr>
          <p:spPr>
            <a:xfrm>
              <a:off x="5535353" y="116681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3" name="Google Shape;2293;p25"/>
            <p:cNvSpPr/>
            <p:nvPr/>
          </p:nvSpPr>
          <p:spPr>
            <a:xfrm>
              <a:off x="5481378" y="12207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4" name="Google Shape;2294;p25"/>
            <p:cNvSpPr/>
            <p:nvPr/>
          </p:nvSpPr>
          <p:spPr>
            <a:xfrm>
              <a:off x="5427403" y="1274763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5" name="Google Shape;2295;p25"/>
            <p:cNvSpPr/>
            <p:nvPr/>
          </p:nvSpPr>
          <p:spPr>
            <a:xfrm>
              <a:off x="5373428" y="13271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p25"/>
            <p:cNvSpPr/>
            <p:nvPr/>
          </p:nvSpPr>
          <p:spPr>
            <a:xfrm>
              <a:off x="5319453" y="13811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p25"/>
            <p:cNvSpPr/>
            <p:nvPr/>
          </p:nvSpPr>
          <p:spPr>
            <a:xfrm>
              <a:off x="5267065" y="1435100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8" name="Google Shape;2298;p25"/>
            <p:cNvSpPr/>
            <p:nvPr/>
          </p:nvSpPr>
          <p:spPr>
            <a:xfrm>
              <a:off x="5213090" y="14890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p26"/>
          <p:cNvSpPr txBox="1">
            <a:spLocks noGrp="1"/>
          </p:cNvSpPr>
          <p:nvPr>
            <p:ph type="title"/>
          </p:nvPr>
        </p:nvSpPr>
        <p:spPr>
          <a:xfrm>
            <a:off x="723900" y="3844151"/>
            <a:ext cx="7696199" cy="74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1" name="Google Shape;2301;p26"/>
          <p:cNvSpPr/>
          <p:nvPr/>
        </p:nvSpPr>
        <p:spPr>
          <a:xfrm rot="10800000">
            <a:off x="-605116" y="4164123"/>
            <a:ext cx="2187206" cy="2575530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02" name="Google Shape;2302;p26"/>
          <p:cNvGrpSpPr/>
          <p:nvPr/>
        </p:nvGrpSpPr>
        <p:grpSpPr>
          <a:xfrm>
            <a:off x="7651434" y="-142378"/>
            <a:ext cx="1658248" cy="1282517"/>
            <a:chOff x="5136226" y="2246221"/>
            <a:chExt cx="1254126" cy="969962"/>
          </a:xfrm>
        </p:grpSpPr>
        <p:sp>
          <p:nvSpPr>
            <p:cNvPr id="2303" name="Google Shape;2303;p26"/>
            <p:cNvSpPr/>
            <p:nvPr/>
          </p:nvSpPr>
          <p:spPr>
            <a:xfrm>
              <a:off x="5448964" y="2246221"/>
              <a:ext cx="941388" cy="657225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5136226" y="2558958"/>
              <a:ext cx="941388" cy="657225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5521989" y="257007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7" h="12207" extrusionOk="0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5604539" y="248752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6" h="12206" extrusionOk="0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07" name="Google Shape;2307;p26"/>
          <p:cNvGrpSpPr/>
          <p:nvPr/>
        </p:nvGrpSpPr>
        <p:grpSpPr>
          <a:xfrm>
            <a:off x="-1344947" y="2853552"/>
            <a:ext cx="2090651" cy="2092749"/>
            <a:chOff x="5213090" y="468313"/>
            <a:chExt cx="1581151" cy="1582738"/>
          </a:xfrm>
        </p:grpSpPr>
        <p:sp>
          <p:nvSpPr>
            <p:cNvPr id="2308" name="Google Shape;2308;p26"/>
            <p:cNvSpPr/>
            <p:nvPr/>
          </p:nvSpPr>
          <p:spPr>
            <a:xfrm>
              <a:off x="6760903" y="995363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9" name="Google Shape;2309;p26"/>
            <p:cNvSpPr/>
            <p:nvPr/>
          </p:nvSpPr>
          <p:spPr>
            <a:xfrm>
              <a:off x="6705340" y="10477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0" name="Google Shape;2310;p26"/>
            <p:cNvSpPr/>
            <p:nvPr/>
          </p:nvSpPr>
          <p:spPr>
            <a:xfrm>
              <a:off x="6651365" y="11017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1" name="Google Shape;2311;p26"/>
            <p:cNvSpPr/>
            <p:nvPr/>
          </p:nvSpPr>
          <p:spPr>
            <a:xfrm>
              <a:off x="6597390" y="11557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2" name="Google Shape;2312;p26"/>
            <p:cNvSpPr/>
            <p:nvPr/>
          </p:nvSpPr>
          <p:spPr>
            <a:xfrm>
              <a:off x="6545003" y="1209675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3" name="Google Shape;2313;p26"/>
            <p:cNvSpPr/>
            <p:nvPr/>
          </p:nvSpPr>
          <p:spPr>
            <a:xfrm>
              <a:off x="6491028" y="1263650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4" name="Google Shape;2314;p26"/>
            <p:cNvSpPr/>
            <p:nvPr/>
          </p:nvSpPr>
          <p:spPr>
            <a:xfrm>
              <a:off x="6437053" y="13160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5" name="Google Shape;2315;p26"/>
            <p:cNvSpPr/>
            <p:nvPr/>
          </p:nvSpPr>
          <p:spPr>
            <a:xfrm>
              <a:off x="6383078" y="137001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6" name="Google Shape;2316;p26"/>
            <p:cNvSpPr/>
            <p:nvPr/>
          </p:nvSpPr>
          <p:spPr>
            <a:xfrm>
              <a:off x="6329103" y="14239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7" name="Google Shape;2317;p26"/>
            <p:cNvSpPr/>
            <p:nvPr/>
          </p:nvSpPr>
          <p:spPr>
            <a:xfrm>
              <a:off x="6275128" y="14779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8" name="Google Shape;2318;p26"/>
            <p:cNvSpPr/>
            <p:nvPr/>
          </p:nvSpPr>
          <p:spPr>
            <a:xfrm>
              <a:off x="6222740" y="1531938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9" name="Google Shape;2319;p26"/>
            <p:cNvSpPr/>
            <p:nvPr/>
          </p:nvSpPr>
          <p:spPr>
            <a:xfrm>
              <a:off x="6168765" y="1585913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0" name="Google Shape;2320;p26"/>
            <p:cNvSpPr/>
            <p:nvPr/>
          </p:nvSpPr>
          <p:spPr>
            <a:xfrm>
              <a:off x="6114790" y="16383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1" name="Google Shape;2321;p26"/>
            <p:cNvSpPr/>
            <p:nvPr/>
          </p:nvSpPr>
          <p:spPr>
            <a:xfrm>
              <a:off x="6060815" y="16922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2" name="Google Shape;2322;p26"/>
            <p:cNvSpPr/>
            <p:nvPr/>
          </p:nvSpPr>
          <p:spPr>
            <a:xfrm>
              <a:off x="6006840" y="17462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3" name="Google Shape;2323;p26"/>
            <p:cNvSpPr/>
            <p:nvPr/>
          </p:nvSpPr>
          <p:spPr>
            <a:xfrm>
              <a:off x="5952865" y="18002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4" name="Google Shape;2324;p26"/>
            <p:cNvSpPr/>
            <p:nvPr/>
          </p:nvSpPr>
          <p:spPr>
            <a:xfrm>
              <a:off x="5902065" y="1855788"/>
              <a:ext cx="31750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5" name="Google Shape;2325;p26"/>
            <p:cNvSpPr/>
            <p:nvPr/>
          </p:nvSpPr>
          <p:spPr>
            <a:xfrm>
              <a:off x="5848090" y="1909763"/>
              <a:ext cx="33338" cy="317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6" name="Google Shape;2326;p26"/>
            <p:cNvSpPr/>
            <p:nvPr/>
          </p:nvSpPr>
          <p:spPr>
            <a:xfrm>
              <a:off x="5792528" y="19605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7" name="Google Shape;2327;p26"/>
            <p:cNvSpPr/>
            <p:nvPr/>
          </p:nvSpPr>
          <p:spPr>
            <a:xfrm>
              <a:off x="5738553" y="20145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8" name="Google Shape;2328;p26"/>
            <p:cNvSpPr/>
            <p:nvPr/>
          </p:nvSpPr>
          <p:spPr>
            <a:xfrm>
              <a:off x="6714865" y="95091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9" name="Google Shape;2329;p26"/>
            <p:cNvSpPr/>
            <p:nvPr/>
          </p:nvSpPr>
          <p:spPr>
            <a:xfrm>
              <a:off x="6662478" y="1004888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0" name="Google Shape;2330;p26"/>
            <p:cNvSpPr/>
            <p:nvPr/>
          </p:nvSpPr>
          <p:spPr>
            <a:xfrm>
              <a:off x="6610090" y="1058863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1" name="Google Shape;2331;p26"/>
            <p:cNvSpPr/>
            <p:nvPr/>
          </p:nvSpPr>
          <p:spPr>
            <a:xfrm>
              <a:off x="6556115" y="1112838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2" name="Google Shape;2332;p26"/>
            <p:cNvSpPr/>
            <p:nvPr/>
          </p:nvSpPr>
          <p:spPr>
            <a:xfrm>
              <a:off x="6500553" y="11652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3" name="Google Shape;2333;p26"/>
            <p:cNvSpPr/>
            <p:nvPr/>
          </p:nvSpPr>
          <p:spPr>
            <a:xfrm>
              <a:off x="6446578" y="12192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4" name="Google Shape;2334;p26"/>
            <p:cNvSpPr/>
            <p:nvPr/>
          </p:nvSpPr>
          <p:spPr>
            <a:xfrm>
              <a:off x="6392603" y="12731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5" name="Google Shape;2335;p26"/>
            <p:cNvSpPr/>
            <p:nvPr/>
          </p:nvSpPr>
          <p:spPr>
            <a:xfrm>
              <a:off x="6340215" y="1327150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6" name="Google Shape;2336;p26"/>
            <p:cNvSpPr/>
            <p:nvPr/>
          </p:nvSpPr>
          <p:spPr>
            <a:xfrm>
              <a:off x="6286240" y="1379538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7" name="Google Shape;2337;p26"/>
            <p:cNvSpPr/>
            <p:nvPr/>
          </p:nvSpPr>
          <p:spPr>
            <a:xfrm>
              <a:off x="6233853" y="1435100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8" name="Google Shape;2338;p26"/>
            <p:cNvSpPr/>
            <p:nvPr/>
          </p:nvSpPr>
          <p:spPr>
            <a:xfrm>
              <a:off x="6178290" y="14874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9" name="Google Shape;2339;p26"/>
            <p:cNvSpPr/>
            <p:nvPr/>
          </p:nvSpPr>
          <p:spPr>
            <a:xfrm>
              <a:off x="6124315" y="15414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0" name="Google Shape;2340;p26"/>
            <p:cNvSpPr/>
            <p:nvPr/>
          </p:nvSpPr>
          <p:spPr>
            <a:xfrm>
              <a:off x="6070340" y="15954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1" name="Google Shape;2341;p26"/>
            <p:cNvSpPr/>
            <p:nvPr/>
          </p:nvSpPr>
          <p:spPr>
            <a:xfrm>
              <a:off x="6016365" y="1649413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2" name="Google Shape;2342;p26"/>
            <p:cNvSpPr/>
            <p:nvPr/>
          </p:nvSpPr>
          <p:spPr>
            <a:xfrm>
              <a:off x="5963978" y="1701800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3" name="Google Shape;2343;p26"/>
            <p:cNvSpPr/>
            <p:nvPr/>
          </p:nvSpPr>
          <p:spPr>
            <a:xfrm>
              <a:off x="5910003" y="17557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4" name="Google Shape;2344;p26"/>
            <p:cNvSpPr/>
            <p:nvPr/>
          </p:nvSpPr>
          <p:spPr>
            <a:xfrm>
              <a:off x="5856028" y="18097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5" name="Google Shape;2345;p26"/>
            <p:cNvSpPr/>
            <p:nvPr/>
          </p:nvSpPr>
          <p:spPr>
            <a:xfrm>
              <a:off x="5802053" y="18637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6" name="Google Shape;2346;p26"/>
            <p:cNvSpPr/>
            <p:nvPr/>
          </p:nvSpPr>
          <p:spPr>
            <a:xfrm>
              <a:off x="5748078" y="19177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7" name="Google Shape;2347;p26"/>
            <p:cNvSpPr/>
            <p:nvPr/>
          </p:nvSpPr>
          <p:spPr>
            <a:xfrm>
              <a:off x="5695690" y="1973263"/>
              <a:ext cx="33338" cy="317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8" name="Google Shape;2348;p26"/>
            <p:cNvSpPr/>
            <p:nvPr/>
          </p:nvSpPr>
          <p:spPr>
            <a:xfrm>
              <a:off x="6672003" y="9064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9" name="Google Shape;2349;p26"/>
            <p:cNvSpPr/>
            <p:nvPr/>
          </p:nvSpPr>
          <p:spPr>
            <a:xfrm>
              <a:off x="6618028" y="9604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0" name="Google Shape;2350;p26"/>
            <p:cNvSpPr/>
            <p:nvPr/>
          </p:nvSpPr>
          <p:spPr>
            <a:xfrm>
              <a:off x="6565640" y="1016000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1" name="Google Shape;2351;p26"/>
            <p:cNvSpPr/>
            <p:nvPr/>
          </p:nvSpPr>
          <p:spPr>
            <a:xfrm>
              <a:off x="6511665" y="1069975"/>
              <a:ext cx="33338" cy="317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2" name="Google Shape;2352;p26"/>
            <p:cNvSpPr/>
            <p:nvPr/>
          </p:nvSpPr>
          <p:spPr>
            <a:xfrm>
              <a:off x="6456103" y="11207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3" name="Google Shape;2353;p26"/>
            <p:cNvSpPr/>
            <p:nvPr/>
          </p:nvSpPr>
          <p:spPr>
            <a:xfrm>
              <a:off x="6403715" y="1174750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4" name="Google Shape;2354;p26"/>
            <p:cNvSpPr/>
            <p:nvPr/>
          </p:nvSpPr>
          <p:spPr>
            <a:xfrm>
              <a:off x="6349740" y="12287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5" name="Google Shape;2355;p26"/>
            <p:cNvSpPr/>
            <p:nvPr/>
          </p:nvSpPr>
          <p:spPr>
            <a:xfrm>
              <a:off x="6295765" y="12827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6" name="Google Shape;2356;p26"/>
            <p:cNvSpPr/>
            <p:nvPr/>
          </p:nvSpPr>
          <p:spPr>
            <a:xfrm>
              <a:off x="6241790" y="13366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57" name="Google Shape;2357;p26"/>
            <p:cNvGrpSpPr/>
            <p:nvPr/>
          </p:nvGrpSpPr>
          <p:grpSpPr>
            <a:xfrm>
              <a:off x="5255952" y="468313"/>
              <a:ext cx="1408113" cy="1493838"/>
              <a:chOff x="3702" y="295"/>
              <a:chExt cx="887" cy="941"/>
            </a:xfrm>
          </p:grpSpPr>
          <p:sp>
            <p:nvSpPr>
              <p:cNvPr id="2358" name="Google Shape;2358;p26"/>
              <p:cNvSpPr/>
              <p:nvPr/>
            </p:nvSpPr>
            <p:spPr>
              <a:xfrm>
                <a:off x="4289" y="876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9" name="Google Shape;2359;p26"/>
              <p:cNvSpPr/>
              <p:nvPr/>
            </p:nvSpPr>
            <p:spPr>
              <a:xfrm>
                <a:off x="4255" y="910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0" name="Google Shape;2360;p26"/>
              <p:cNvSpPr/>
              <p:nvPr/>
            </p:nvSpPr>
            <p:spPr>
              <a:xfrm>
                <a:off x="4222" y="943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1" name="Google Shape;2361;p26"/>
              <p:cNvSpPr/>
              <p:nvPr/>
            </p:nvSpPr>
            <p:spPr>
              <a:xfrm>
                <a:off x="4188" y="97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2" name="Google Shape;2362;p26"/>
              <p:cNvSpPr/>
              <p:nvPr/>
            </p:nvSpPr>
            <p:spPr>
              <a:xfrm>
                <a:off x="4154" y="101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3" name="Google Shape;2363;p26"/>
              <p:cNvSpPr/>
              <p:nvPr/>
            </p:nvSpPr>
            <p:spPr>
              <a:xfrm>
                <a:off x="4120" y="104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4" name="Google Shape;2364;p26"/>
              <p:cNvSpPr/>
              <p:nvPr/>
            </p:nvSpPr>
            <p:spPr>
              <a:xfrm>
                <a:off x="4086" y="1079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5" name="Google Shape;2365;p26"/>
              <p:cNvSpPr/>
              <p:nvPr/>
            </p:nvSpPr>
            <p:spPr>
              <a:xfrm>
                <a:off x="4052" y="1113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6" name="Google Shape;2366;p26"/>
              <p:cNvSpPr/>
              <p:nvPr/>
            </p:nvSpPr>
            <p:spPr>
              <a:xfrm>
                <a:off x="4019" y="1146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7" name="Google Shape;2367;p26"/>
              <p:cNvSpPr/>
              <p:nvPr/>
            </p:nvSpPr>
            <p:spPr>
              <a:xfrm>
                <a:off x="3985" y="118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8" name="Google Shape;2368;p26"/>
              <p:cNvSpPr/>
              <p:nvPr/>
            </p:nvSpPr>
            <p:spPr>
              <a:xfrm>
                <a:off x="3952" y="1215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9" name="Google Shape;2369;p26"/>
              <p:cNvSpPr/>
              <p:nvPr/>
            </p:nvSpPr>
            <p:spPr>
              <a:xfrm>
                <a:off x="4566" y="544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0" name="Google Shape;2370;p26"/>
              <p:cNvSpPr/>
              <p:nvPr/>
            </p:nvSpPr>
            <p:spPr>
              <a:xfrm>
                <a:off x="4532" y="57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1" name="Google Shape;2371;p26"/>
              <p:cNvSpPr/>
              <p:nvPr/>
            </p:nvSpPr>
            <p:spPr>
              <a:xfrm>
                <a:off x="4498" y="61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2" name="Google Shape;2372;p26"/>
              <p:cNvSpPr/>
              <p:nvPr/>
            </p:nvSpPr>
            <p:spPr>
              <a:xfrm>
                <a:off x="4465" y="645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3" name="Google Shape;2373;p26"/>
              <p:cNvSpPr/>
              <p:nvPr/>
            </p:nvSpPr>
            <p:spPr>
              <a:xfrm>
                <a:off x="4431" y="67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4" name="Google Shape;2374;p26"/>
              <p:cNvSpPr/>
              <p:nvPr/>
            </p:nvSpPr>
            <p:spPr>
              <a:xfrm>
                <a:off x="4398" y="714"/>
                <a:ext cx="21" cy="2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5" name="Google Shape;2375;p26"/>
              <p:cNvSpPr/>
              <p:nvPr/>
            </p:nvSpPr>
            <p:spPr>
              <a:xfrm>
                <a:off x="4363" y="747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6" name="Google Shape;2376;p26"/>
              <p:cNvSpPr/>
              <p:nvPr/>
            </p:nvSpPr>
            <p:spPr>
              <a:xfrm>
                <a:off x="4329" y="78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7" name="Google Shape;2377;p26"/>
              <p:cNvSpPr/>
              <p:nvPr/>
            </p:nvSpPr>
            <p:spPr>
              <a:xfrm>
                <a:off x="4295" y="81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8" name="Google Shape;2378;p26"/>
              <p:cNvSpPr/>
              <p:nvPr/>
            </p:nvSpPr>
            <p:spPr>
              <a:xfrm>
                <a:off x="4262" y="848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9" name="Google Shape;2379;p26"/>
              <p:cNvSpPr/>
              <p:nvPr/>
            </p:nvSpPr>
            <p:spPr>
              <a:xfrm>
                <a:off x="4228" y="88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0" name="Google Shape;2380;p26"/>
              <p:cNvSpPr/>
              <p:nvPr/>
            </p:nvSpPr>
            <p:spPr>
              <a:xfrm>
                <a:off x="4195" y="917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1" name="Google Shape;2381;p26"/>
              <p:cNvSpPr/>
              <p:nvPr/>
            </p:nvSpPr>
            <p:spPr>
              <a:xfrm>
                <a:off x="4161" y="951"/>
                <a:ext cx="21" cy="2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2" name="Google Shape;2382;p26"/>
              <p:cNvSpPr/>
              <p:nvPr/>
            </p:nvSpPr>
            <p:spPr>
              <a:xfrm>
                <a:off x="4126" y="98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3" name="Google Shape;2383;p26"/>
              <p:cNvSpPr/>
              <p:nvPr/>
            </p:nvSpPr>
            <p:spPr>
              <a:xfrm>
                <a:off x="4092" y="101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4" name="Google Shape;2384;p26"/>
              <p:cNvSpPr/>
              <p:nvPr/>
            </p:nvSpPr>
            <p:spPr>
              <a:xfrm>
                <a:off x="4059" y="1051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5" name="Google Shape;2385;p26"/>
              <p:cNvSpPr/>
              <p:nvPr/>
            </p:nvSpPr>
            <p:spPr>
              <a:xfrm>
                <a:off x="4025" y="108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6" name="Google Shape;2386;p26"/>
              <p:cNvSpPr/>
              <p:nvPr/>
            </p:nvSpPr>
            <p:spPr>
              <a:xfrm>
                <a:off x="3991" y="111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7" name="Google Shape;2387;p26"/>
              <p:cNvSpPr/>
              <p:nvPr/>
            </p:nvSpPr>
            <p:spPr>
              <a:xfrm>
                <a:off x="3957" y="1153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8" name="Google Shape;2388;p26"/>
              <p:cNvSpPr/>
              <p:nvPr/>
            </p:nvSpPr>
            <p:spPr>
              <a:xfrm>
                <a:off x="3923" y="118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9" name="Google Shape;2389;p26"/>
              <p:cNvSpPr/>
              <p:nvPr/>
            </p:nvSpPr>
            <p:spPr>
              <a:xfrm>
                <a:off x="4539" y="516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0" name="Google Shape;2390;p26"/>
              <p:cNvSpPr/>
              <p:nvPr/>
            </p:nvSpPr>
            <p:spPr>
              <a:xfrm>
                <a:off x="4505" y="55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1" name="Google Shape;2391;p26"/>
              <p:cNvSpPr/>
              <p:nvPr/>
            </p:nvSpPr>
            <p:spPr>
              <a:xfrm>
                <a:off x="4471" y="584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2" name="Google Shape;2392;p26"/>
              <p:cNvSpPr/>
              <p:nvPr/>
            </p:nvSpPr>
            <p:spPr>
              <a:xfrm>
                <a:off x="4437" y="61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3" name="Google Shape;2393;p26"/>
              <p:cNvSpPr/>
              <p:nvPr/>
            </p:nvSpPr>
            <p:spPr>
              <a:xfrm>
                <a:off x="4403" y="65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4" name="Google Shape;2394;p26"/>
              <p:cNvSpPr/>
              <p:nvPr/>
            </p:nvSpPr>
            <p:spPr>
              <a:xfrm>
                <a:off x="4370" y="686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5" name="Google Shape;2395;p26"/>
              <p:cNvSpPr/>
              <p:nvPr/>
            </p:nvSpPr>
            <p:spPr>
              <a:xfrm>
                <a:off x="4337" y="720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6" name="Google Shape;2396;p26"/>
              <p:cNvSpPr/>
              <p:nvPr/>
            </p:nvSpPr>
            <p:spPr>
              <a:xfrm>
                <a:off x="4302" y="75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7" name="Google Shape;2397;p26"/>
              <p:cNvSpPr/>
              <p:nvPr/>
            </p:nvSpPr>
            <p:spPr>
              <a:xfrm>
                <a:off x="4268" y="787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8" name="Google Shape;2398;p26"/>
              <p:cNvSpPr/>
              <p:nvPr/>
            </p:nvSpPr>
            <p:spPr>
              <a:xfrm>
                <a:off x="4234" y="82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9" name="Google Shape;2399;p26"/>
              <p:cNvSpPr/>
              <p:nvPr/>
            </p:nvSpPr>
            <p:spPr>
              <a:xfrm>
                <a:off x="4200" y="85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0" name="Google Shape;2400;p26"/>
              <p:cNvSpPr/>
              <p:nvPr/>
            </p:nvSpPr>
            <p:spPr>
              <a:xfrm>
                <a:off x="4166" y="88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1" name="Google Shape;2401;p26"/>
              <p:cNvSpPr/>
              <p:nvPr/>
            </p:nvSpPr>
            <p:spPr>
              <a:xfrm>
                <a:off x="4133" y="922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2" name="Google Shape;2402;p26"/>
              <p:cNvSpPr/>
              <p:nvPr/>
            </p:nvSpPr>
            <p:spPr>
              <a:xfrm>
                <a:off x="4099" y="956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3" name="Google Shape;2403;p26"/>
              <p:cNvSpPr/>
              <p:nvPr/>
            </p:nvSpPr>
            <p:spPr>
              <a:xfrm>
                <a:off x="4065" y="990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6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4" name="Google Shape;2404;p26"/>
              <p:cNvSpPr/>
              <p:nvPr/>
            </p:nvSpPr>
            <p:spPr>
              <a:xfrm>
                <a:off x="4031" y="102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5" name="Google Shape;2405;p26"/>
              <p:cNvSpPr/>
              <p:nvPr/>
            </p:nvSpPr>
            <p:spPr>
              <a:xfrm>
                <a:off x="3997" y="105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6" name="Google Shape;2406;p26"/>
              <p:cNvSpPr/>
              <p:nvPr/>
            </p:nvSpPr>
            <p:spPr>
              <a:xfrm>
                <a:off x="3963" y="109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7" name="Google Shape;2407;p26"/>
              <p:cNvSpPr/>
              <p:nvPr/>
            </p:nvSpPr>
            <p:spPr>
              <a:xfrm>
                <a:off x="3929" y="112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8" name="Google Shape;2408;p26"/>
              <p:cNvSpPr/>
              <p:nvPr/>
            </p:nvSpPr>
            <p:spPr>
              <a:xfrm>
                <a:off x="3896" y="1159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9" name="Google Shape;2409;p26"/>
              <p:cNvSpPr/>
              <p:nvPr/>
            </p:nvSpPr>
            <p:spPr>
              <a:xfrm>
                <a:off x="4511" y="48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0" name="Google Shape;2410;p26"/>
              <p:cNvSpPr/>
              <p:nvPr/>
            </p:nvSpPr>
            <p:spPr>
              <a:xfrm>
                <a:off x="4477" y="5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1" name="Google Shape;2411;p26"/>
              <p:cNvSpPr/>
              <p:nvPr/>
            </p:nvSpPr>
            <p:spPr>
              <a:xfrm>
                <a:off x="4443" y="5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2" name="Google Shape;2412;p26"/>
              <p:cNvSpPr/>
              <p:nvPr/>
            </p:nvSpPr>
            <p:spPr>
              <a:xfrm>
                <a:off x="4409" y="59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3" name="Google Shape;2413;p26"/>
              <p:cNvSpPr/>
              <p:nvPr/>
            </p:nvSpPr>
            <p:spPr>
              <a:xfrm>
                <a:off x="4376" y="624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4" name="Google Shape;2414;p26"/>
              <p:cNvSpPr/>
              <p:nvPr/>
            </p:nvSpPr>
            <p:spPr>
              <a:xfrm>
                <a:off x="4342" y="65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5" name="Google Shape;2415;p26"/>
              <p:cNvSpPr/>
              <p:nvPr/>
            </p:nvSpPr>
            <p:spPr>
              <a:xfrm>
                <a:off x="4308" y="69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6" name="Google Shape;2416;p26"/>
              <p:cNvSpPr/>
              <p:nvPr/>
            </p:nvSpPr>
            <p:spPr>
              <a:xfrm>
                <a:off x="4274" y="72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7" name="Google Shape;2417;p26"/>
              <p:cNvSpPr/>
              <p:nvPr/>
            </p:nvSpPr>
            <p:spPr>
              <a:xfrm>
                <a:off x="4240" y="75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8" name="Google Shape;2418;p26"/>
              <p:cNvSpPr/>
              <p:nvPr/>
            </p:nvSpPr>
            <p:spPr>
              <a:xfrm>
                <a:off x="4206" y="79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9" name="Google Shape;2419;p26"/>
              <p:cNvSpPr/>
              <p:nvPr/>
            </p:nvSpPr>
            <p:spPr>
              <a:xfrm>
                <a:off x="4173" y="827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0" name="Google Shape;2420;p26"/>
              <p:cNvSpPr/>
              <p:nvPr/>
            </p:nvSpPr>
            <p:spPr>
              <a:xfrm>
                <a:off x="4139" y="861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1" name="Google Shape;2421;p26"/>
              <p:cNvSpPr/>
              <p:nvPr/>
            </p:nvSpPr>
            <p:spPr>
              <a:xfrm>
                <a:off x="4105" y="89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2" name="Google Shape;2422;p26"/>
              <p:cNvSpPr/>
              <p:nvPr/>
            </p:nvSpPr>
            <p:spPr>
              <a:xfrm>
                <a:off x="4072" y="929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3" name="Google Shape;2423;p26"/>
              <p:cNvSpPr/>
              <p:nvPr/>
            </p:nvSpPr>
            <p:spPr>
              <a:xfrm>
                <a:off x="4038" y="963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4" name="Google Shape;2424;p26"/>
              <p:cNvSpPr/>
              <p:nvPr/>
            </p:nvSpPr>
            <p:spPr>
              <a:xfrm>
                <a:off x="4003" y="99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5" name="Google Shape;2425;p26"/>
              <p:cNvSpPr/>
              <p:nvPr/>
            </p:nvSpPr>
            <p:spPr>
              <a:xfrm>
                <a:off x="3970" y="1030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6" name="Google Shape;2426;p26"/>
              <p:cNvSpPr/>
              <p:nvPr/>
            </p:nvSpPr>
            <p:spPr>
              <a:xfrm>
                <a:off x="3936" y="1064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7" name="Google Shape;2427;p26"/>
              <p:cNvSpPr/>
              <p:nvPr/>
            </p:nvSpPr>
            <p:spPr>
              <a:xfrm>
                <a:off x="3902" y="109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8" name="Google Shape;2428;p26"/>
              <p:cNvSpPr/>
              <p:nvPr/>
            </p:nvSpPr>
            <p:spPr>
              <a:xfrm>
                <a:off x="3868" y="113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9" name="Google Shape;2429;p26"/>
              <p:cNvSpPr/>
              <p:nvPr/>
            </p:nvSpPr>
            <p:spPr>
              <a:xfrm>
                <a:off x="4483" y="461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0" name="Google Shape;2430;p26"/>
              <p:cNvSpPr/>
              <p:nvPr/>
            </p:nvSpPr>
            <p:spPr>
              <a:xfrm>
                <a:off x="4450" y="495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1" name="Google Shape;2431;p26"/>
              <p:cNvSpPr/>
              <p:nvPr/>
            </p:nvSpPr>
            <p:spPr>
              <a:xfrm>
                <a:off x="4416" y="528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2" name="Google Shape;2432;p26"/>
              <p:cNvSpPr/>
              <p:nvPr/>
            </p:nvSpPr>
            <p:spPr>
              <a:xfrm>
                <a:off x="4382" y="56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3" name="Google Shape;2433;p26"/>
              <p:cNvSpPr/>
              <p:nvPr/>
            </p:nvSpPr>
            <p:spPr>
              <a:xfrm>
                <a:off x="4348" y="59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4" name="Google Shape;2434;p26"/>
              <p:cNvSpPr/>
              <p:nvPr/>
            </p:nvSpPr>
            <p:spPr>
              <a:xfrm>
                <a:off x="4314" y="63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5" name="Google Shape;2435;p26"/>
              <p:cNvSpPr/>
              <p:nvPr/>
            </p:nvSpPr>
            <p:spPr>
              <a:xfrm>
                <a:off x="4280" y="66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6" name="Google Shape;2436;p26"/>
              <p:cNvSpPr/>
              <p:nvPr/>
            </p:nvSpPr>
            <p:spPr>
              <a:xfrm>
                <a:off x="4246" y="698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7" name="Google Shape;2437;p26"/>
              <p:cNvSpPr/>
              <p:nvPr/>
            </p:nvSpPr>
            <p:spPr>
              <a:xfrm>
                <a:off x="4214" y="732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8" name="Google Shape;2438;p26"/>
              <p:cNvSpPr/>
              <p:nvPr/>
            </p:nvSpPr>
            <p:spPr>
              <a:xfrm>
                <a:off x="4179" y="76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9" name="Google Shape;2439;p26"/>
              <p:cNvSpPr/>
              <p:nvPr/>
            </p:nvSpPr>
            <p:spPr>
              <a:xfrm>
                <a:off x="4145" y="79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0" name="Google Shape;2440;p26"/>
              <p:cNvSpPr/>
              <p:nvPr/>
            </p:nvSpPr>
            <p:spPr>
              <a:xfrm>
                <a:off x="4111" y="83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1" name="Google Shape;2441;p26"/>
              <p:cNvSpPr/>
              <p:nvPr/>
            </p:nvSpPr>
            <p:spPr>
              <a:xfrm>
                <a:off x="4077" y="86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2" name="Google Shape;2442;p26"/>
              <p:cNvSpPr/>
              <p:nvPr/>
            </p:nvSpPr>
            <p:spPr>
              <a:xfrm>
                <a:off x="4043" y="901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3" name="Google Shape;2443;p26"/>
              <p:cNvSpPr/>
              <p:nvPr/>
            </p:nvSpPr>
            <p:spPr>
              <a:xfrm>
                <a:off x="4011" y="935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4" name="Google Shape;2444;p26"/>
              <p:cNvSpPr/>
              <p:nvPr/>
            </p:nvSpPr>
            <p:spPr>
              <a:xfrm>
                <a:off x="3976" y="96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5" name="Google Shape;2445;p26"/>
              <p:cNvSpPr/>
              <p:nvPr/>
            </p:nvSpPr>
            <p:spPr>
              <a:xfrm>
                <a:off x="3942" y="100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6" name="Google Shape;2446;p26"/>
              <p:cNvSpPr/>
              <p:nvPr/>
            </p:nvSpPr>
            <p:spPr>
              <a:xfrm>
                <a:off x="3908" y="103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7" name="Google Shape;2447;p26"/>
              <p:cNvSpPr/>
              <p:nvPr/>
            </p:nvSpPr>
            <p:spPr>
              <a:xfrm>
                <a:off x="3874" y="107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8" name="Google Shape;2448;p26"/>
              <p:cNvSpPr/>
              <p:nvPr/>
            </p:nvSpPr>
            <p:spPr>
              <a:xfrm>
                <a:off x="3840" y="1104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9" name="Google Shape;2449;p26"/>
              <p:cNvSpPr/>
              <p:nvPr/>
            </p:nvSpPr>
            <p:spPr>
              <a:xfrm>
                <a:off x="4457" y="434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0" name="Google Shape;2450;p26"/>
              <p:cNvSpPr/>
              <p:nvPr/>
            </p:nvSpPr>
            <p:spPr>
              <a:xfrm>
                <a:off x="4423" y="468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1" name="Google Shape;2451;p26"/>
              <p:cNvSpPr/>
              <p:nvPr/>
            </p:nvSpPr>
            <p:spPr>
              <a:xfrm>
                <a:off x="4388" y="50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2" name="Google Shape;2452;p26"/>
              <p:cNvSpPr/>
              <p:nvPr/>
            </p:nvSpPr>
            <p:spPr>
              <a:xfrm>
                <a:off x="4354" y="535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3" name="Google Shape;2453;p26"/>
              <p:cNvSpPr/>
              <p:nvPr/>
            </p:nvSpPr>
            <p:spPr>
              <a:xfrm>
                <a:off x="4320" y="56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4" name="Google Shape;2454;p26"/>
              <p:cNvSpPr/>
              <p:nvPr/>
            </p:nvSpPr>
            <p:spPr>
              <a:xfrm>
                <a:off x="4287" y="602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5" name="Google Shape;2455;p26"/>
              <p:cNvSpPr/>
              <p:nvPr/>
            </p:nvSpPr>
            <p:spPr>
              <a:xfrm>
                <a:off x="4253" y="63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6" name="Google Shape;2456;p26"/>
              <p:cNvSpPr/>
              <p:nvPr/>
            </p:nvSpPr>
            <p:spPr>
              <a:xfrm>
                <a:off x="4219" y="67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7" name="Google Shape;2457;p26"/>
              <p:cNvSpPr/>
              <p:nvPr/>
            </p:nvSpPr>
            <p:spPr>
              <a:xfrm>
                <a:off x="4185" y="70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8" name="Google Shape;2458;p26"/>
              <p:cNvSpPr/>
              <p:nvPr/>
            </p:nvSpPr>
            <p:spPr>
              <a:xfrm>
                <a:off x="4151" y="738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9" name="Google Shape;2459;p26"/>
              <p:cNvSpPr/>
              <p:nvPr/>
            </p:nvSpPr>
            <p:spPr>
              <a:xfrm>
                <a:off x="4117" y="77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0" name="Google Shape;2460;p26"/>
              <p:cNvSpPr/>
              <p:nvPr/>
            </p:nvSpPr>
            <p:spPr>
              <a:xfrm>
                <a:off x="4084" y="805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1" name="Google Shape;2461;p26"/>
              <p:cNvSpPr/>
              <p:nvPr/>
            </p:nvSpPr>
            <p:spPr>
              <a:xfrm>
                <a:off x="4050" y="839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2" name="Google Shape;2462;p26"/>
              <p:cNvSpPr/>
              <p:nvPr/>
            </p:nvSpPr>
            <p:spPr>
              <a:xfrm>
                <a:off x="4016" y="87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3" name="Google Shape;2463;p26"/>
              <p:cNvSpPr/>
              <p:nvPr/>
            </p:nvSpPr>
            <p:spPr>
              <a:xfrm>
                <a:off x="3982" y="90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4" name="Google Shape;2464;p26"/>
              <p:cNvSpPr/>
              <p:nvPr/>
            </p:nvSpPr>
            <p:spPr>
              <a:xfrm>
                <a:off x="3948" y="941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5" name="Google Shape;2465;p26"/>
              <p:cNvSpPr/>
              <p:nvPr/>
            </p:nvSpPr>
            <p:spPr>
              <a:xfrm>
                <a:off x="3915" y="976"/>
                <a:ext cx="21" cy="2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6" name="Google Shape;2466;p26"/>
              <p:cNvSpPr/>
              <p:nvPr/>
            </p:nvSpPr>
            <p:spPr>
              <a:xfrm>
                <a:off x="3882" y="1009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7" name="Google Shape;2467;p26"/>
              <p:cNvSpPr/>
              <p:nvPr/>
            </p:nvSpPr>
            <p:spPr>
              <a:xfrm>
                <a:off x="3847" y="1042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8" name="Google Shape;2468;p26"/>
              <p:cNvSpPr/>
              <p:nvPr/>
            </p:nvSpPr>
            <p:spPr>
              <a:xfrm>
                <a:off x="3813" y="107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9" name="Google Shape;2469;p26"/>
              <p:cNvSpPr/>
              <p:nvPr/>
            </p:nvSpPr>
            <p:spPr>
              <a:xfrm>
                <a:off x="4429" y="406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0" name="Google Shape;2470;p26"/>
              <p:cNvSpPr/>
              <p:nvPr/>
            </p:nvSpPr>
            <p:spPr>
              <a:xfrm>
                <a:off x="4394" y="43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1" name="Google Shape;2471;p26"/>
              <p:cNvSpPr/>
              <p:nvPr/>
            </p:nvSpPr>
            <p:spPr>
              <a:xfrm>
                <a:off x="4360" y="47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2" name="Google Shape;2472;p26"/>
              <p:cNvSpPr/>
              <p:nvPr/>
            </p:nvSpPr>
            <p:spPr>
              <a:xfrm>
                <a:off x="4327" y="507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3" name="Google Shape;2473;p26"/>
              <p:cNvSpPr/>
              <p:nvPr/>
            </p:nvSpPr>
            <p:spPr>
              <a:xfrm>
                <a:off x="4293" y="54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4" name="Google Shape;2474;p26"/>
              <p:cNvSpPr/>
              <p:nvPr/>
            </p:nvSpPr>
            <p:spPr>
              <a:xfrm>
                <a:off x="4259" y="575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5" name="Google Shape;2475;p26"/>
              <p:cNvSpPr/>
              <p:nvPr/>
            </p:nvSpPr>
            <p:spPr>
              <a:xfrm>
                <a:off x="4225" y="609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6" name="Google Shape;2476;p26"/>
              <p:cNvSpPr/>
              <p:nvPr/>
            </p:nvSpPr>
            <p:spPr>
              <a:xfrm>
                <a:off x="4191" y="64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7" name="Google Shape;2477;p26"/>
              <p:cNvSpPr/>
              <p:nvPr/>
            </p:nvSpPr>
            <p:spPr>
              <a:xfrm>
                <a:off x="4157" y="67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8" name="Google Shape;2478;p26"/>
              <p:cNvSpPr/>
              <p:nvPr/>
            </p:nvSpPr>
            <p:spPr>
              <a:xfrm>
                <a:off x="4124" y="710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9" name="Google Shape;2479;p26"/>
              <p:cNvSpPr/>
              <p:nvPr/>
            </p:nvSpPr>
            <p:spPr>
              <a:xfrm>
                <a:off x="4090" y="74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0" name="Google Shape;2480;p26"/>
              <p:cNvSpPr/>
              <p:nvPr/>
            </p:nvSpPr>
            <p:spPr>
              <a:xfrm>
                <a:off x="4056" y="77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1" name="Google Shape;2481;p26"/>
              <p:cNvSpPr/>
              <p:nvPr/>
            </p:nvSpPr>
            <p:spPr>
              <a:xfrm>
                <a:off x="4022" y="812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2" name="Google Shape;2482;p26"/>
              <p:cNvSpPr/>
              <p:nvPr/>
            </p:nvSpPr>
            <p:spPr>
              <a:xfrm>
                <a:off x="3988" y="84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3" name="Google Shape;2483;p26"/>
              <p:cNvSpPr/>
              <p:nvPr/>
            </p:nvSpPr>
            <p:spPr>
              <a:xfrm>
                <a:off x="3954" y="87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4" name="Google Shape;2484;p26"/>
              <p:cNvSpPr/>
              <p:nvPr/>
            </p:nvSpPr>
            <p:spPr>
              <a:xfrm>
                <a:off x="3921" y="913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5" name="Google Shape;2485;p26"/>
              <p:cNvSpPr/>
              <p:nvPr/>
            </p:nvSpPr>
            <p:spPr>
              <a:xfrm>
                <a:off x="3888" y="948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6" name="Google Shape;2486;p26"/>
              <p:cNvSpPr/>
              <p:nvPr/>
            </p:nvSpPr>
            <p:spPr>
              <a:xfrm>
                <a:off x="3854" y="982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7" name="Google Shape;2487;p26"/>
              <p:cNvSpPr/>
              <p:nvPr/>
            </p:nvSpPr>
            <p:spPr>
              <a:xfrm>
                <a:off x="3819" y="1015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8" name="Google Shape;2488;p26"/>
              <p:cNvSpPr/>
              <p:nvPr/>
            </p:nvSpPr>
            <p:spPr>
              <a:xfrm>
                <a:off x="3785" y="104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9" name="Google Shape;2489;p26"/>
              <p:cNvSpPr/>
              <p:nvPr/>
            </p:nvSpPr>
            <p:spPr>
              <a:xfrm>
                <a:off x="4401" y="378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0" name="Google Shape;2490;p26"/>
              <p:cNvSpPr/>
              <p:nvPr/>
            </p:nvSpPr>
            <p:spPr>
              <a:xfrm>
                <a:off x="4367" y="41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1" name="Google Shape;2491;p26"/>
              <p:cNvSpPr/>
              <p:nvPr/>
            </p:nvSpPr>
            <p:spPr>
              <a:xfrm>
                <a:off x="4334" y="447"/>
                <a:ext cx="21" cy="2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2" name="Google Shape;2492;p26"/>
              <p:cNvSpPr/>
              <p:nvPr/>
            </p:nvSpPr>
            <p:spPr>
              <a:xfrm>
                <a:off x="4300" y="480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3" name="Google Shape;2493;p26"/>
              <p:cNvSpPr/>
              <p:nvPr/>
            </p:nvSpPr>
            <p:spPr>
              <a:xfrm>
                <a:off x="4265" y="51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4" name="Google Shape;2494;p26"/>
              <p:cNvSpPr/>
              <p:nvPr/>
            </p:nvSpPr>
            <p:spPr>
              <a:xfrm>
                <a:off x="4231" y="54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5" name="Google Shape;2495;p26"/>
              <p:cNvSpPr/>
              <p:nvPr/>
            </p:nvSpPr>
            <p:spPr>
              <a:xfrm>
                <a:off x="4198" y="581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6" name="Google Shape;2496;p26"/>
              <p:cNvSpPr/>
              <p:nvPr/>
            </p:nvSpPr>
            <p:spPr>
              <a:xfrm>
                <a:off x="4164" y="615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7" name="Google Shape;2497;p26"/>
              <p:cNvSpPr/>
              <p:nvPr/>
            </p:nvSpPr>
            <p:spPr>
              <a:xfrm>
                <a:off x="4130" y="649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8" name="Google Shape;2498;p26"/>
              <p:cNvSpPr/>
              <p:nvPr/>
            </p:nvSpPr>
            <p:spPr>
              <a:xfrm>
                <a:off x="4097" y="683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9" name="Google Shape;2499;p26"/>
              <p:cNvSpPr/>
              <p:nvPr/>
            </p:nvSpPr>
            <p:spPr>
              <a:xfrm>
                <a:off x="4062" y="71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0" name="Google Shape;2500;p26"/>
              <p:cNvSpPr/>
              <p:nvPr/>
            </p:nvSpPr>
            <p:spPr>
              <a:xfrm>
                <a:off x="4028" y="75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1" name="Google Shape;2501;p26"/>
              <p:cNvSpPr/>
              <p:nvPr/>
            </p:nvSpPr>
            <p:spPr>
              <a:xfrm>
                <a:off x="3994" y="78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2" name="Google Shape;2502;p26"/>
              <p:cNvSpPr/>
              <p:nvPr/>
            </p:nvSpPr>
            <p:spPr>
              <a:xfrm>
                <a:off x="3961" y="818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3" name="Google Shape;2503;p26"/>
              <p:cNvSpPr/>
              <p:nvPr/>
            </p:nvSpPr>
            <p:spPr>
              <a:xfrm>
                <a:off x="3927" y="852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4" name="Google Shape;2504;p26"/>
              <p:cNvSpPr/>
              <p:nvPr/>
            </p:nvSpPr>
            <p:spPr>
              <a:xfrm>
                <a:off x="3893" y="88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5" name="Google Shape;2505;p26"/>
              <p:cNvSpPr/>
              <p:nvPr/>
            </p:nvSpPr>
            <p:spPr>
              <a:xfrm>
                <a:off x="3859" y="91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6" name="Google Shape;2506;p26"/>
              <p:cNvSpPr/>
              <p:nvPr/>
            </p:nvSpPr>
            <p:spPr>
              <a:xfrm>
                <a:off x="3825" y="95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7" name="Google Shape;2507;p26"/>
              <p:cNvSpPr/>
              <p:nvPr/>
            </p:nvSpPr>
            <p:spPr>
              <a:xfrm>
                <a:off x="3791" y="98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8" name="Google Shape;2508;p26"/>
              <p:cNvSpPr/>
              <p:nvPr/>
            </p:nvSpPr>
            <p:spPr>
              <a:xfrm>
                <a:off x="3759" y="1022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9" name="Google Shape;2509;p26"/>
              <p:cNvSpPr/>
              <p:nvPr/>
            </p:nvSpPr>
            <p:spPr>
              <a:xfrm>
                <a:off x="4373" y="35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0" name="Google Shape;2510;p26"/>
              <p:cNvSpPr/>
              <p:nvPr/>
            </p:nvSpPr>
            <p:spPr>
              <a:xfrm>
                <a:off x="4339" y="38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1" name="Google Shape;2511;p26"/>
              <p:cNvSpPr/>
              <p:nvPr/>
            </p:nvSpPr>
            <p:spPr>
              <a:xfrm>
                <a:off x="4306" y="419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2" name="Google Shape;2512;p26"/>
              <p:cNvSpPr/>
              <p:nvPr/>
            </p:nvSpPr>
            <p:spPr>
              <a:xfrm>
                <a:off x="4272" y="453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3" name="Google Shape;2513;p26"/>
              <p:cNvSpPr/>
              <p:nvPr/>
            </p:nvSpPr>
            <p:spPr>
              <a:xfrm>
                <a:off x="4238" y="486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4" name="Google Shape;2514;p26"/>
              <p:cNvSpPr/>
              <p:nvPr/>
            </p:nvSpPr>
            <p:spPr>
              <a:xfrm>
                <a:off x="4204" y="51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5" name="Google Shape;2515;p26"/>
              <p:cNvSpPr/>
              <p:nvPr/>
            </p:nvSpPr>
            <p:spPr>
              <a:xfrm>
                <a:off x="4170" y="55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6" name="Google Shape;2516;p26"/>
              <p:cNvSpPr/>
              <p:nvPr/>
            </p:nvSpPr>
            <p:spPr>
              <a:xfrm>
                <a:off x="4136" y="58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7" name="Google Shape;2517;p26"/>
              <p:cNvSpPr/>
              <p:nvPr/>
            </p:nvSpPr>
            <p:spPr>
              <a:xfrm>
                <a:off x="4102" y="62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8" name="Google Shape;2518;p26"/>
              <p:cNvSpPr/>
              <p:nvPr/>
            </p:nvSpPr>
            <p:spPr>
              <a:xfrm>
                <a:off x="4068" y="65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9" name="Google Shape;2519;p26"/>
              <p:cNvSpPr/>
              <p:nvPr/>
            </p:nvSpPr>
            <p:spPr>
              <a:xfrm>
                <a:off x="4035" y="689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0" name="Google Shape;2520;p26"/>
              <p:cNvSpPr/>
              <p:nvPr/>
            </p:nvSpPr>
            <p:spPr>
              <a:xfrm>
                <a:off x="4001" y="7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1" name="Google Shape;2521;p26"/>
              <p:cNvSpPr/>
              <p:nvPr/>
            </p:nvSpPr>
            <p:spPr>
              <a:xfrm>
                <a:off x="3967" y="7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2" name="Google Shape;2522;p26"/>
              <p:cNvSpPr/>
              <p:nvPr/>
            </p:nvSpPr>
            <p:spPr>
              <a:xfrm>
                <a:off x="3933" y="79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3" name="Google Shape;2523;p26"/>
              <p:cNvSpPr/>
              <p:nvPr/>
            </p:nvSpPr>
            <p:spPr>
              <a:xfrm>
                <a:off x="3899" y="82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4" name="Google Shape;2524;p26"/>
              <p:cNvSpPr/>
              <p:nvPr/>
            </p:nvSpPr>
            <p:spPr>
              <a:xfrm>
                <a:off x="3865" y="85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5" name="Google Shape;2525;p26"/>
              <p:cNvSpPr/>
              <p:nvPr/>
            </p:nvSpPr>
            <p:spPr>
              <a:xfrm>
                <a:off x="3832" y="892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6" name="Google Shape;2526;p26"/>
              <p:cNvSpPr/>
              <p:nvPr/>
            </p:nvSpPr>
            <p:spPr>
              <a:xfrm>
                <a:off x="3798" y="926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7" name="Google Shape;2527;p26"/>
              <p:cNvSpPr/>
              <p:nvPr/>
            </p:nvSpPr>
            <p:spPr>
              <a:xfrm>
                <a:off x="3764" y="95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8" name="Google Shape;2528;p26"/>
              <p:cNvSpPr/>
              <p:nvPr/>
            </p:nvSpPr>
            <p:spPr>
              <a:xfrm>
                <a:off x="3731" y="994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9" name="Google Shape;2529;p26"/>
              <p:cNvSpPr/>
              <p:nvPr/>
            </p:nvSpPr>
            <p:spPr>
              <a:xfrm>
                <a:off x="4345" y="323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0" name="Google Shape;2530;p26"/>
              <p:cNvSpPr/>
              <p:nvPr/>
            </p:nvSpPr>
            <p:spPr>
              <a:xfrm>
                <a:off x="4311" y="3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1" name="Google Shape;2531;p26"/>
              <p:cNvSpPr/>
              <p:nvPr/>
            </p:nvSpPr>
            <p:spPr>
              <a:xfrm>
                <a:off x="4278" y="390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2" name="Google Shape;2532;p26"/>
              <p:cNvSpPr/>
              <p:nvPr/>
            </p:nvSpPr>
            <p:spPr>
              <a:xfrm>
                <a:off x="4244" y="42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3" name="Google Shape;2533;p26"/>
              <p:cNvSpPr/>
              <p:nvPr/>
            </p:nvSpPr>
            <p:spPr>
              <a:xfrm>
                <a:off x="4210" y="45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4" name="Google Shape;2534;p26"/>
              <p:cNvSpPr/>
              <p:nvPr/>
            </p:nvSpPr>
            <p:spPr>
              <a:xfrm>
                <a:off x="4177" y="493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5" name="Google Shape;2535;p26"/>
              <p:cNvSpPr/>
              <p:nvPr/>
            </p:nvSpPr>
            <p:spPr>
              <a:xfrm>
                <a:off x="4142" y="526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6" name="Google Shape;2536;p26"/>
              <p:cNvSpPr/>
              <p:nvPr/>
            </p:nvSpPr>
            <p:spPr>
              <a:xfrm>
                <a:off x="4108" y="560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7" name="Google Shape;2537;p26"/>
              <p:cNvSpPr/>
              <p:nvPr/>
            </p:nvSpPr>
            <p:spPr>
              <a:xfrm>
                <a:off x="4075" y="593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8" name="Google Shape;2538;p26"/>
              <p:cNvSpPr/>
              <p:nvPr/>
            </p:nvSpPr>
            <p:spPr>
              <a:xfrm>
                <a:off x="4041" y="62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9" name="Google Shape;2539;p26"/>
              <p:cNvSpPr/>
              <p:nvPr/>
            </p:nvSpPr>
            <p:spPr>
              <a:xfrm>
                <a:off x="4007" y="66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0" name="Google Shape;2540;p26"/>
              <p:cNvSpPr/>
              <p:nvPr/>
            </p:nvSpPr>
            <p:spPr>
              <a:xfrm>
                <a:off x="3974" y="696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1" name="Google Shape;2541;p26"/>
              <p:cNvSpPr/>
              <p:nvPr/>
            </p:nvSpPr>
            <p:spPr>
              <a:xfrm>
                <a:off x="3940" y="730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2" name="Google Shape;2542;p26"/>
              <p:cNvSpPr/>
              <p:nvPr/>
            </p:nvSpPr>
            <p:spPr>
              <a:xfrm>
                <a:off x="3905" y="763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3" name="Google Shape;2543;p26"/>
              <p:cNvSpPr/>
              <p:nvPr/>
            </p:nvSpPr>
            <p:spPr>
              <a:xfrm>
                <a:off x="3872" y="796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4" name="Google Shape;2544;p26"/>
              <p:cNvSpPr/>
              <p:nvPr/>
            </p:nvSpPr>
            <p:spPr>
              <a:xfrm>
                <a:off x="3838" y="83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5" name="Google Shape;2545;p26"/>
              <p:cNvSpPr/>
              <p:nvPr/>
            </p:nvSpPr>
            <p:spPr>
              <a:xfrm>
                <a:off x="3804" y="86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6" name="Google Shape;2546;p26"/>
              <p:cNvSpPr/>
              <p:nvPr/>
            </p:nvSpPr>
            <p:spPr>
              <a:xfrm>
                <a:off x="3770" y="89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7" name="Google Shape;2547;p26"/>
              <p:cNvSpPr/>
              <p:nvPr/>
            </p:nvSpPr>
            <p:spPr>
              <a:xfrm>
                <a:off x="3736" y="93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8" name="Google Shape;2548;p26"/>
              <p:cNvSpPr/>
              <p:nvPr/>
            </p:nvSpPr>
            <p:spPr>
              <a:xfrm>
                <a:off x="3702" y="966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9" name="Google Shape;2549;p26"/>
              <p:cNvSpPr/>
              <p:nvPr/>
            </p:nvSpPr>
            <p:spPr>
              <a:xfrm>
                <a:off x="4318" y="29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0" name="Google Shape;2550;p26"/>
              <p:cNvSpPr/>
              <p:nvPr/>
            </p:nvSpPr>
            <p:spPr>
              <a:xfrm>
                <a:off x="4284" y="32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1" name="Google Shape;2551;p26"/>
              <p:cNvSpPr/>
              <p:nvPr/>
            </p:nvSpPr>
            <p:spPr>
              <a:xfrm>
                <a:off x="4250" y="36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2" name="Google Shape;2552;p26"/>
              <p:cNvSpPr/>
              <p:nvPr/>
            </p:nvSpPr>
            <p:spPr>
              <a:xfrm>
                <a:off x="4216" y="397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3" name="Google Shape;2553;p26"/>
              <p:cNvSpPr/>
              <p:nvPr/>
            </p:nvSpPr>
            <p:spPr>
              <a:xfrm>
                <a:off x="4182" y="43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4" name="Google Shape;2554;p26"/>
              <p:cNvSpPr/>
              <p:nvPr/>
            </p:nvSpPr>
            <p:spPr>
              <a:xfrm>
                <a:off x="4150" y="465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5" name="Google Shape;2555;p26"/>
              <p:cNvSpPr/>
              <p:nvPr/>
            </p:nvSpPr>
            <p:spPr>
              <a:xfrm>
                <a:off x="4116" y="499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6" name="Google Shape;2556;p26"/>
              <p:cNvSpPr/>
              <p:nvPr/>
            </p:nvSpPr>
            <p:spPr>
              <a:xfrm>
                <a:off x="4081" y="53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7" name="Google Shape;2557;p26"/>
              <p:cNvSpPr/>
              <p:nvPr/>
            </p:nvSpPr>
            <p:spPr>
              <a:xfrm>
                <a:off x="4047" y="56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58" name="Google Shape;2558;p26"/>
            <p:cNvSpPr/>
            <p:nvPr/>
          </p:nvSpPr>
          <p:spPr>
            <a:xfrm>
              <a:off x="5749665" y="952500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9" name="Google Shape;2559;p26"/>
            <p:cNvSpPr/>
            <p:nvPr/>
          </p:nvSpPr>
          <p:spPr>
            <a:xfrm>
              <a:off x="5695690" y="10048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0" name="Google Shape;2560;p26"/>
            <p:cNvSpPr/>
            <p:nvPr/>
          </p:nvSpPr>
          <p:spPr>
            <a:xfrm>
              <a:off x="5643303" y="1058863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1" name="Google Shape;2561;p26"/>
            <p:cNvSpPr/>
            <p:nvPr/>
          </p:nvSpPr>
          <p:spPr>
            <a:xfrm>
              <a:off x="5589328" y="1112838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2" name="Google Shape;2562;p26"/>
            <p:cNvSpPr/>
            <p:nvPr/>
          </p:nvSpPr>
          <p:spPr>
            <a:xfrm>
              <a:off x="5535353" y="116681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3" name="Google Shape;2563;p26"/>
            <p:cNvSpPr/>
            <p:nvPr/>
          </p:nvSpPr>
          <p:spPr>
            <a:xfrm>
              <a:off x="5481378" y="12207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4" name="Google Shape;2564;p26"/>
            <p:cNvSpPr/>
            <p:nvPr/>
          </p:nvSpPr>
          <p:spPr>
            <a:xfrm>
              <a:off x="5427403" y="1274763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5" name="Google Shape;2565;p26"/>
            <p:cNvSpPr/>
            <p:nvPr/>
          </p:nvSpPr>
          <p:spPr>
            <a:xfrm>
              <a:off x="5373428" y="13271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6" name="Google Shape;2566;p26"/>
            <p:cNvSpPr/>
            <p:nvPr/>
          </p:nvSpPr>
          <p:spPr>
            <a:xfrm>
              <a:off x="5319453" y="13811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7" name="Google Shape;2567;p26"/>
            <p:cNvSpPr/>
            <p:nvPr/>
          </p:nvSpPr>
          <p:spPr>
            <a:xfrm>
              <a:off x="5267065" y="1435100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8" name="Google Shape;2568;p26"/>
            <p:cNvSpPr/>
            <p:nvPr/>
          </p:nvSpPr>
          <p:spPr>
            <a:xfrm>
              <a:off x="5213090" y="14890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2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" name="Google Shape;2570;p27"/>
          <p:cNvSpPr txBox="1">
            <a:spLocks noGrp="1"/>
          </p:cNvSpPr>
          <p:nvPr>
            <p:ph type="title"/>
          </p:nvPr>
        </p:nvSpPr>
        <p:spPr>
          <a:xfrm>
            <a:off x="723900" y="1543455"/>
            <a:ext cx="7696200" cy="1307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1" name="Google Shape;2571;p27"/>
          <p:cNvSpPr txBox="1">
            <a:spLocks noGrp="1"/>
          </p:cNvSpPr>
          <p:nvPr>
            <p:ph type="body" idx="1"/>
          </p:nvPr>
        </p:nvSpPr>
        <p:spPr>
          <a:xfrm>
            <a:off x="723900" y="2850609"/>
            <a:ext cx="7696200" cy="495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grpSp>
        <p:nvGrpSpPr>
          <p:cNvPr id="2572" name="Google Shape;2572;p27"/>
          <p:cNvGrpSpPr/>
          <p:nvPr/>
        </p:nvGrpSpPr>
        <p:grpSpPr>
          <a:xfrm>
            <a:off x="7927055" y="-813425"/>
            <a:ext cx="2105344" cy="2105344"/>
            <a:chOff x="478444" y="466725"/>
            <a:chExt cx="1592263" cy="1592263"/>
          </a:xfrm>
        </p:grpSpPr>
        <p:grpSp>
          <p:nvGrpSpPr>
            <p:cNvPr id="2573" name="Google Shape;2573;p27"/>
            <p:cNvGrpSpPr/>
            <p:nvPr/>
          </p:nvGrpSpPr>
          <p:grpSpPr>
            <a:xfrm>
              <a:off x="610206" y="466725"/>
              <a:ext cx="1460501" cy="1460500"/>
              <a:chOff x="1166" y="294"/>
              <a:chExt cx="920" cy="920"/>
            </a:xfrm>
          </p:grpSpPr>
          <p:sp>
            <p:nvSpPr>
              <p:cNvPr id="2574" name="Google Shape;2574;p27"/>
              <p:cNvSpPr/>
              <p:nvPr/>
            </p:nvSpPr>
            <p:spPr>
              <a:xfrm>
                <a:off x="1416" y="29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5" name="Google Shape;2575;p27"/>
              <p:cNvSpPr/>
              <p:nvPr/>
            </p:nvSpPr>
            <p:spPr>
              <a:xfrm>
                <a:off x="1450" y="32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6" name="Google Shape;2576;p27"/>
              <p:cNvSpPr/>
              <p:nvPr/>
            </p:nvSpPr>
            <p:spPr>
              <a:xfrm>
                <a:off x="1484" y="36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7" name="Google Shape;2577;p27"/>
              <p:cNvSpPr/>
              <p:nvPr/>
            </p:nvSpPr>
            <p:spPr>
              <a:xfrm>
                <a:off x="1518" y="39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8" name="Google Shape;2578;p27"/>
              <p:cNvSpPr/>
              <p:nvPr/>
            </p:nvSpPr>
            <p:spPr>
              <a:xfrm>
                <a:off x="1552" y="43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9" name="Google Shape;2579;p27"/>
              <p:cNvSpPr/>
              <p:nvPr/>
            </p:nvSpPr>
            <p:spPr>
              <a:xfrm>
                <a:off x="1586" y="46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0" name="Google Shape;2580;p27"/>
              <p:cNvSpPr/>
              <p:nvPr/>
            </p:nvSpPr>
            <p:spPr>
              <a:xfrm>
                <a:off x="1620" y="49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1" name="Google Shape;2581;p27"/>
              <p:cNvSpPr/>
              <p:nvPr/>
            </p:nvSpPr>
            <p:spPr>
              <a:xfrm>
                <a:off x="1655" y="532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2" name="Google Shape;2582;p27"/>
              <p:cNvSpPr/>
              <p:nvPr/>
            </p:nvSpPr>
            <p:spPr>
              <a:xfrm>
                <a:off x="1689" y="566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3" name="Google Shape;2583;p27"/>
              <p:cNvSpPr/>
              <p:nvPr/>
            </p:nvSpPr>
            <p:spPr>
              <a:xfrm>
                <a:off x="1723" y="60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4" name="Google Shape;2584;p27"/>
              <p:cNvSpPr/>
              <p:nvPr/>
            </p:nvSpPr>
            <p:spPr>
              <a:xfrm>
                <a:off x="1757" y="63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5" name="Google Shape;2585;p27"/>
              <p:cNvSpPr/>
              <p:nvPr/>
            </p:nvSpPr>
            <p:spPr>
              <a:xfrm>
                <a:off x="1791" y="66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6" name="Google Shape;2586;p27"/>
              <p:cNvSpPr/>
              <p:nvPr/>
            </p:nvSpPr>
            <p:spPr>
              <a:xfrm>
                <a:off x="1825" y="70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7" name="Google Shape;2587;p27"/>
              <p:cNvSpPr/>
              <p:nvPr/>
            </p:nvSpPr>
            <p:spPr>
              <a:xfrm>
                <a:off x="1859" y="73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8" name="Google Shape;2588;p27"/>
              <p:cNvSpPr/>
              <p:nvPr/>
            </p:nvSpPr>
            <p:spPr>
              <a:xfrm>
                <a:off x="1893" y="77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9" name="Google Shape;2589;p27"/>
              <p:cNvSpPr/>
              <p:nvPr/>
            </p:nvSpPr>
            <p:spPr>
              <a:xfrm>
                <a:off x="1927" y="80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0" name="Google Shape;2590;p27"/>
              <p:cNvSpPr/>
              <p:nvPr/>
            </p:nvSpPr>
            <p:spPr>
              <a:xfrm>
                <a:off x="1961" y="839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1" name="Google Shape;2591;p27"/>
              <p:cNvSpPr/>
              <p:nvPr/>
            </p:nvSpPr>
            <p:spPr>
              <a:xfrm>
                <a:off x="1995" y="873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2" name="Google Shape;2592;p27"/>
              <p:cNvSpPr/>
              <p:nvPr/>
            </p:nvSpPr>
            <p:spPr>
              <a:xfrm>
                <a:off x="2029" y="90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3" name="Google Shape;2593;p27"/>
              <p:cNvSpPr/>
              <p:nvPr/>
            </p:nvSpPr>
            <p:spPr>
              <a:xfrm>
                <a:off x="2063" y="94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4" name="Google Shape;2594;p27"/>
              <p:cNvSpPr/>
              <p:nvPr/>
            </p:nvSpPr>
            <p:spPr>
              <a:xfrm>
                <a:off x="1388" y="3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5" name="Google Shape;2595;p27"/>
              <p:cNvSpPr/>
              <p:nvPr/>
            </p:nvSpPr>
            <p:spPr>
              <a:xfrm>
                <a:off x="1423" y="357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6" name="Google Shape;2596;p27"/>
              <p:cNvSpPr/>
              <p:nvPr/>
            </p:nvSpPr>
            <p:spPr>
              <a:xfrm>
                <a:off x="1458" y="391"/>
                <a:ext cx="20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7" name="Google Shape;2597;p27"/>
              <p:cNvSpPr/>
              <p:nvPr/>
            </p:nvSpPr>
            <p:spPr>
              <a:xfrm>
                <a:off x="1491" y="424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8" name="Google Shape;2598;p27"/>
              <p:cNvSpPr/>
              <p:nvPr/>
            </p:nvSpPr>
            <p:spPr>
              <a:xfrm>
                <a:off x="1525" y="45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9" name="Google Shape;2599;p27"/>
              <p:cNvSpPr/>
              <p:nvPr/>
            </p:nvSpPr>
            <p:spPr>
              <a:xfrm>
                <a:off x="1559" y="49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0" name="Google Shape;2600;p27"/>
              <p:cNvSpPr/>
              <p:nvPr/>
            </p:nvSpPr>
            <p:spPr>
              <a:xfrm>
                <a:off x="1593" y="52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1" name="Google Shape;2601;p27"/>
              <p:cNvSpPr/>
              <p:nvPr/>
            </p:nvSpPr>
            <p:spPr>
              <a:xfrm>
                <a:off x="1627" y="56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2" name="Google Shape;2602;p27"/>
              <p:cNvSpPr/>
              <p:nvPr/>
            </p:nvSpPr>
            <p:spPr>
              <a:xfrm>
                <a:off x="1661" y="59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3" name="Google Shape;2603;p27"/>
              <p:cNvSpPr/>
              <p:nvPr/>
            </p:nvSpPr>
            <p:spPr>
              <a:xfrm>
                <a:off x="1695" y="62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4" name="Google Shape;2604;p27"/>
              <p:cNvSpPr/>
              <p:nvPr/>
            </p:nvSpPr>
            <p:spPr>
              <a:xfrm>
                <a:off x="1729" y="66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5" name="Google Shape;2605;p27"/>
              <p:cNvSpPr/>
              <p:nvPr/>
            </p:nvSpPr>
            <p:spPr>
              <a:xfrm>
                <a:off x="1763" y="69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6" name="Google Shape;2606;p27"/>
              <p:cNvSpPr/>
              <p:nvPr/>
            </p:nvSpPr>
            <p:spPr>
              <a:xfrm>
                <a:off x="1797" y="73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7" name="Google Shape;2607;p27"/>
              <p:cNvSpPr/>
              <p:nvPr/>
            </p:nvSpPr>
            <p:spPr>
              <a:xfrm>
                <a:off x="1831" y="76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8" name="Google Shape;2608;p27"/>
              <p:cNvSpPr/>
              <p:nvPr/>
            </p:nvSpPr>
            <p:spPr>
              <a:xfrm>
                <a:off x="1865" y="79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9" name="Google Shape;2609;p27"/>
              <p:cNvSpPr/>
              <p:nvPr/>
            </p:nvSpPr>
            <p:spPr>
              <a:xfrm>
                <a:off x="1899" y="83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0" name="Google Shape;2610;p27"/>
              <p:cNvSpPr/>
              <p:nvPr/>
            </p:nvSpPr>
            <p:spPr>
              <a:xfrm>
                <a:off x="1933" y="86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1" name="Google Shape;2611;p27"/>
              <p:cNvSpPr/>
              <p:nvPr/>
            </p:nvSpPr>
            <p:spPr>
              <a:xfrm>
                <a:off x="1967" y="90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2" name="Google Shape;2612;p27"/>
              <p:cNvSpPr/>
              <p:nvPr/>
            </p:nvSpPr>
            <p:spPr>
              <a:xfrm>
                <a:off x="2001" y="93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3" name="Google Shape;2613;p27"/>
              <p:cNvSpPr/>
              <p:nvPr/>
            </p:nvSpPr>
            <p:spPr>
              <a:xfrm>
                <a:off x="2035" y="96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4" name="Google Shape;2614;p27"/>
              <p:cNvSpPr/>
              <p:nvPr/>
            </p:nvSpPr>
            <p:spPr>
              <a:xfrm>
                <a:off x="1361" y="34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5" name="Google Shape;2615;p27"/>
              <p:cNvSpPr/>
              <p:nvPr/>
            </p:nvSpPr>
            <p:spPr>
              <a:xfrm>
                <a:off x="1395" y="38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6" name="Google Shape;2616;p27"/>
              <p:cNvSpPr/>
              <p:nvPr/>
            </p:nvSpPr>
            <p:spPr>
              <a:xfrm>
                <a:off x="1430" y="41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7" name="Google Shape;2617;p27"/>
              <p:cNvSpPr/>
              <p:nvPr/>
            </p:nvSpPr>
            <p:spPr>
              <a:xfrm>
                <a:off x="1463" y="45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8" name="Google Shape;2618;p27"/>
              <p:cNvSpPr/>
              <p:nvPr/>
            </p:nvSpPr>
            <p:spPr>
              <a:xfrm>
                <a:off x="1497" y="486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9" name="Google Shape;2619;p27"/>
              <p:cNvSpPr/>
              <p:nvPr/>
            </p:nvSpPr>
            <p:spPr>
              <a:xfrm>
                <a:off x="1531" y="52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0" name="Google Shape;2620;p27"/>
              <p:cNvSpPr/>
              <p:nvPr/>
            </p:nvSpPr>
            <p:spPr>
              <a:xfrm>
                <a:off x="1566" y="555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1" name="Google Shape;2621;p27"/>
              <p:cNvSpPr/>
              <p:nvPr/>
            </p:nvSpPr>
            <p:spPr>
              <a:xfrm>
                <a:off x="1599" y="58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2" name="Google Shape;2622;p27"/>
              <p:cNvSpPr/>
              <p:nvPr/>
            </p:nvSpPr>
            <p:spPr>
              <a:xfrm>
                <a:off x="1633" y="6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3" name="Google Shape;2623;p27"/>
              <p:cNvSpPr/>
              <p:nvPr/>
            </p:nvSpPr>
            <p:spPr>
              <a:xfrm>
                <a:off x="1667" y="6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4" name="Google Shape;2624;p27"/>
              <p:cNvSpPr/>
              <p:nvPr/>
            </p:nvSpPr>
            <p:spPr>
              <a:xfrm>
                <a:off x="1701" y="69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5" name="Google Shape;2625;p27"/>
              <p:cNvSpPr/>
              <p:nvPr/>
            </p:nvSpPr>
            <p:spPr>
              <a:xfrm>
                <a:off x="1735" y="72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6" name="Google Shape;2626;p27"/>
              <p:cNvSpPr/>
              <p:nvPr/>
            </p:nvSpPr>
            <p:spPr>
              <a:xfrm>
                <a:off x="1769" y="75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7" name="Google Shape;2627;p27"/>
              <p:cNvSpPr/>
              <p:nvPr/>
            </p:nvSpPr>
            <p:spPr>
              <a:xfrm>
                <a:off x="1803" y="79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8" name="Google Shape;2628;p27"/>
              <p:cNvSpPr/>
              <p:nvPr/>
            </p:nvSpPr>
            <p:spPr>
              <a:xfrm>
                <a:off x="1837" y="82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9" name="Google Shape;2629;p27"/>
              <p:cNvSpPr/>
              <p:nvPr/>
            </p:nvSpPr>
            <p:spPr>
              <a:xfrm>
                <a:off x="1871" y="86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0" name="Google Shape;2630;p27"/>
              <p:cNvSpPr/>
              <p:nvPr/>
            </p:nvSpPr>
            <p:spPr>
              <a:xfrm>
                <a:off x="1905" y="89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1" name="Google Shape;2631;p27"/>
              <p:cNvSpPr/>
              <p:nvPr/>
            </p:nvSpPr>
            <p:spPr>
              <a:xfrm>
                <a:off x="1939" y="92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2" name="Google Shape;2632;p27"/>
              <p:cNvSpPr/>
              <p:nvPr/>
            </p:nvSpPr>
            <p:spPr>
              <a:xfrm>
                <a:off x="1973" y="96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3" name="Google Shape;2633;p27"/>
              <p:cNvSpPr/>
              <p:nvPr/>
            </p:nvSpPr>
            <p:spPr>
              <a:xfrm>
                <a:off x="2007" y="99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4" name="Google Shape;2634;p27"/>
              <p:cNvSpPr/>
              <p:nvPr/>
            </p:nvSpPr>
            <p:spPr>
              <a:xfrm>
                <a:off x="1333" y="37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5" name="Google Shape;2635;p27"/>
              <p:cNvSpPr/>
              <p:nvPr/>
            </p:nvSpPr>
            <p:spPr>
              <a:xfrm>
                <a:off x="1367" y="41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6" name="Google Shape;2636;p27"/>
              <p:cNvSpPr/>
              <p:nvPr/>
            </p:nvSpPr>
            <p:spPr>
              <a:xfrm>
                <a:off x="1401" y="44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7" name="Google Shape;2637;p27"/>
              <p:cNvSpPr/>
              <p:nvPr/>
            </p:nvSpPr>
            <p:spPr>
              <a:xfrm>
                <a:off x="1435" y="47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8" name="Google Shape;2638;p27"/>
              <p:cNvSpPr/>
              <p:nvPr/>
            </p:nvSpPr>
            <p:spPr>
              <a:xfrm>
                <a:off x="1469" y="51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9" name="Google Shape;2639;p27"/>
              <p:cNvSpPr/>
              <p:nvPr/>
            </p:nvSpPr>
            <p:spPr>
              <a:xfrm>
                <a:off x="1503" y="54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0" name="Google Shape;2640;p27"/>
              <p:cNvSpPr/>
              <p:nvPr/>
            </p:nvSpPr>
            <p:spPr>
              <a:xfrm>
                <a:off x="1537" y="58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1" name="Google Shape;2641;p27"/>
              <p:cNvSpPr/>
              <p:nvPr/>
            </p:nvSpPr>
            <p:spPr>
              <a:xfrm>
                <a:off x="1571" y="61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2" name="Google Shape;2642;p27"/>
              <p:cNvSpPr/>
              <p:nvPr/>
            </p:nvSpPr>
            <p:spPr>
              <a:xfrm>
                <a:off x="1605" y="64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3" name="Google Shape;2643;p27"/>
              <p:cNvSpPr/>
              <p:nvPr/>
            </p:nvSpPr>
            <p:spPr>
              <a:xfrm>
                <a:off x="1639" y="684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4" name="Google Shape;2644;p27"/>
              <p:cNvSpPr/>
              <p:nvPr/>
            </p:nvSpPr>
            <p:spPr>
              <a:xfrm>
                <a:off x="1673" y="71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5" name="Google Shape;2645;p27"/>
              <p:cNvSpPr/>
              <p:nvPr/>
            </p:nvSpPr>
            <p:spPr>
              <a:xfrm>
                <a:off x="1707" y="75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6" name="Google Shape;2646;p27"/>
              <p:cNvSpPr/>
              <p:nvPr/>
            </p:nvSpPr>
            <p:spPr>
              <a:xfrm>
                <a:off x="1741" y="78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7" name="Google Shape;2647;p27"/>
              <p:cNvSpPr/>
              <p:nvPr/>
            </p:nvSpPr>
            <p:spPr>
              <a:xfrm>
                <a:off x="1775" y="82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8" name="Google Shape;2648;p27"/>
              <p:cNvSpPr/>
              <p:nvPr/>
            </p:nvSpPr>
            <p:spPr>
              <a:xfrm>
                <a:off x="1809" y="85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9" name="Google Shape;2649;p27"/>
              <p:cNvSpPr/>
              <p:nvPr/>
            </p:nvSpPr>
            <p:spPr>
              <a:xfrm>
                <a:off x="1844" y="888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0" name="Google Shape;2650;p27"/>
              <p:cNvSpPr/>
              <p:nvPr/>
            </p:nvSpPr>
            <p:spPr>
              <a:xfrm>
                <a:off x="1878" y="9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1" name="Google Shape;2651;p27"/>
              <p:cNvSpPr/>
              <p:nvPr/>
            </p:nvSpPr>
            <p:spPr>
              <a:xfrm>
                <a:off x="1912" y="9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2" name="Google Shape;2652;p27"/>
              <p:cNvSpPr/>
              <p:nvPr/>
            </p:nvSpPr>
            <p:spPr>
              <a:xfrm>
                <a:off x="1946" y="99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3" name="Google Shape;2653;p27"/>
              <p:cNvSpPr/>
              <p:nvPr/>
            </p:nvSpPr>
            <p:spPr>
              <a:xfrm>
                <a:off x="1980" y="102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4" name="Google Shape;2654;p27"/>
              <p:cNvSpPr/>
              <p:nvPr/>
            </p:nvSpPr>
            <p:spPr>
              <a:xfrm>
                <a:off x="1305" y="40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5" name="Google Shape;2655;p27"/>
              <p:cNvSpPr/>
              <p:nvPr/>
            </p:nvSpPr>
            <p:spPr>
              <a:xfrm>
                <a:off x="1339" y="43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6" name="Google Shape;2656;p27"/>
              <p:cNvSpPr/>
              <p:nvPr/>
            </p:nvSpPr>
            <p:spPr>
              <a:xfrm>
                <a:off x="1373" y="47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7" name="Google Shape;2657;p27"/>
              <p:cNvSpPr/>
              <p:nvPr/>
            </p:nvSpPr>
            <p:spPr>
              <a:xfrm>
                <a:off x="1407" y="50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8" name="Google Shape;2658;p27"/>
              <p:cNvSpPr/>
              <p:nvPr/>
            </p:nvSpPr>
            <p:spPr>
              <a:xfrm>
                <a:off x="1441" y="54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9" name="Google Shape;2659;p27"/>
              <p:cNvSpPr/>
              <p:nvPr/>
            </p:nvSpPr>
            <p:spPr>
              <a:xfrm>
                <a:off x="1475" y="57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0" name="Google Shape;2660;p27"/>
              <p:cNvSpPr/>
              <p:nvPr/>
            </p:nvSpPr>
            <p:spPr>
              <a:xfrm>
                <a:off x="1509" y="60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1" name="Google Shape;2661;p27"/>
              <p:cNvSpPr/>
              <p:nvPr/>
            </p:nvSpPr>
            <p:spPr>
              <a:xfrm>
                <a:off x="1543" y="64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2" name="Google Shape;2662;p27"/>
              <p:cNvSpPr/>
              <p:nvPr/>
            </p:nvSpPr>
            <p:spPr>
              <a:xfrm>
                <a:off x="1577" y="67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3" name="Google Shape;2663;p27"/>
              <p:cNvSpPr/>
              <p:nvPr/>
            </p:nvSpPr>
            <p:spPr>
              <a:xfrm>
                <a:off x="1611" y="71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4" name="Google Shape;2664;p27"/>
              <p:cNvSpPr/>
              <p:nvPr/>
            </p:nvSpPr>
            <p:spPr>
              <a:xfrm>
                <a:off x="1646" y="745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5" name="Google Shape;2665;p27"/>
              <p:cNvSpPr/>
              <p:nvPr/>
            </p:nvSpPr>
            <p:spPr>
              <a:xfrm>
                <a:off x="1680" y="77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6" name="Google Shape;2666;p27"/>
              <p:cNvSpPr/>
              <p:nvPr/>
            </p:nvSpPr>
            <p:spPr>
              <a:xfrm>
                <a:off x="1715" y="81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7" name="Google Shape;2667;p27"/>
              <p:cNvSpPr/>
              <p:nvPr/>
            </p:nvSpPr>
            <p:spPr>
              <a:xfrm>
                <a:off x="1749" y="84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8" name="Google Shape;2668;p27"/>
              <p:cNvSpPr/>
              <p:nvPr/>
            </p:nvSpPr>
            <p:spPr>
              <a:xfrm>
                <a:off x="1782" y="882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9" name="Google Shape;2669;p27"/>
              <p:cNvSpPr/>
              <p:nvPr/>
            </p:nvSpPr>
            <p:spPr>
              <a:xfrm>
                <a:off x="1816" y="91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0" name="Google Shape;2670;p27"/>
              <p:cNvSpPr/>
              <p:nvPr/>
            </p:nvSpPr>
            <p:spPr>
              <a:xfrm>
                <a:off x="1850" y="95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1" name="Google Shape;2671;p27"/>
              <p:cNvSpPr/>
              <p:nvPr/>
            </p:nvSpPr>
            <p:spPr>
              <a:xfrm>
                <a:off x="1884" y="98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2" name="Google Shape;2672;p27"/>
              <p:cNvSpPr/>
              <p:nvPr/>
            </p:nvSpPr>
            <p:spPr>
              <a:xfrm>
                <a:off x="1918" y="101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3" name="Google Shape;2673;p27"/>
              <p:cNvSpPr/>
              <p:nvPr/>
            </p:nvSpPr>
            <p:spPr>
              <a:xfrm>
                <a:off x="1952" y="105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4" name="Google Shape;2674;p27"/>
              <p:cNvSpPr/>
              <p:nvPr/>
            </p:nvSpPr>
            <p:spPr>
              <a:xfrm>
                <a:off x="1277" y="43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5" name="Google Shape;2675;p27"/>
              <p:cNvSpPr/>
              <p:nvPr/>
            </p:nvSpPr>
            <p:spPr>
              <a:xfrm>
                <a:off x="1311" y="46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6" name="Google Shape;2676;p27"/>
              <p:cNvSpPr/>
              <p:nvPr/>
            </p:nvSpPr>
            <p:spPr>
              <a:xfrm>
                <a:off x="1345" y="50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7" name="Google Shape;2677;p27"/>
              <p:cNvSpPr/>
              <p:nvPr/>
            </p:nvSpPr>
            <p:spPr>
              <a:xfrm>
                <a:off x="1380" y="53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8" name="Google Shape;2678;p27"/>
              <p:cNvSpPr/>
              <p:nvPr/>
            </p:nvSpPr>
            <p:spPr>
              <a:xfrm>
                <a:off x="1415" y="570"/>
                <a:ext cx="20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9" name="Google Shape;2679;p27"/>
              <p:cNvSpPr/>
              <p:nvPr/>
            </p:nvSpPr>
            <p:spPr>
              <a:xfrm>
                <a:off x="1448" y="60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0" name="Google Shape;2680;p27"/>
              <p:cNvSpPr/>
              <p:nvPr/>
            </p:nvSpPr>
            <p:spPr>
              <a:xfrm>
                <a:off x="1482" y="63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1" name="Google Shape;2681;p27"/>
              <p:cNvSpPr/>
              <p:nvPr/>
            </p:nvSpPr>
            <p:spPr>
              <a:xfrm>
                <a:off x="1517" y="672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2" name="Google Shape;2682;p27"/>
              <p:cNvSpPr/>
              <p:nvPr/>
            </p:nvSpPr>
            <p:spPr>
              <a:xfrm>
                <a:off x="1551" y="70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3" name="Google Shape;2683;p27"/>
              <p:cNvSpPr/>
              <p:nvPr/>
            </p:nvSpPr>
            <p:spPr>
              <a:xfrm>
                <a:off x="1584" y="73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4" name="Google Shape;2684;p27"/>
              <p:cNvSpPr/>
              <p:nvPr/>
            </p:nvSpPr>
            <p:spPr>
              <a:xfrm>
                <a:off x="1618" y="77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5" name="Google Shape;2685;p27"/>
              <p:cNvSpPr/>
              <p:nvPr/>
            </p:nvSpPr>
            <p:spPr>
              <a:xfrm>
                <a:off x="1653" y="80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6" name="Google Shape;2686;p27"/>
              <p:cNvSpPr/>
              <p:nvPr/>
            </p:nvSpPr>
            <p:spPr>
              <a:xfrm>
                <a:off x="1687" y="842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7" name="Google Shape;2687;p27"/>
              <p:cNvSpPr/>
              <p:nvPr/>
            </p:nvSpPr>
            <p:spPr>
              <a:xfrm>
                <a:off x="1720" y="87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8" name="Google Shape;2688;p27"/>
              <p:cNvSpPr/>
              <p:nvPr/>
            </p:nvSpPr>
            <p:spPr>
              <a:xfrm>
                <a:off x="1754" y="90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9" name="Google Shape;2689;p27"/>
              <p:cNvSpPr/>
              <p:nvPr/>
            </p:nvSpPr>
            <p:spPr>
              <a:xfrm>
                <a:off x="1789" y="94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0" name="Google Shape;2690;p27"/>
              <p:cNvSpPr/>
              <p:nvPr/>
            </p:nvSpPr>
            <p:spPr>
              <a:xfrm>
                <a:off x="1823" y="97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1" name="Google Shape;2691;p27"/>
              <p:cNvSpPr/>
              <p:nvPr/>
            </p:nvSpPr>
            <p:spPr>
              <a:xfrm>
                <a:off x="1856" y="101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2" name="Google Shape;2692;p27"/>
              <p:cNvSpPr/>
              <p:nvPr/>
            </p:nvSpPr>
            <p:spPr>
              <a:xfrm>
                <a:off x="1890" y="104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3" name="Google Shape;2693;p27"/>
              <p:cNvSpPr/>
              <p:nvPr/>
            </p:nvSpPr>
            <p:spPr>
              <a:xfrm>
                <a:off x="1924" y="1080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4" name="Google Shape;2694;p27"/>
              <p:cNvSpPr/>
              <p:nvPr/>
            </p:nvSpPr>
            <p:spPr>
              <a:xfrm>
                <a:off x="1250" y="46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5" name="Google Shape;2695;p27"/>
              <p:cNvSpPr/>
              <p:nvPr/>
            </p:nvSpPr>
            <p:spPr>
              <a:xfrm>
                <a:off x="1284" y="49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6" name="Google Shape;2696;p27"/>
              <p:cNvSpPr/>
              <p:nvPr/>
            </p:nvSpPr>
            <p:spPr>
              <a:xfrm>
                <a:off x="1318" y="529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7" name="Google Shape;2697;p27"/>
              <p:cNvSpPr/>
              <p:nvPr/>
            </p:nvSpPr>
            <p:spPr>
              <a:xfrm>
                <a:off x="1352" y="56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8" name="Google Shape;2698;p27"/>
              <p:cNvSpPr/>
              <p:nvPr/>
            </p:nvSpPr>
            <p:spPr>
              <a:xfrm>
                <a:off x="1386" y="59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9" name="Google Shape;2699;p27"/>
              <p:cNvSpPr/>
              <p:nvPr/>
            </p:nvSpPr>
            <p:spPr>
              <a:xfrm>
                <a:off x="1420" y="63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0" name="Google Shape;2700;p27"/>
              <p:cNvSpPr/>
              <p:nvPr/>
            </p:nvSpPr>
            <p:spPr>
              <a:xfrm>
                <a:off x="1454" y="66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1" name="Google Shape;2701;p27"/>
              <p:cNvSpPr/>
              <p:nvPr/>
            </p:nvSpPr>
            <p:spPr>
              <a:xfrm>
                <a:off x="1489" y="700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2" name="Google Shape;2702;p27"/>
              <p:cNvSpPr/>
              <p:nvPr/>
            </p:nvSpPr>
            <p:spPr>
              <a:xfrm>
                <a:off x="1523" y="73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3" name="Google Shape;2703;p27"/>
              <p:cNvSpPr/>
              <p:nvPr/>
            </p:nvSpPr>
            <p:spPr>
              <a:xfrm>
                <a:off x="1556" y="76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4" name="Google Shape;2704;p27"/>
              <p:cNvSpPr/>
              <p:nvPr/>
            </p:nvSpPr>
            <p:spPr>
              <a:xfrm>
                <a:off x="1590" y="80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5" name="Google Shape;2705;p27"/>
              <p:cNvSpPr/>
              <p:nvPr/>
            </p:nvSpPr>
            <p:spPr>
              <a:xfrm>
                <a:off x="1625" y="83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6" name="Google Shape;2706;p27"/>
              <p:cNvSpPr/>
              <p:nvPr/>
            </p:nvSpPr>
            <p:spPr>
              <a:xfrm>
                <a:off x="1659" y="870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7" name="Google Shape;2707;p27"/>
              <p:cNvSpPr/>
              <p:nvPr/>
            </p:nvSpPr>
            <p:spPr>
              <a:xfrm>
                <a:off x="1692" y="90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8" name="Google Shape;2708;p27"/>
              <p:cNvSpPr/>
              <p:nvPr/>
            </p:nvSpPr>
            <p:spPr>
              <a:xfrm>
                <a:off x="1726" y="93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9" name="Google Shape;2709;p27"/>
              <p:cNvSpPr/>
              <p:nvPr/>
            </p:nvSpPr>
            <p:spPr>
              <a:xfrm>
                <a:off x="1761" y="972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0" name="Google Shape;2710;p27"/>
              <p:cNvSpPr/>
              <p:nvPr/>
            </p:nvSpPr>
            <p:spPr>
              <a:xfrm>
                <a:off x="1795" y="100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1" name="Google Shape;2711;p27"/>
              <p:cNvSpPr/>
              <p:nvPr/>
            </p:nvSpPr>
            <p:spPr>
              <a:xfrm>
                <a:off x="1828" y="103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2" name="Google Shape;2712;p27"/>
              <p:cNvSpPr/>
              <p:nvPr/>
            </p:nvSpPr>
            <p:spPr>
              <a:xfrm>
                <a:off x="1862" y="107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3" name="Google Shape;2713;p27"/>
              <p:cNvSpPr/>
              <p:nvPr/>
            </p:nvSpPr>
            <p:spPr>
              <a:xfrm>
                <a:off x="1897" y="110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4" name="Google Shape;2714;p27"/>
              <p:cNvSpPr/>
              <p:nvPr/>
            </p:nvSpPr>
            <p:spPr>
              <a:xfrm>
                <a:off x="1222" y="48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5" name="Google Shape;2715;p27"/>
              <p:cNvSpPr/>
              <p:nvPr/>
            </p:nvSpPr>
            <p:spPr>
              <a:xfrm>
                <a:off x="1256" y="5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6" name="Google Shape;2716;p27"/>
              <p:cNvSpPr/>
              <p:nvPr/>
            </p:nvSpPr>
            <p:spPr>
              <a:xfrm>
                <a:off x="1290" y="5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7" name="Google Shape;2717;p27"/>
              <p:cNvSpPr/>
              <p:nvPr/>
            </p:nvSpPr>
            <p:spPr>
              <a:xfrm>
                <a:off x="1324" y="59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8" name="Google Shape;2718;p27"/>
              <p:cNvSpPr/>
              <p:nvPr/>
            </p:nvSpPr>
            <p:spPr>
              <a:xfrm>
                <a:off x="1358" y="62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9" name="Google Shape;2719;p27"/>
              <p:cNvSpPr/>
              <p:nvPr/>
            </p:nvSpPr>
            <p:spPr>
              <a:xfrm>
                <a:off x="1392" y="65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0" name="Google Shape;2720;p27"/>
              <p:cNvSpPr/>
              <p:nvPr/>
            </p:nvSpPr>
            <p:spPr>
              <a:xfrm>
                <a:off x="1426" y="69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1" name="Google Shape;2721;p27"/>
              <p:cNvSpPr/>
              <p:nvPr/>
            </p:nvSpPr>
            <p:spPr>
              <a:xfrm>
                <a:off x="1460" y="727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2" name="Google Shape;2722;p27"/>
              <p:cNvSpPr/>
              <p:nvPr/>
            </p:nvSpPr>
            <p:spPr>
              <a:xfrm>
                <a:off x="1494" y="76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3" name="Google Shape;2723;p27"/>
              <p:cNvSpPr/>
              <p:nvPr/>
            </p:nvSpPr>
            <p:spPr>
              <a:xfrm>
                <a:off x="1528" y="79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4" name="Google Shape;2724;p27"/>
              <p:cNvSpPr/>
              <p:nvPr/>
            </p:nvSpPr>
            <p:spPr>
              <a:xfrm>
                <a:off x="1562" y="82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5" name="Google Shape;2725;p27"/>
              <p:cNvSpPr/>
              <p:nvPr/>
            </p:nvSpPr>
            <p:spPr>
              <a:xfrm>
                <a:off x="1597" y="86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6" name="Google Shape;2726;p27"/>
              <p:cNvSpPr/>
              <p:nvPr/>
            </p:nvSpPr>
            <p:spPr>
              <a:xfrm>
                <a:off x="1630" y="89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7" name="Google Shape;2727;p27"/>
              <p:cNvSpPr/>
              <p:nvPr/>
            </p:nvSpPr>
            <p:spPr>
              <a:xfrm>
                <a:off x="1664" y="93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8" name="Google Shape;2728;p27"/>
              <p:cNvSpPr/>
              <p:nvPr/>
            </p:nvSpPr>
            <p:spPr>
              <a:xfrm>
                <a:off x="1698" y="96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9" name="Google Shape;2729;p27"/>
              <p:cNvSpPr/>
              <p:nvPr/>
            </p:nvSpPr>
            <p:spPr>
              <a:xfrm>
                <a:off x="1733" y="1000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0" name="Google Shape;2730;p27"/>
              <p:cNvSpPr/>
              <p:nvPr/>
            </p:nvSpPr>
            <p:spPr>
              <a:xfrm>
                <a:off x="1767" y="103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1" name="Google Shape;2731;p27"/>
              <p:cNvSpPr/>
              <p:nvPr/>
            </p:nvSpPr>
            <p:spPr>
              <a:xfrm>
                <a:off x="1801" y="1067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2" name="Google Shape;2732;p27"/>
              <p:cNvSpPr/>
              <p:nvPr/>
            </p:nvSpPr>
            <p:spPr>
              <a:xfrm>
                <a:off x="1835" y="110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3" name="Google Shape;2733;p27"/>
              <p:cNvSpPr/>
              <p:nvPr/>
            </p:nvSpPr>
            <p:spPr>
              <a:xfrm>
                <a:off x="1870" y="113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4" name="Google Shape;2734;p27"/>
              <p:cNvSpPr/>
              <p:nvPr/>
            </p:nvSpPr>
            <p:spPr>
              <a:xfrm>
                <a:off x="1194" y="51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5" name="Google Shape;2735;p27"/>
              <p:cNvSpPr/>
              <p:nvPr/>
            </p:nvSpPr>
            <p:spPr>
              <a:xfrm>
                <a:off x="1228" y="55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6" name="Google Shape;2736;p27"/>
              <p:cNvSpPr/>
              <p:nvPr/>
            </p:nvSpPr>
            <p:spPr>
              <a:xfrm>
                <a:off x="1262" y="58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7" name="Google Shape;2737;p27"/>
              <p:cNvSpPr/>
              <p:nvPr/>
            </p:nvSpPr>
            <p:spPr>
              <a:xfrm>
                <a:off x="1296" y="61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8" name="Google Shape;2738;p27"/>
              <p:cNvSpPr/>
              <p:nvPr/>
            </p:nvSpPr>
            <p:spPr>
              <a:xfrm>
                <a:off x="1330" y="65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9" name="Google Shape;2739;p27"/>
              <p:cNvSpPr/>
              <p:nvPr/>
            </p:nvSpPr>
            <p:spPr>
              <a:xfrm>
                <a:off x="1364" y="68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0" name="Google Shape;2740;p27"/>
              <p:cNvSpPr/>
              <p:nvPr/>
            </p:nvSpPr>
            <p:spPr>
              <a:xfrm>
                <a:off x="1398" y="72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1" name="Google Shape;2741;p27"/>
              <p:cNvSpPr/>
              <p:nvPr/>
            </p:nvSpPr>
            <p:spPr>
              <a:xfrm>
                <a:off x="1432" y="75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2" name="Google Shape;2742;p27"/>
              <p:cNvSpPr/>
              <p:nvPr/>
            </p:nvSpPr>
            <p:spPr>
              <a:xfrm>
                <a:off x="1466" y="78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3" name="Google Shape;2743;p27"/>
              <p:cNvSpPr/>
              <p:nvPr/>
            </p:nvSpPr>
            <p:spPr>
              <a:xfrm>
                <a:off x="1500" y="8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4" name="Google Shape;2744;p27"/>
              <p:cNvSpPr/>
              <p:nvPr/>
            </p:nvSpPr>
            <p:spPr>
              <a:xfrm>
                <a:off x="1534" y="8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5" name="Google Shape;2745;p27"/>
              <p:cNvSpPr/>
              <p:nvPr/>
            </p:nvSpPr>
            <p:spPr>
              <a:xfrm>
                <a:off x="1568" y="89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6" name="Google Shape;2746;p27"/>
              <p:cNvSpPr/>
              <p:nvPr/>
            </p:nvSpPr>
            <p:spPr>
              <a:xfrm>
                <a:off x="1603" y="925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7" name="Google Shape;2747;p27"/>
              <p:cNvSpPr/>
              <p:nvPr/>
            </p:nvSpPr>
            <p:spPr>
              <a:xfrm>
                <a:off x="1637" y="95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8" name="Google Shape;2748;p27"/>
              <p:cNvSpPr/>
              <p:nvPr/>
            </p:nvSpPr>
            <p:spPr>
              <a:xfrm>
                <a:off x="1671" y="99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9" name="Google Shape;2749;p27"/>
              <p:cNvSpPr/>
              <p:nvPr/>
            </p:nvSpPr>
            <p:spPr>
              <a:xfrm>
                <a:off x="1705" y="102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0" name="Google Shape;2750;p27"/>
              <p:cNvSpPr/>
              <p:nvPr/>
            </p:nvSpPr>
            <p:spPr>
              <a:xfrm>
                <a:off x="1739" y="106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1" name="Google Shape;2751;p27"/>
              <p:cNvSpPr/>
              <p:nvPr/>
            </p:nvSpPr>
            <p:spPr>
              <a:xfrm>
                <a:off x="1773" y="109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2" name="Google Shape;2752;p27"/>
              <p:cNvSpPr/>
              <p:nvPr/>
            </p:nvSpPr>
            <p:spPr>
              <a:xfrm>
                <a:off x="1807" y="112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3" name="Google Shape;2753;p27"/>
              <p:cNvSpPr/>
              <p:nvPr/>
            </p:nvSpPr>
            <p:spPr>
              <a:xfrm>
                <a:off x="1841" y="116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4" name="Google Shape;2754;p27"/>
              <p:cNvSpPr/>
              <p:nvPr/>
            </p:nvSpPr>
            <p:spPr>
              <a:xfrm>
                <a:off x="1166" y="54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5" name="Google Shape;2755;p27"/>
              <p:cNvSpPr/>
              <p:nvPr/>
            </p:nvSpPr>
            <p:spPr>
              <a:xfrm>
                <a:off x="1200" y="57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6" name="Google Shape;2756;p27"/>
              <p:cNvSpPr/>
              <p:nvPr/>
            </p:nvSpPr>
            <p:spPr>
              <a:xfrm>
                <a:off x="1234" y="61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7" name="Google Shape;2757;p27"/>
              <p:cNvSpPr/>
              <p:nvPr/>
            </p:nvSpPr>
            <p:spPr>
              <a:xfrm>
                <a:off x="1268" y="64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8" name="Google Shape;2758;p27"/>
              <p:cNvSpPr/>
              <p:nvPr/>
            </p:nvSpPr>
            <p:spPr>
              <a:xfrm>
                <a:off x="1302" y="68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9" name="Google Shape;2759;p27"/>
              <p:cNvSpPr/>
              <p:nvPr/>
            </p:nvSpPr>
            <p:spPr>
              <a:xfrm>
                <a:off x="1336" y="71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0" name="Google Shape;2760;p27"/>
              <p:cNvSpPr/>
              <p:nvPr/>
            </p:nvSpPr>
            <p:spPr>
              <a:xfrm>
                <a:off x="1371" y="748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1" name="Google Shape;2761;p27"/>
              <p:cNvSpPr/>
              <p:nvPr/>
            </p:nvSpPr>
            <p:spPr>
              <a:xfrm>
                <a:off x="1405" y="782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2" name="Google Shape;2762;p27"/>
              <p:cNvSpPr/>
              <p:nvPr/>
            </p:nvSpPr>
            <p:spPr>
              <a:xfrm>
                <a:off x="1439" y="81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3" name="Google Shape;2763;p27"/>
              <p:cNvSpPr/>
              <p:nvPr/>
            </p:nvSpPr>
            <p:spPr>
              <a:xfrm>
                <a:off x="1473" y="85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4" name="Google Shape;2764;p27"/>
              <p:cNvSpPr/>
              <p:nvPr/>
            </p:nvSpPr>
            <p:spPr>
              <a:xfrm>
                <a:off x="1507" y="88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5" name="Google Shape;2765;p27"/>
              <p:cNvSpPr/>
              <p:nvPr/>
            </p:nvSpPr>
            <p:spPr>
              <a:xfrm>
                <a:off x="1541" y="91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6" name="Google Shape;2766;p27"/>
              <p:cNvSpPr/>
              <p:nvPr/>
            </p:nvSpPr>
            <p:spPr>
              <a:xfrm>
                <a:off x="1575" y="95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7" name="Google Shape;2767;p27"/>
              <p:cNvSpPr/>
              <p:nvPr/>
            </p:nvSpPr>
            <p:spPr>
              <a:xfrm>
                <a:off x="1609" y="98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8" name="Google Shape;2768;p27"/>
              <p:cNvSpPr/>
              <p:nvPr/>
            </p:nvSpPr>
            <p:spPr>
              <a:xfrm>
                <a:off x="1643" y="102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9" name="Google Shape;2769;p27"/>
              <p:cNvSpPr/>
              <p:nvPr/>
            </p:nvSpPr>
            <p:spPr>
              <a:xfrm>
                <a:off x="1677" y="105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0" name="Google Shape;2770;p27"/>
              <p:cNvSpPr/>
              <p:nvPr/>
            </p:nvSpPr>
            <p:spPr>
              <a:xfrm>
                <a:off x="1711" y="108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1" name="Google Shape;2771;p27"/>
              <p:cNvSpPr/>
              <p:nvPr/>
            </p:nvSpPr>
            <p:spPr>
              <a:xfrm>
                <a:off x="1745" y="1123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2" name="Google Shape;2772;p27"/>
              <p:cNvSpPr/>
              <p:nvPr/>
            </p:nvSpPr>
            <p:spPr>
              <a:xfrm>
                <a:off x="1779" y="115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3" name="Google Shape;2773;p27"/>
              <p:cNvSpPr/>
              <p:nvPr/>
            </p:nvSpPr>
            <p:spPr>
              <a:xfrm>
                <a:off x="1813" y="119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74" name="Google Shape;2774;p27"/>
            <p:cNvSpPr/>
            <p:nvPr/>
          </p:nvSpPr>
          <p:spPr>
            <a:xfrm>
              <a:off x="565757" y="9080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5" name="Google Shape;2775;p27"/>
            <p:cNvSpPr/>
            <p:nvPr/>
          </p:nvSpPr>
          <p:spPr>
            <a:xfrm>
              <a:off x="621319" y="962025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6" name="Google Shape;2776;p27"/>
            <p:cNvSpPr/>
            <p:nvPr/>
          </p:nvSpPr>
          <p:spPr>
            <a:xfrm>
              <a:off x="675294" y="10160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7" name="Google Shape;2777;p27"/>
            <p:cNvSpPr/>
            <p:nvPr/>
          </p:nvSpPr>
          <p:spPr>
            <a:xfrm>
              <a:off x="729269" y="10699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8" name="Google Shape;2778;p27"/>
            <p:cNvSpPr/>
            <p:nvPr/>
          </p:nvSpPr>
          <p:spPr>
            <a:xfrm>
              <a:off x="783244" y="11239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9" name="Google Shape;2779;p27"/>
            <p:cNvSpPr/>
            <p:nvPr/>
          </p:nvSpPr>
          <p:spPr>
            <a:xfrm>
              <a:off x="837219" y="11779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0" name="Google Shape;2780;p27"/>
            <p:cNvSpPr/>
            <p:nvPr/>
          </p:nvSpPr>
          <p:spPr>
            <a:xfrm>
              <a:off x="891194" y="12319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1" name="Google Shape;2781;p27"/>
            <p:cNvSpPr/>
            <p:nvPr/>
          </p:nvSpPr>
          <p:spPr>
            <a:xfrm>
              <a:off x="945169" y="12858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2" name="Google Shape;2782;p27"/>
            <p:cNvSpPr/>
            <p:nvPr/>
          </p:nvSpPr>
          <p:spPr>
            <a:xfrm>
              <a:off x="999144" y="13398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3" name="Google Shape;2783;p27"/>
            <p:cNvSpPr/>
            <p:nvPr/>
          </p:nvSpPr>
          <p:spPr>
            <a:xfrm>
              <a:off x="1053119" y="13938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4" name="Google Shape;2784;p27"/>
            <p:cNvSpPr/>
            <p:nvPr/>
          </p:nvSpPr>
          <p:spPr>
            <a:xfrm>
              <a:off x="1107094" y="14478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5" name="Google Shape;2785;p27"/>
            <p:cNvSpPr/>
            <p:nvPr/>
          </p:nvSpPr>
          <p:spPr>
            <a:xfrm>
              <a:off x="1161069" y="15017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6" name="Google Shape;2786;p27"/>
            <p:cNvSpPr/>
            <p:nvPr/>
          </p:nvSpPr>
          <p:spPr>
            <a:xfrm>
              <a:off x="1215044" y="15557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7" name="Google Shape;2787;p27"/>
            <p:cNvSpPr/>
            <p:nvPr/>
          </p:nvSpPr>
          <p:spPr>
            <a:xfrm>
              <a:off x="1269019" y="16097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8" name="Google Shape;2788;p27"/>
            <p:cNvSpPr/>
            <p:nvPr/>
          </p:nvSpPr>
          <p:spPr>
            <a:xfrm>
              <a:off x="1322994" y="16637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9" name="Google Shape;2789;p27"/>
            <p:cNvSpPr/>
            <p:nvPr/>
          </p:nvSpPr>
          <p:spPr>
            <a:xfrm>
              <a:off x="1376969" y="17176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0" name="Google Shape;2790;p27"/>
            <p:cNvSpPr/>
            <p:nvPr/>
          </p:nvSpPr>
          <p:spPr>
            <a:xfrm>
              <a:off x="1430944" y="17716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1" name="Google Shape;2791;p27"/>
            <p:cNvSpPr/>
            <p:nvPr/>
          </p:nvSpPr>
          <p:spPr>
            <a:xfrm>
              <a:off x="1484919" y="18256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2" name="Google Shape;2792;p27"/>
            <p:cNvSpPr/>
            <p:nvPr/>
          </p:nvSpPr>
          <p:spPr>
            <a:xfrm>
              <a:off x="1538894" y="18796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3" name="Google Shape;2793;p27"/>
            <p:cNvSpPr/>
            <p:nvPr/>
          </p:nvSpPr>
          <p:spPr>
            <a:xfrm>
              <a:off x="1592869" y="19335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4" name="Google Shape;2794;p27"/>
            <p:cNvSpPr/>
            <p:nvPr/>
          </p:nvSpPr>
          <p:spPr>
            <a:xfrm>
              <a:off x="522894" y="95091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5" name="Google Shape;2795;p27"/>
            <p:cNvSpPr/>
            <p:nvPr/>
          </p:nvSpPr>
          <p:spPr>
            <a:xfrm>
              <a:off x="576869" y="10048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6" name="Google Shape;2796;p27"/>
            <p:cNvSpPr/>
            <p:nvPr/>
          </p:nvSpPr>
          <p:spPr>
            <a:xfrm>
              <a:off x="630844" y="10588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7" name="Google Shape;2797;p27"/>
            <p:cNvSpPr/>
            <p:nvPr/>
          </p:nvSpPr>
          <p:spPr>
            <a:xfrm>
              <a:off x="684819" y="11128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8" name="Google Shape;2798;p27"/>
            <p:cNvSpPr/>
            <p:nvPr/>
          </p:nvSpPr>
          <p:spPr>
            <a:xfrm>
              <a:off x="738794" y="116681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9" name="Google Shape;2799;p27"/>
            <p:cNvSpPr/>
            <p:nvPr/>
          </p:nvSpPr>
          <p:spPr>
            <a:xfrm>
              <a:off x="792769" y="1222375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0" name="Google Shape;2800;p27"/>
            <p:cNvSpPr/>
            <p:nvPr/>
          </p:nvSpPr>
          <p:spPr>
            <a:xfrm>
              <a:off x="846744" y="12763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1" name="Google Shape;2801;p27"/>
            <p:cNvSpPr/>
            <p:nvPr/>
          </p:nvSpPr>
          <p:spPr>
            <a:xfrm>
              <a:off x="900719" y="13303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2" name="Google Shape;2802;p27"/>
            <p:cNvSpPr/>
            <p:nvPr/>
          </p:nvSpPr>
          <p:spPr>
            <a:xfrm>
              <a:off x="954694" y="13843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3" name="Google Shape;2803;p27"/>
            <p:cNvSpPr/>
            <p:nvPr/>
          </p:nvSpPr>
          <p:spPr>
            <a:xfrm>
              <a:off x="1008669" y="14382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4" name="Google Shape;2804;p27"/>
            <p:cNvSpPr/>
            <p:nvPr/>
          </p:nvSpPr>
          <p:spPr>
            <a:xfrm>
              <a:off x="1062644" y="14922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5" name="Google Shape;2805;p27"/>
            <p:cNvSpPr/>
            <p:nvPr/>
          </p:nvSpPr>
          <p:spPr>
            <a:xfrm>
              <a:off x="1116619" y="15462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6" name="Google Shape;2806;p27"/>
            <p:cNvSpPr/>
            <p:nvPr/>
          </p:nvSpPr>
          <p:spPr>
            <a:xfrm>
              <a:off x="1170594" y="16002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7" name="Google Shape;2807;p27"/>
            <p:cNvSpPr/>
            <p:nvPr/>
          </p:nvSpPr>
          <p:spPr>
            <a:xfrm>
              <a:off x="1224569" y="16541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8" name="Google Shape;2808;p27"/>
            <p:cNvSpPr/>
            <p:nvPr/>
          </p:nvSpPr>
          <p:spPr>
            <a:xfrm>
              <a:off x="1278544" y="17081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9" name="Google Shape;2809;p27"/>
            <p:cNvSpPr/>
            <p:nvPr/>
          </p:nvSpPr>
          <p:spPr>
            <a:xfrm>
              <a:off x="1332519" y="17621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0" name="Google Shape;2810;p27"/>
            <p:cNvSpPr/>
            <p:nvPr/>
          </p:nvSpPr>
          <p:spPr>
            <a:xfrm>
              <a:off x="1386494" y="18161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1" name="Google Shape;2811;p27"/>
            <p:cNvSpPr/>
            <p:nvPr/>
          </p:nvSpPr>
          <p:spPr>
            <a:xfrm>
              <a:off x="1440469" y="18700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2" name="Google Shape;2812;p27"/>
            <p:cNvSpPr/>
            <p:nvPr/>
          </p:nvSpPr>
          <p:spPr>
            <a:xfrm>
              <a:off x="1494444" y="19240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3" name="Google Shape;2813;p27"/>
            <p:cNvSpPr/>
            <p:nvPr/>
          </p:nvSpPr>
          <p:spPr>
            <a:xfrm>
              <a:off x="1550007" y="1978025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4" name="Google Shape;2814;p27"/>
            <p:cNvSpPr/>
            <p:nvPr/>
          </p:nvSpPr>
          <p:spPr>
            <a:xfrm>
              <a:off x="478444" y="9953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5" name="Google Shape;2815;p27"/>
            <p:cNvSpPr/>
            <p:nvPr/>
          </p:nvSpPr>
          <p:spPr>
            <a:xfrm>
              <a:off x="532419" y="10493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6" name="Google Shape;2816;p27"/>
            <p:cNvSpPr/>
            <p:nvPr/>
          </p:nvSpPr>
          <p:spPr>
            <a:xfrm>
              <a:off x="587982" y="1104900"/>
              <a:ext cx="33338" cy="3333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7" name="Google Shape;2817;p27"/>
            <p:cNvSpPr/>
            <p:nvPr/>
          </p:nvSpPr>
          <p:spPr>
            <a:xfrm>
              <a:off x="640369" y="11572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8" name="Google Shape;2818;p27"/>
            <p:cNvSpPr/>
            <p:nvPr/>
          </p:nvSpPr>
          <p:spPr>
            <a:xfrm>
              <a:off x="694344" y="12112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9" name="Google Shape;2819;p27"/>
            <p:cNvSpPr/>
            <p:nvPr/>
          </p:nvSpPr>
          <p:spPr>
            <a:xfrm>
              <a:off x="748319" y="12652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2" extrusionOk="0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0" name="Google Shape;2820;p27"/>
            <p:cNvSpPr/>
            <p:nvPr/>
          </p:nvSpPr>
          <p:spPr>
            <a:xfrm>
              <a:off x="802294" y="131921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1" name="Google Shape;2821;p27"/>
            <p:cNvSpPr/>
            <p:nvPr/>
          </p:nvSpPr>
          <p:spPr>
            <a:xfrm>
              <a:off x="856269" y="13731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2" name="Google Shape;2822;p27"/>
            <p:cNvSpPr/>
            <p:nvPr/>
          </p:nvSpPr>
          <p:spPr>
            <a:xfrm>
              <a:off x="910244" y="14271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2" extrusionOk="0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3" name="Google Shape;2823;p27"/>
            <p:cNvSpPr/>
            <p:nvPr/>
          </p:nvSpPr>
          <p:spPr>
            <a:xfrm>
              <a:off x="964219" y="14811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4" name="Google Shape;2824;p27"/>
            <p:cNvSpPr/>
            <p:nvPr/>
          </p:nvSpPr>
          <p:spPr>
            <a:xfrm>
              <a:off x="1018194" y="1536700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5" name="Google Shape;2825;p27"/>
            <p:cNvSpPr/>
            <p:nvPr/>
          </p:nvSpPr>
          <p:spPr>
            <a:xfrm>
              <a:off x="1072169" y="15906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2" extrusionOk="0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6" name="Google Shape;2826;p27"/>
            <p:cNvSpPr/>
            <p:nvPr/>
          </p:nvSpPr>
          <p:spPr>
            <a:xfrm>
              <a:off x="1126144" y="16446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7" name="Google Shape;2827;p27"/>
            <p:cNvSpPr/>
            <p:nvPr/>
          </p:nvSpPr>
          <p:spPr>
            <a:xfrm>
              <a:off x="1180119" y="16986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8" name="Google Shape;2828;p27"/>
            <p:cNvSpPr/>
            <p:nvPr/>
          </p:nvSpPr>
          <p:spPr>
            <a:xfrm>
              <a:off x="1235682" y="1752600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101" h="1102" extrusionOk="0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9" name="Google Shape;2829;p27"/>
            <p:cNvSpPr/>
            <p:nvPr/>
          </p:nvSpPr>
          <p:spPr>
            <a:xfrm>
              <a:off x="1289657" y="18065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0" name="Google Shape;2830;p27"/>
            <p:cNvSpPr/>
            <p:nvPr/>
          </p:nvSpPr>
          <p:spPr>
            <a:xfrm>
              <a:off x="1343632" y="18605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1" name="Google Shape;2831;p27"/>
            <p:cNvSpPr/>
            <p:nvPr/>
          </p:nvSpPr>
          <p:spPr>
            <a:xfrm>
              <a:off x="1397607" y="19145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2" extrusionOk="0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2" name="Google Shape;2832;p27"/>
            <p:cNvSpPr/>
            <p:nvPr/>
          </p:nvSpPr>
          <p:spPr>
            <a:xfrm>
              <a:off x="1451582" y="19685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3" name="Google Shape;2833;p27"/>
            <p:cNvSpPr/>
            <p:nvPr/>
          </p:nvSpPr>
          <p:spPr>
            <a:xfrm>
              <a:off x="1505557" y="20224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34" name="Google Shape;2834;p27"/>
          <p:cNvSpPr/>
          <p:nvPr/>
        </p:nvSpPr>
        <p:spPr>
          <a:xfrm>
            <a:off x="8403036" y="4402536"/>
            <a:ext cx="740964" cy="740964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5" name="Google Shape;2835;p27"/>
          <p:cNvSpPr/>
          <p:nvPr/>
        </p:nvSpPr>
        <p:spPr>
          <a:xfrm>
            <a:off x="-1093603" y="3011591"/>
            <a:ext cx="2187206" cy="2575530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8"/>
          <p:cNvSpPr txBox="1">
            <a:spLocks noGrp="1"/>
          </p:cNvSpPr>
          <p:nvPr>
            <p:ph type="title"/>
          </p:nvPr>
        </p:nvSpPr>
        <p:spPr>
          <a:xfrm>
            <a:off x="723900" y="1971470"/>
            <a:ext cx="6883130" cy="798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ebas Neue"/>
              <a:buNone/>
              <a:defRPr sz="50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6" name="Google Shape;516;p18"/>
          <p:cNvSpPr txBox="1">
            <a:spLocks noGrp="1"/>
          </p:cNvSpPr>
          <p:nvPr>
            <p:ph type="body" idx="1"/>
          </p:nvPr>
        </p:nvSpPr>
        <p:spPr>
          <a:xfrm>
            <a:off x="723900" y="2727185"/>
            <a:ext cx="6883130" cy="449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17" name="Google Shape;517;p18"/>
          <p:cNvSpPr txBox="1">
            <a:spLocks noGrp="1"/>
          </p:cNvSpPr>
          <p:nvPr>
            <p:ph type="body" idx="2"/>
          </p:nvPr>
        </p:nvSpPr>
        <p:spPr>
          <a:xfrm>
            <a:off x="723901" y="974767"/>
            <a:ext cx="1117869" cy="648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grpSp>
        <p:nvGrpSpPr>
          <p:cNvPr id="518" name="Google Shape;518;p18"/>
          <p:cNvGrpSpPr/>
          <p:nvPr/>
        </p:nvGrpSpPr>
        <p:grpSpPr>
          <a:xfrm rot="10800000">
            <a:off x="7203958" y="-155157"/>
            <a:ext cx="2187206" cy="2789633"/>
            <a:chOff x="3700202" y="2700338"/>
            <a:chExt cx="1654175" cy="2109788"/>
          </a:xfrm>
        </p:grpSpPr>
        <p:sp>
          <p:nvSpPr>
            <p:cNvPr id="519" name="Google Shape;519;p18"/>
            <p:cNvSpPr/>
            <p:nvPr/>
          </p:nvSpPr>
          <p:spPr>
            <a:xfrm>
              <a:off x="3700202" y="2700338"/>
              <a:ext cx="1654175" cy="2109788"/>
            </a:xfrm>
            <a:custGeom>
              <a:avLst/>
              <a:gdLst/>
              <a:ahLst/>
              <a:cxnLst/>
              <a:rect l="l" t="t" r="r" b="b"/>
              <a:pathLst>
                <a:path w="50004" h="63780" extrusionOk="0">
                  <a:moveTo>
                    <a:pt x="50004" y="50004"/>
                  </a:moveTo>
                  <a:lnTo>
                    <a:pt x="0" y="0"/>
                  </a:lnTo>
                  <a:lnTo>
                    <a:pt x="79" y="29993"/>
                  </a:lnTo>
                  <a:lnTo>
                    <a:pt x="33867" y="63780"/>
                  </a:lnTo>
                  <a:lnTo>
                    <a:pt x="50001" y="63703"/>
                  </a:lnTo>
                  <a:lnTo>
                    <a:pt x="50004" y="5000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8"/>
            <p:cNvSpPr/>
            <p:nvPr/>
          </p:nvSpPr>
          <p:spPr>
            <a:xfrm>
              <a:off x="3703377" y="3690938"/>
              <a:ext cx="1117600" cy="1117600"/>
            </a:xfrm>
            <a:custGeom>
              <a:avLst/>
              <a:gdLst/>
              <a:ahLst/>
              <a:cxnLst/>
              <a:rect l="l" t="t" r="r" b="b"/>
              <a:pathLst>
                <a:path w="33788" h="33787" extrusionOk="0">
                  <a:moveTo>
                    <a:pt x="0" y="0"/>
                  </a:moveTo>
                  <a:lnTo>
                    <a:pt x="33788" y="33787"/>
                  </a:lnTo>
                  <a:lnTo>
                    <a:pt x="36" y="33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8"/>
            <p:cNvSpPr/>
            <p:nvPr/>
          </p:nvSpPr>
          <p:spPr>
            <a:xfrm>
              <a:off x="4057390" y="3656013"/>
              <a:ext cx="935038" cy="652463"/>
            </a:xfrm>
            <a:custGeom>
              <a:avLst/>
              <a:gdLst/>
              <a:ahLst/>
              <a:cxnLst/>
              <a:rect l="l" t="t" r="r" b="b"/>
              <a:pathLst>
                <a:path w="28281" h="19728" extrusionOk="0">
                  <a:moveTo>
                    <a:pt x="0" y="5276"/>
                  </a:moveTo>
                  <a:lnTo>
                    <a:pt x="0" y="5276"/>
                  </a:lnTo>
                  <a:cubicBezTo>
                    <a:pt x="5276" y="0"/>
                    <a:pt x="13829" y="0"/>
                    <a:pt x="19104" y="5276"/>
                  </a:cubicBezTo>
                  <a:lnTo>
                    <a:pt x="28281" y="14453"/>
                  </a:lnTo>
                  <a:lnTo>
                    <a:pt x="28281" y="14453"/>
                  </a:lnTo>
                  <a:cubicBezTo>
                    <a:pt x="23006" y="19728"/>
                    <a:pt x="14453" y="19728"/>
                    <a:pt x="9177" y="14453"/>
                  </a:cubicBezTo>
                  <a:lnTo>
                    <a:pt x="0" y="52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8"/>
            <p:cNvSpPr/>
            <p:nvPr/>
          </p:nvSpPr>
          <p:spPr>
            <a:xfrm>
              <a:off x="3746240" y="3967163"/>
              <a:ext cx="935038" cy="652463"/>
            </a:xfrm>
            <a:custGeom>
              <a:avLst/>
              <a:gdLst/>
              <a:ahLst/>
              <a:cxnLst/>
              <a:rect l="l" t="t" r="r" b="b"/>
              <a:pathLst>
                <a:path w="28281" h="19727" extrusionOk="0">
                  <a:moveTo>
                    <a:pt x="0" y="5275"/>
                  </a:moveTo>
                  <a:lnTo>
                    <a:pt x="0" y="5275"/>
                  </a:lnTo>
                  <a:cubicBezTo>
                    <a:pt x="5275" y="0"/>
                    <a:pt x="13828" y="0"/>
                    <a:pt x="19104" y="5275"/>
                  </a:cubicBezTo>
                  <a:lnTo>
                    <a:pt x="28281" y="14452"/>
                  </a:lnTo>
                  <a:lnTo>
                    <a:pt x="28281" y="14452"/>
                  </a:lnTo>
                  <a:cubicBezTo>
                    <a:pt x="23005" y="19727"/>
                    <a:pt x="14452" y="19727"/>
                    <a:pt x="9177" y="14452"/>
                  </a:cubicBezTo>
                  <a:lnTo>
                    <a:pt x="0" y="52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8"/>
            <p:cNvSpPr/>
            <p:nvPr/>
          </p:nvSpPr>
          <p:spPr>
            <a:xfrm>
              <a:off x="4128827" y="3976688"/>
              <a:ext cx="401638" cy="401638"/>
            </a:xfrm>
            <a:custGeom>
              <a:avLst/>
              <a:gdLst/>
              <a:ahLst/>
              <a:cxnLst/>
              <a:rect l="l" t="t" r="r" b="b"/>
              <a:pathLst>
                <a:path w="12133" h="12133" extrusionOk="0">
                  <a:moveTo>
                    <a:pt x="2647" y="9486"/>
                  </a:moveTo>
                  <a:cubicBezTo>
                    <a:pt x="5261" y="12100"/>
                    <a:pt x="9471" y="12133"/>
                    <a:pt x="12133" y="9597"/>
                  </a:cubicBezTo>
                  <a:lnTo>
                    <a:pt x="2536" y="0"/>
                  </a:lnTo>
                  <a:cubicBezTo>
                    <a:pt x="0" y="2662"/>
                    <a:pt x="33" y="6872"/>
                    <a:pt x="2647" y="9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18"/>
            <p:cNvSpPr/>
            <p:nvPr/>
          </p:nvSpPr>
          <p:spPr>
            <a:xfrm>
              <a:off x="4211377" y="3895725"/>
              <a:ext cx="401638" cy="401638"/>
            </a:xfrm>
            <a:custGeom>
              <a:avLst/>
              <a:gdLst/>
              <a:ahLst/>
              <a:cxnLst/>
              <a:rect l="l" t="t" r="r" b="b"/>
              <a:pathLst>
                <a:path w="12133" h="12133" extrusionOk="0">
                  <a:moveTo>
                    <a:pt x="9486" y="2647"/>
                  </a:moveTo>
                  <a:cubicBezTo>
                    <a:pt x="6872" y="33"/>
                    <a:pt x="2662" y="0"/>
                    <a:pt x="0" y="2536"/>
                  </a:cubicBezTo>
                  <a:lnTo>
                    <a:pt x="9597" y="12133"/>
                  </a:lnTo>
                  <a:cubicBezTo>
                    <a:pt x="12133" y="9471"/>
                    <a:pt x="12100" y="5261"/>
                    <a:pt x="9486" y="26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5" name="Google Shape;525;p18"/>
          <p:cNvSpPr/>
          <p:nvPr/>
        </p:nvSpPr>
        <p:spPr>
          <a:xfrm rot="5400000">
            <a:off x="7871" y="3678747"/>
            <a:ext cx="740964" cy="740964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6" name="Google Shape;526;p18"/>
          <p:cNvGrpSpPr/>
          <p:nvPr/>
        </p:nvGrpSpPr>
        <p:grpSpPr>
          <a:xfrm>
            <a:off x="-36209" y="4108002"/>
            <a:ext cx="1658248" cy="1282517"/>
            <a:chOff x="5136226" y="2246221"/>
            <a:chExt cx="1254126" cy="969962"/>
          </a:xfrm>
        </p:grpSpPr>
        <p:sp>
          <p:nvSpPr>
            <p:cNvPr id="527" name="Google Shape;527;p18"/>
            <p:cNvSpPr/>
            <p:nvPr/>
          </p:nvSpPr>
          <p:spPr>
            <a:xfrm>
              <a:off x="5448964" y="2246221"/>
              <a:ext cx="941388" cy="657225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18"/>
            <p:cNvSpPr/>
            <p:nvPr/>
          </p:nvSpPr>
          <p:spPr>
            <a:xfrm>
              <a:off x="5136226" y="2558958"/>
              <a:ext cx="941388" cy="657225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18"/>
            <p:cNvSpPr/>
            <p:nvPr/>
          </p:nvSpPr>
          <p:spPr>
            <a:xfrm>
              <a:off x="5521989" y="257007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7" h="12207" extrusionOk="0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8"/>
            <p:cNvSpPr/>
            <p:nvPr/>
          </p:nvSpPr>
          <p:spPr>
            <a:xfrm>
              <a:off x="5604539" y="248752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6" h="12206" extrusionOk="0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1" name="Google Shape;531;p18"/>
          <p:cNvGrpSpPr/>
          <p:nvPr/>
        </p:nvGrpSpPr>
        <p:grpSpPr>
          <a:xfrm flipH="1">
            <a:off x="8012764" y="4051315"/>
            <a:ext cx="1507863" cy="1510278"/>
            <a:chOff x="39184" y="-151930"/>
            <a:chExt cx="1309806" cy="1311904"/>
          </a:xfrm>
        </p:grpSpPr>
        <p:sp>
          <p:nvSpPr>
            <p:cNvPr id="532" name="Google Shape;532;p18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18"/>
            <p:cNvSpPr/>
            <p:nvPr/>
          </p:nvSpPr>
          <p:spPr>
            <a:xfrm>
              <a:off x="1231442" y="61422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18"/>
            <p:cNvSpPr/>
            <p:nvPr/>
          </p:nvSpPr>
          <p:spPr>
            <a:xfrm>
              <a:off x="1160075" y="6855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18"/>
            <p:cNvSpPr/>
            <p:nvPr/>
          </p:nvSpPr>
          <p:spPr>
            <a:xfrm>
              <a:off x="1088707" y="7569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18"/>
            <p:cNvSpPr/>
            <p:nvPr/>
          </p:nvSpPr>
          <p:spPr>
            <a:xfrm>
              <a:off x="1019439" y="828324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18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18"/>
            <p:cNvSpPr/>
            <p:nvPr/>
          </p:nvSpPr>
          <p:spPr>
            <a:xfrm>
              <a:off x="876704" y="96896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18"/>
            <p:cNvSpPr/>
            <p:nvPr/>
          </p:nvSpPr>
          <p:spPr>
            <a:xfrm>
              <a:off x="805336" y="104032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18"/>
            <p:cNvSpPr/>
            <p:nvPr/>
          </p:nvSpPr>
          <p:spPr>
            <a:xfrm>
              <a:off x="733969" y="11116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18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18"/>
            <p:cNvSpPr/>
            <p:nvPr/>
          </p:nvSpPr>
          <p:spPr>
            <a:xfrm>
              <a:off x="1174769" y="557547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18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18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18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18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18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18"/>
            <p:cNvSpPr/>
            <p:nvPr/>
          </p:nvSpPr>
          <p:spPr>
            <a:xfrm>
              <a:off x="748662" y="983653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18"/>
            <p:cNvSpPr/>
            <p:nvPr/>
          </p:nvSpPr>
          <p:spPr>
            <a:xfrm>
              <a:off x="677294" y="1052922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18"/>
            <p:cNvSpPr/>
            <p:nvPr/>
          </p:nvSpPr>
          <p:spPr>
            <a:xfrm>
              <a:off x="1187363" y="4274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8"/>
            <p:cNvSpPr/>
            <p:nvPr/>
          </p:nvSpPr>
          <p:spPr>
            <a:xfrm>
              <a:off x="1115995" y="498774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18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18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18"/>
            <p:cNvSpPr/>
            <p:nvPr/>
          </p:nvSpPr>
          <p:spPr>
            <a:xfrm>
              <a:off x="901893" y="71077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18"/>
            <p:cNvSpPr/>
            <p:nvPr/>
          </p:nvSpPr>
          <p:spPr>
            <a:xfrm>
              <a:off x="832623" y="782145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18"/>
            <p:cNvSpPr/>
            <p:nvPr/>
          </p:nvSpPr>
          <p:spPr>
            <a:xfrm>
              <a:off x="761256" y="8535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18"/>
            <p:cNvSpPr/>
            <p:nvPr/>
          </p:nvSpPr>
          <p:spPr>
            <a:xfrm>
              <a:off x="689888" y="9248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18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18"/>
            <p:cNvSpPr/>
            <p:nvPr/>
          </p:nvSpPr>
          <p:spPr>
            <a:xfrm>
              <a:off x="1128589" y="3707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18"/>
            <p:cNvSpPr/>
            <p:nvPr/>
          </p:nvSpPr>
          <p:spPr>
            <a:xfrm>
              <a:off x="1057221" y="44000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18"/>
            <p:cNvSpPr/>
            <p:nvPr/>
          </p:nvSpPr>
          <p:spPr>
            <a:xfrm>
              <a:off x="985854" y="51136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18"/>
            <p:cNvSpPr/>
            <p:nvPr/>
          </p:nvSpPr>
          <p:spPr>
            <a:xfrm>
              <a:off x="916585" y="58273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18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18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18"/>
            <p:cNvSpPr/>
            <p:nvPr/>
          </p:nvSpPr>
          <p:spPr>
            <a:xfrm>
              <a:off x="702483" y="796839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18"/>
            <p:cNvSpPr/>
            <p:nvPr/>
          </p:nvSpPr>
          <p:spPr>
            <a:xfrm>
              <a:off x="631115" y="86610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18"/>
            <p:cNvSpPr/>
            <p:nvPr/>
          </p:nvSpPr>
          <p:spPr>
            <a:xfrm>
              <a:off x="559747" y="93747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18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18"/>
            <p:cNvSpPr/>
            <p:nvPr/>
          </p:nvSpPr>
          <p:spPr>
            <a:xfrm>
              <a:off x="1000547" y="3833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18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18"/>
            <p:cNvSpPr/>
            <p:nvPr/>
          </p:nvSpPr>
          <p:spPr>
            <a:xfrm>
              <a:off x="857812" y="52396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18"/>
            <p:cNvSpPr/>
            <p:nvPr/>
          </p:nvSpPr>
          <p:spPr>
            <a:xfrm>
              <a:off x="786444" y="5953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18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18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18"/>
            <p:cNvSpPr/>
            <p:nvPr/>
          </p:nvSpPr>
          <p:spPr>
            <a:xfrm>
              <a:off x="574441" y="8094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18"/>
            <p:cNvSpPr/>
            <p:nvPr/>
          </p:nvSpPr>
          <p:spPr>
            <a:xfrm>
              <a:off x="503073" y="88080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18"/>
            <p:cNvSpPr/>
            <p:nvPr/>
          </p:nvSpPr>
          <p:spPr>
            <a:xfrm>
              <a:off x="1013141" y="25318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18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18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18"/>
            <p:cNvSpPr/>
            <p:nvPr/>
          </p:nvSpPr>
          <p:spPr>
            <a:xfrm>
              <a:off x="799039" y="4672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18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18"/>
            <p:cNvSpPr/>
            <p:nvPr/>
          </p:nvSpPr>
          <p:spPr>
            <a:xfrm>
              <a:off x="658403" y="60792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18"/>
            <p:cNvSpPr/>
            <p:nvPr/>
          </p:nvSpPr>
          <p:spPr>
            <a:xfrm>
              <a:off x="587035" y="67929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18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18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18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18"/>
            <p:cNvSpPr/>
            <p:nvPr/>
          </p:nvSpPr>
          <p:spPr>
            <a:xfrm>
              <a:off x="885100" y="267879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18"/>
            <p:cNvSpPr/>
            <p:nvPr/>
          </p:nvSpPr>
          <p:spPr>
            <a:xfrm>
              <a:off x="813732" y="33714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18"/>
            <p:cNvSpPr/>
            <p:nvPr/>
          </p:nvSpPr>
          <p:spPr>
            <a:xfrm>
              <a:off x="742364" y="40851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18"/>
            <p:cNvSpPr/>
            <p:nvPr/>
          </p:nvSpPr>
          <p:spPr>
            <a:xfrm>
              <a:off x="670997" y="47988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18"/>
            <p:cNvSpPr/>
            <p:nvPr/>
          </p:nvSpPr>
          <p:spPr>
            <a:xfrm>
              <a:off x="599629" y="55125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18"/>
            <p:cNvSpPr/>
            <p:nvPr/>
          </p:nvSpPr>
          <p:spPr>
            <a:xfrm>
              <a:off x="528262" y="62261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18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18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18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8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8"/>
            <p:cNvSpPr/>
            <p:nvPr/>
          </p:nvSpPr>
          <p:spPr>
            <a:xfrm>
              <a:off x="754959" y="28047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18"/>
            <p:cNvSpPr/>
            <p:nvPr/>
          </p:nvSpPr>
          <p:spPr>
            <a:xfrm>
              <a:off x="683591" y="351841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18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18"/>
            <p:cNvSpPr/>
            <p:nvPr/>
          </p:nvSpPr>
          <p:spPr>
            <a:xfrm>
              <a:off x="542955" y="49247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18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18"/>
            <p:cNvSpPr/>
            <p:nvPr/>
          </p:nvSpPr>
          <p:spPr>
            <a:xfrm>
              <a:off x="400220" y="63521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18"/>
            <p:cNvSpPr/>
            <p:nvPr/>
          </p:nvSpPr>
          <p:spPr>
            <a:xfrm>
              <a:off x="328852" y="70658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18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18"/>
            <p:cNvSpPr/>
            <p:nvPr/>
          </p:nvSpPr>
          <p:spPr>
            <a:xfrm>
              <a:off x="767553" y="1503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18"/>
            <p:cNvSpPr/>
            <p:nvPr/>
          </p:nvSpPr>
          <p:spPr>
            <a:xfrm>
              <a:off x="696185" y="22170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18"/>
            <p:cNvSpPr/>
            <p:nvPr/>
          </p:nvSpPr>
          <p:spPr>
            <a:xfrm>
              <a:off x="626917" y="29306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18"/>
            <p:cNvSpPr/>
            <p:nvPr/>
          </p:nvSpPr>
          <p:spPr>
            <a:xfrm>
              <a:off x="555549" y="36443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18"/>
            <p:cNvSpPr/>
            <p:nvPr/>
          </p:nvSpPr>
          <p:spPr>
            <a:xfrm>
              <a:off x="484182" y="43580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18"/>
            <p:cNvSpPr/>
            <p:nvPr/>
          </p:nvSpPr>
          <p:spPr>
            <a:xfrm>
              <a:off x="412814" y="50717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18"/>
            <p:cNvSpPr/>
            <p:nvPr/>
          </p:nvSpPr>
          <p:spPr>
            <a:xfrm>
              <a:off x="341447" y="57643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18"/>
            <p:cNvSpPr/>
            <p:nvPr/>
          </p:nvSpPr>
          <p:spPr>
            <a:xfrm>
              <a:off x="270079" y="64780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18"/>
            <p:cNvSpPr/>
            <p:nvPr/>
          </p:nvSpPr>
          <p:spPr>
            <a:xfrm>
              <a:off x="782246" y="22291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18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18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18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18"/>
            <p:cNvSpPr/>
            <p:nvPr/>
          </p:nvSpPr>
          <p:spPr>
            <a:xfrm>
              <a:off x="496776" y="3056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18"/>
            <p:cNvSpPr/>
            <p:nvPr/>
          </p:nvSpPr>
          <p:spPr>
            <a:xfrm>
              <a:off x="425408" y="3770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18"/>
            <p:cNvSpPr/>
            <p:nvPr/>
          </p:nvSpPr>
          <p:spPr>
            <a:xfrm>
              <a:off x="356140" y="44839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18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18"/>
            <p:cNvSpPr/>
            <p:nvPr/>
          </p:nvSpPr>
          <p:spPr>
            <a:xfrm>
              <a:off x="213405" y="5911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18"/>
            <p:cNvSpPr/>
            <p:nvPr/>
          </p:nvSpPr>
          <p:spPr>
            <a:xfrm>
              <a:off x="723473" y="-3648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18"/>
            <p:cNvSpPr/>
            <p:nvPr/>
          </p:nvSpPr>
          <p:spPr>
            <a:xfrm>
              <a:off x="652105" y="3488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18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18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18"/>
            <p:cNvSpPr/>
            <p:nvPr/>
          </p:nvSpPr>
          <p:spPr>
            <a:xfrm>
              <a:off x="440102" y="248988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18"/>
            <p:cNvSpPr/>
            <p:nvPr/>
          </p:nvSpPr>
          <p:spPr>
            <a:xfrm>
              <a:off x="368734" y="31825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18"/>
            <p:cNvSpPr/>
            <p:nvPr/>
          </p:nvSpPr>
          <p:spPr>
            <a:xfrm>
              <a:off x="297367" y="38962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18"/>
            <p:cNvSpPr/>
            <p:nvPr/>
          </p:nvSpPr>
          <p:spPr>
            <a:xfrm>
              <a:off x="225999" y="46099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18"/>
            <p:cNvSpPr/>
            <p:nvPr/>
          </p:nvSpPr>
          <p:spPr>
            <a:xfrm>
              <a:off x="154631" y="53235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18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18"/>
            <p:cNvSpPr/>
            <p:nvPr/>
          </p:nvSpPr>
          <p:spPr>
            <a:xfrm>
              <a:off x="593332" y="-238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18"/>
            <p:cNvSpPr/>
            <p:nvPr/>
          </p:nvSpPr>
          <p:spPr>
            <a:xfrm>
              <a:off x="524064" y="4747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18"/>
            <p:cNvSpPr/>
            <p:nvPr/>
          </p:nvSpPr>
          <p:spPr>
            <a:xfrm>
              <a:off x="452696" y="11884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18"/>
            <p:cNvSpPr/>
            <p:nvPr/>
          </p:nvSpPr>
          <p:spPr>
            <a:xfrm>
              <a:off x="381328" y="19021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18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18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18"/>
            <p:cNvSpPr/>
            <p:nvPr/>
          </p:nvSpPr>
          <p:spPr>
            <a:xfrm>
              <a:off x="167226" y="40431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18"/>
            <p:cNvSpPr/>
            <p:nvPr/>
          </p:nvSpPr>
          <p:spPr>
            <a:xfrm>
              <a:off x="97957" y="47358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18"/>
            <p:cNvSpPr/>
            <p:nvPr/>
          </p:nvSpPr>
          <p:spPr>
            <a:xfrm>
              <a:off x="608025" y="-1519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18"/>
            <p:cNvSpPr/>
            <p:nvPr/>
          </p:nvSpPr>
          <p:spPr>
            <a:xfrm>
              <a:off x="536658" y="-805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18"/>
            <p:cNvSpPr/>
            <p:nvPr/>
          </p:nvSpPr>
          <p:spPr>
            <a:xfrm>
              <a:off x="465290" y="-91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18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18"/>
            <p:cNvSpPr/>
            <p:nvPr/>
          </p:nvSpPr>
          <p:spPr>
            <a:xfrm>
              <a:off x="322555" y="13144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18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18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18"/>
            <p:cNvSpPr/>
            <p:nvPr/>
          </p:nvSpPr>
          <p:spPr>
            <a:xfrm>
              <a:off x="110552" y="34554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18"/>
            <p:cNvSpPr/>
            <p:nvPr/>
          </p:nvSpPr>
          <p:spPr>
            <a:xfrm>
              <a:off x="39184" y="41691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1176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0" name="Google Shape;1030;p22"/>
          <p:cNvGrpSpPr/>
          <p:nvPr/>
        </p:nvGrpSpPr>
        <p:grpSpPr>
          <a:xfrm>
            <a:off x="7144602" y="3147253"/>
            <a:ext cx="2300556" cy="2575530"/>
            <a:chOff x="3238240" y="323850"/>
            <a:chExt cx="1739901" cy="1947863"/>
          </a:xfrm>
        </p:grpSpPr>
        <p:sp>
          <p:nvSpPr>
            <p:cNvPr id="1031" name="Google Shape;1031;p22"/>
            <p:cNvSpPr/>
            <p:nvPr/>
          </p:nvSpPr>
          <p:spPr>
            <a:xfrm>
              <a:off x="3238240" y="323850"/>
              <a:ext cx="1654175" cy="1947863"/>
            </a:xfrm>
            <a:custGeom>
              <a:avLst/>
              <a:gdLst/>
              <a:ahLst/>
              <a:cxnLst/>
              <a:rect l="l" t="t" r="r" b="b"/>
              <a:pathLst>
                <a:path w="50016" h="58876" extrusionOk="0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22"/>
            <p:cNvSpPr/>
            <p:nvPr/>
          </p:nvSpPr>
          <p:spPr>
            <a:xfrm>
              <a:off x="4036753" y="947738"/>
              <a:ext cx="941388" cy="657225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22"/>
            <p:cNvSpPr/>
            <p:nvPr/>
          </p:nvSpPr>
          <p:spPr>
            <a:xfrm>
              <a:off x="3724015" y="1260475"/>
              <a:ext cx="941388" cy="657225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22"/>
            <p:cNvSpPr/>
            <p:nvPr/>
          </p:nvSpPr>
          <p:spPr>
            <a:xfrm>
              <a:off x="4109778" y="1271588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7" h="12207" extrusionOk="0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22"/>
            <p:cNvSpPr/>
            <p:nvPr/>
          </p:nvSpPr>
          <p:spPr>
            <a:xfrm>
              <a:off x="4192328" y="1189038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6" h="12206" extrusionOk="0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6" name="Google Shape;1036;p22"/>
          <p:cNvSpPr txBox="1">
            <a:spLocks noGrp="1"/>
          </p:cNvSpPr>
          <p:nvPr>
            <p:ph type="title"/>
          </p:nvPr>
        </p:nvSpPr>
        <p:spPr>
          <a:xfrm>
            <a:off x="723901" y="1362353"/>
            <a:ext cx="3998224" cy="155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4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7" name="Google Shape;1037;p22"/>
          <p:cNvSpPr txBox="1">
            <a:spLocks noGrp="1"/>
          </p:cNvSpPr>
          <p:nvPr>
            <p:ph type="body" idx="1"/>
          </p:nvPr>
        </p:nvSpPr>
        <p:spPr>
          <a:xfrm>
            <a:off x="723901" y="2890654"/>
            <a:ext cx="3998224" cy="882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1038" name="Google Shape;1038;p22"/>
          <p:cNvSpPr>
            <a:spLocks noGrp="1"/>
          </p:cNvSpPr>
          <p:nvPr>
            <p:ph type="pic" idx="2"/>
          </p:nvPr>
        </p:nvSpPr>
        <p:spPr>
          <a:xfrm>
            <a:off x="5124450" y="1173659"/>
            <a:ext cx="3295650" cy="2804616"/>
          </a:xfrm>
          <a:prstGeom prst="roundRect">
            <a:avLst>
              <a:gd name="adj" fmla="val 7665"/>
            </a:avLst>
          </a:prstGeom>
          <a:noFill/>
          <a:ln>
            <a:noFill/>
          </a:ln>
        </p:spPr>
      </p:sp>
      <p:sp>
        <p:nvSpPr>
          <p:cNvPr id="1039" name="Google Shape;1039;p22"/>
          <p:cNvSpPr/>
          <p:nvPr/>
        </p:nvSpPr>
        <p:spPr>
          <a:xfrm>
            <a:off x="-684423" y="-1789571"/>
            <a:ext cx="2187206" cy="2575530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0" name="Google Shape;1040;p22"/>
          <p:cNvGrpSpPr/>
          <p:nvPr/>
        </p:nvGrpSpPr>
        <p:grpSpPr>
          <a:xfrm flipH="1">
            <a:off x="8238205" y="-570849"/>
            <a:ext cx="1507863" cy="1510278"/>
            <a:chOff x="39184" y="-151930"/>
            <a:chExt cx="1309806" cy="1311904"/>
          </a:xfrm>
        </p:grpSpPr>
        <p:sp>
          <p:nvSpPr>
            <p:cNvPr id="1041" name="Google Shape;1041;p22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22"/>
            <p:cNvSpPr/>
            <p:nvPr/>
          </p:nvSpPr>
          <p:spPr>
            <a:xfrm>
              <a:off x="1231442" y="61422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22"/>
            <p:cNvSpPr/>
            <p:nvPr/>
          </p:nvSpPr>
          <p:spPr>
            <a:xfrm>
              <a:off x="1160075" y="6855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22"/>
            <p:cNvSpPr/>
            <p:nvPr/>
          </p:nvSpPr>
          <p:spPr>
            <a:xfrm>
              <a:off x="1088707" y="7569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22"/>
            <p:cNvSpPr/>
            <p:nvPr/>
          </p:nvSpPr>
          <p:spPr>
            <a:xfrm>
              <a:off x="1019439" y="828324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22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22"/>
            <p:cNvSpPr/>
            <p:nvPr/>
          </p:nvSpPr>
          <p:spPr>
            <a:xfrm>
              <a:off x="876704" y="96896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22"/>
            <p:cNvSpPr/>
            <p:nvPr/>
          </p:nvSpPr>
          <p:spPr>
            <a:xfrm>
              <a:off x="805336" y="104032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22"/>
            <p:cNvSpPr/>
            <p:nvPr/>
          </p:nvSpPr>
          <p:spPr>
            <a:xfrm>
              <a:off x="733969" y="11116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22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22"/>
            <p:cNvSpPr/>
            <p:nvPr/>
          </p:nvSpPr>
          <p:spPr>
            <a:xfrm>
              <a:off x="1174769" y="557547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22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22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22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22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22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22"/>
            <p:cNvSpPr/>
            <p:nvPr/>
          </p:nvSpPr>
          <p:spPr>
            <a:xfrm>
              <a:off x="748662" y="983653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22"/>
            <p:cNvSpPr/>
            <p:nvPr/>
          </p:nvSpPr>
          <p:spPr>
            <a:xfrm>
              <a:off x="677294" y="1052922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22"/>
            <p:cNvSpPr/>
            <p:nvPr/>
          </p:nvSpPr>
          <p:spPr>
            <a:xfrm>
              <a:off x="1187363" y="4274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22"/>
            <p:cNvSpPr/>
            <p:nvPr/>
          </p:nvSpPr>
          <p:spPr>
            <a:xfrm>
              <a:off x="1115995" y="498774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22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22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22"/>
            <p:cNvSpPr/>
            <p:nvPr/>
          </p:nvSpPr>
          <p:spPr>
            <a:xfrm>
              <a:off x="901893" y="71077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22"/>
            <p:cNvSpPr/>
            <p:nvPr/>
          </p:nvSpPr>
          <p:spPr>
            <a:xfrm>
              <a:off x="832623" y="782145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22"/>
            <p:cNvSpPr/>
            <p:nvPr/>
          </p:nvSpPr>
          <p:spPr>
            <a:xfrm>
              <a:off x="761256" y="8535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22"/>
            <p:cNvSpPr/>
            <p:nvPr/>
          </p:nvSpPr>
          <p:spPr>
            <a:xfrm>
              <a:off x="689888" y="9248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22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22"/>
            <p:cNvSpPr/>
            <p:nvPr/>
          </p:nvSpPr>
          <p:spPr>
            <a:xfrm>
              <a:off x="1128589" y="3707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22"/>
            <p:cNvSpPr/>
            <p:nvPr/>
          </p:nvSpPr>
          <p:spPr>
            <a:xfrm>
              <a:off x="1057221" y="44000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22"/>
            <p:cNvSpPr/>
            <p:nvPr/>
          </p:nvSpPr>
          <p:spPr>
            <a:xfrm>
              <a:off x="985854" y="51136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22"/>
            <p:cNvSpPr/>
            <p:nvPr/>
          </p:nvSpPr>
          <p:spPr>
            <a:xfrm>
              <a:off x="916585" y="58273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22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22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22"/>
            <p:cNvSpPr/>
            <p:nvPr/>
          </p:nvSpPr>
          <p:spPr>
            <a:xfrm>
              <a:off x="702483" y="796839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22"/>
            <p:cNvSpPr/>
            <p:nvPr/>
          </p:nvSpPr>
          <p:spPr>
            <a:xfrm>
              <a:off x="631115" y="86610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22"/>
            <p:cNvSpPr/>
            <p:nvPr/>
          </p:nvSpPr>
          <p:spPr>
            <a:xfrm>
              <a:off x="559747" y="93747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22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22"/>
            <p:cNvSpPr/>
            <p:nvPr/>
          </p:nvSpPr>
          <p:spPr>
            <a:xfrm>
              <a:off x="1000547" y="3833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22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22"/>
            <p:cNvSpPr/>
            <p:nvPr/>
          </p:nvSpPr>
          <p:spPr>
            <a:xfrm>
              <a:off x="857812" y="52396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22"/>
            <p:cNvSpPr/>
            <p:nvPr/>
          </p:nvSpPr>
          <p:spPr>
            <a:xfrm>
              <a:off x="786444" y="5953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22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22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22"/>
            <p:cNvSpPr/>
            <p:nvPr/>
          </p:nvSpPr>
          <p:spPr>
            <a:xfrm>
              <a:off x="574441" y="8094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22"/>
            <p:cNvSpPr/>
            <p:nvPr/>
          </p:nvSpPr>
          <p:spPr>
            <a:xfrm>
              <a:off x="503073" y="88080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22"/>
            <p:cNvSpPr/>
            <p:nvPr/>
          </p:nvSpPr>
          <p:spPr>
            <a:xfrm>
              <a:off x="1013141" y="25318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22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22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22"/>
            <p:cNvSpPr/>
            <p:nvPr/>
          </p:nvSpPr>
          <p:spPr>
            <a:xfrm>
              <a:off x="799039" y="4672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22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22"/>
            <p:cNvSpPr/>
            <p:nvPr/>
          </p:nvSpPr>
          <p:spPr>
            <a:xfrm>
              <a:off x="658403" y="60792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22"/>
            <p:cNvSpPr/>
            <p:nvPr/>
          </p:nvSpPr>
          <p:spPr>
            <a:xfrm>
              <a:off x="587035" y="67929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22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22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22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885100" y="267879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813732" y="33714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2364" y="40851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22"/>
            <p:cNvSpPr/>
            <p:nvPr/>
          </p:nvSpPr>
          <p:spPr>
            <a:xfrm>
              <a:off x="670997" y="47988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22"/>
            <p:cNvSpPr/>
            <p:nvPr/>
          </p:nvSpPr>
          <p:spPr>
            <a:xfrm>
              <a:off x="599629" y="55125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22"/>
            <p:cNvSpPr/>
            <p:nvPr/>
          </p:nvSpPr>
          <p:spPr>
            <a:xfrm>
              <a:off x="528262" y="62261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22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22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22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22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22"/>
            <p:cNvSpPr/>
            <p:nvPr/>
          </p:nvSpPr>
          <p:spPr>
            <a:xfrm>
              <a:off x="754959" y="28047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22"/>
            <p:cNvSpPr/>
            <p:nvPr/>
          </p:nvSpPr>
          <p:spPr>
            <a:xfrm>
              <a:off x="683591" y="351841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22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22"/>
            <p:cNvSpPr/>
            <p:nvPr/>
          </p:nvSpPr>
          <p:spPr>
            <a:xfrm>
              <a:off x="542955" y="49247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400220" y="63521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328852" y="70658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767553" y="1503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22"/>
            <p:cNvSpPr/>
            <p:nvPr/>
          </p:nvSpPr>
          <p:spPr>
            <a:xfrm>
              <a:off x="696185" y="22170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22"/>
            <p:cNvSpPr/>
            <p:nvPr/>
          </p:nvSpPr>
          <p:spPr>
            <a:xfrm>
              <a:off x="626917" y="29306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555549" y="36443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484182" y="43580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412814" y="50717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22"/>
            <p:cNvSpPr/>
            <p:nvPr/>
          </p:nvSpPr>
          <p:spPr>
            <a:xfrm>
              <a:off x="341447" y="57643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22"/>
            <p:cNvSpPr/>
            <p:nvPr/>
          </p:nvSpPr>
          <p:spPr>
            <a:xfrm>
              <a:off x="270079" y="64780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782246" y="22291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22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22"/>
            <p:cNvSpPr/>
            <p:nvPr/>
          </p:nvSpPr>
          <p:spPr>
            <a:xfrm>
              <a:off x="496776" y="3056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425408" y="3770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356140" y="44839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22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22"/>
            <p:cNvSpPr/>
            <p:nvPr/>
          </p:nvSpPr>
          <p:spPr>
            <a:xfrm>
              <a:off x="213405" y="5911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723473" y="-3648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652105" y="3488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22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22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22"/>
            <p:cNvSpPr/>
            <p:nvPr/>
          </p:nvSpPr>
          <p:spPr>
            <a:xfrm>
              <a:off x="440102" y="248988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22"/>
            <p:cNvSpPr/>
            <p:nvPr/>
          </p:nvSpPr>
          <p:spPr>
            <a:xfrm>
              <a:off x="368734" y="31825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22"/>
            <p:cNvSpPr/>
            <p:nvPr/>
          </p:nvSpPr>
          <p:spPr>
            <a:xfrm>
              <a:off x="297367" y="38962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22"/>
            <p:cNvSpPr/>
            <p:nvPr/>
          </p:nvSpPr>
          <p:spPr>
            <a:xfrm>
              <a:off x="225999" y="46099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22"/>
            <p:cNvSpPr/>
            <p:nvPr/>
          </p:nvSpPr>
          <p:spPr>
            <a:xfrm>
              <a:off x="154631" y="53235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22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22"/>
            <p:cNvSpPr/>
            <p:nvPr/>
          </p:nvSpPr>
          <p:spPr>
            <a:xfrm>
              <a:off x="593332" y="-238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22"/>
            <p:cNvSpPr/>
            <p:nvPr/>
          </p:nvSpPr>
          <p:spPr>
            <a:xfrm>
              <a:off x="524064" y="4747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22"/>
            <p:cNvSpPr/>
            <p:nvPr/>
          </p:nvSpPr>
          <p:spPr>
            <a:xfrm>
              <a:off x="452696" y="11884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22"/>
            <p:cNvSpPr/>
            <p:nvPr/>
          </p:nvSpPr>
          <p:spPr>
            <a:xfrm>
              <a:off x="381328" y="19021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22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22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22"/>
            <p:cNvSpPr/>
            <p:nvPr/>
          </p:nvSpPr>
          <p:spPr>
            <a:xfrm>
              <a:off x="167226" y="40431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22"/>
            <p:cNvSpPr/>
            <p:nvPr/>
          </p:nvSpPr>
          <p:spPr>
            <a:xfrm>
              <a:off x="97957" y="47358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22"/>
            <p:cNvSpPr/>
            <p:nvPr/>
          </p:nvSpPr>
          <p:spPr>
            <a:xfrm>
              <a:off x="608025" y="-1519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22"/>
            <p:cNvSpPr/>
            <p:nvPr/>
          </p:nvSpPr>
          <p:spPr>
            <a:xfrm>
              <a:off x="536658" y="-805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22"/>
            <p:cNvSpPr/>
            <p:nvPr/>
          </p:nvSpPr>
          <p:spPr>
            <a:xfrm>
              <a:off x="465290" y="-91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22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22"/>
            <p:cNvSpPr/>
            <p:nvPr/>
          </p:nvSpPr>
          <p:spPr>
            <a:xfrm>
              <a:off x="322555" y="13144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22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22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22"/>
            <p:cNvSpPr/>
            <p:nvPr/>
          </p:nvSpPr>
          <p:spPr>
            <a:xfrm>
              <a:off x="110552" y="34554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22"/>
            <p:cNvSpPr/>
            <p:nvPr/>
          </p:nvSpPr>
          <p:spPr>
            <a:xfrm>
              <a:off x="39184" y="41691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3928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723900" y="552450"/>
            <a:ext cx="7696200" cy="71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723900" y="1369219"/>
            <a:ext cx="7696200" cy="3221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723900" y="4767263"/>
            <a:ext cx="1962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1962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8">
          <p15:clr>
            <a:srgbClr val="F26B43"/>
          </p15:clr>
        </p15:guide>
        <p15:guide id="2" orient="horz" pos="2892">
          <p15:clr>
            <a:srgbClr val="F26B43"/>
          </p15:clr>
        </p15:guide>
        <p15:guide id="3" pos="456">
          <p15:clr>
            <a:srgbClr val="F26B43"/>
          </p15:clr>
        </p15:guide>
        <p15:guide id="4" pos="5304">
          <p15:clr>
            <a:srgbClr val="F26B43"/>
          </p15:clr>
        </p15:guide>
        <p15:guide id="5" pos="2880">
          <p15:clr>
            <a:srgbClr val="F26B43"/>
          </p15:clr>
        </p15:guide>
        <p15:guide id="6" orient="horz" pos="16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" name="Google Shape;2846;p1"/>
          <p:cNvSpPr txBox="1">
            <a:spLocks noGrp="1"/>
          </p:cNvSpPr>
          <p:nvPr>
            <p:ph type="ctrTitle"/>
          </p:nvPr>
        </p:nvSpPr>
        <p:spPr>
          <a:xfrm>
            <a:off x="2857500" y="1364185"/>
            <a:ext cx="3429000" cy="1108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</a:pPr>
            <a:r>
              <a:rPr lang="en-US" dirty="0"/>
              <a:t>SHA</a:t>
            </a:r>
            <a:endParaRPr dirty="0"/>
          </a:p>
        </p:txBody>
      </p:sp>
      <p:grpSp>
        <p:nvGrpSpPr>
          <p:cNvPr id="2848" name="Google Shape;2848;p1"/>
          <p:cNvGrpSpPr/>
          <p:nvPr/>
        </p:nvGrpSpPr>
        <p:grpSpPr>
          <a:xfrm>
            <a:off x="7299731" y="-188874"/>
            <a:ext cx="2300556" cy="2575530"/>
            <a:chOff x="3238240" y="323850"/>
            <a:chExt cx="1739901" cy="1947863"/>
          </a:xfrm>
        </p:grpSpPr>
        <p:sp>
          <p:nvSpPr>
            <p:cNvPr id="2849" name="Google Shape;2849;p1"/>
            <p:cNvSpPr/>
            <p:nvPr/>
          </p:nvSpPr>
          <p:spPr>
            <a:xfrm>
              <a:off x="3238240" y="323850"/>
              <a:ext cx="1654175" cy="1947863"/>
            </a:xfrm>
            <a:custGeom>
              <a:avLst/>
              <a:gdLst/>
              <a:ahLst/>
              <a:cxnLst/>
              <a:rect l="l" t="t" r="r" b="b"/>
              <a:pathLst>
                <a:path w="50016" h="58876" extrusionOk="0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0" name="Google Shape;2850;p1"/>
            <p:cNvSpPr/>
            <p:nvPr/>
          </p:nvSpPr>
          <p:spPr>
            <a:xfrm>
              <a:off x="4036753" y="947738"/>
              <a:ext cx="941388" cy="657225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1" name="Google Shape;2851;p1"/>
            <p:cNvSpPr/>
            <p:nvPr/>
          </p:nvSpPr>
          <p:spPr>
            <a:xfrm>
              <a:off x="3724015" y="1260475"/>
              <a:ext cx="941388" cy="657225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2" name="Google Shape;2852;p1"/>
            <p:cNvSpPr/>
            <p:nvPr/>
          </p:nvSpPr>
          <p:spPr>
            <a:xfrm>
              <a:off x="4109778" y="1271588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7" h="12207" extrusionOk="0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3" name="Google Shape;2853;p1"/>
            <p:cNvSpPr/>
            <p:nvPr/>
          </p:nvSpPr>
          <p:spPr>
            <a:xfrm>
              <a:off x="4192328" y="1189038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6" h="12206" extrusionOk="0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54" name="Google Shape;2854;p1"/>
          <p:cNvGrpSpPr/>
          <p:nvPr/>
        </p:nvGrpSpPr>
        <p:grpSpPr>
          <a:xfrm>
            <a:off x="-8453" y="2367224"/>
            <a:ext cx="2187206" cy="2789633"/>
            <a:chOff x="3700202" y="2700338"/>
            <a:chExt cx="1654175" cy="2109788"/>
          </a:xfrm>
        </p:grpSpPr>
        <p:sp>
          <p:nvSpPr>
            <p:cNvPr id="2855" name="Google Shape;2855;p1"/>
            <p:cNvSpPr/>
            <p:nvPr/>
          </p:nvSpPr>
          <p:spPr>
            <a:xfrm>
              <a:off x="3700202" y="2700338"/>
              <a:ext cx="1654175" cy="2109788"/>
            </a:xfrm>
            <a:custGeom>
              <a:avLst/>
              <a:gdLst/>
              <a:ahLst/>
              <a:cxnLst/>
              <a:rect l="l" t="t" r="r" b="b"/>
              <a:pathLst>
                <a:path w="50004" h="63780" extrusionOk="0">
                  <a:moveTo>
                    <a:pt x="50004" y="50004"/>
                  </a:moveTo>
                  <a:lnTo>
                    <a:pt x="0" y="0"/>
                  </a:lnTo>
                  <a:lnTo>
                    <a:pt x="79" y="29993"/>
                  </a:lnTo>
                  <a:lnTo>
                    <a:pt x="33867" y="63780"/>
                  </a:lnTo>
                  <a:lnTo>
                    <a:pt x="50001" y="63703"/>
                  </a:lnTo>
                  <a:lnTo>
                    <a:pt x="50004" y="5000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6" name="Google Shape;2856;p1"/>
            <p:cNvSpPr/>
            <p:nvPr/>
          </p:nvSpPr>
          <p:spPr>
            <a:xfrm>
              <a:off x="3703377" y="3690938"/>
              <a:ext cx="1117600" cy="1117600"/>
            </a:xfrm>
            <a:custGeom>
              <a:avLst/>
              <a:gdLst/>
              <a:ahLst/>
              <a:cxnLst/>
              <a:rect l="l" t="t" r="r" b="b"/>
              <a:pathLst>
                <a:path w="33788" h="33787" extrusionOk="0">
                  <a:moveTo>
                    <a:pt x="0" y="0"/>
                  </a:moveTo>
                  <a:lnTo>
                    <a:pt x="33788" y="33787"/>
                  </a:lnTo>
                  <a:lnTo>
                    <a:pt x="36" y="33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7" name="Google Shape;2857;p1"/>
            <p:cNvSpPr/>
            <p:nvPr/>
          </p:nvSpPr>
          <p:spPr>
            <a:xfrm>
              <a:off x="4057390" y="3656013"/>
              <a:ext cx="935038" cy="652463"/>
            </a:xfrm>
            <a:custGeom>
              <a:avLst/>
              <a:gdLst/>
              <a:ahLst/>
              <a:cxnLst/>
              <a:rect l="l" t="t" r="r" b="b"/>
              <a:pathLst>
                <a:path w="28281" h="19728" extrusionOk="0">
                  <a:moveTo>
                    <a:pt x="0" y="5276"/>
                  </a:moveTo>
                  <a:lnTo>
                    <a:pt x="0" y="5276"/>
                  </a:lnTo>
                  <a:cubicBezTo>
                    <a:pt x="5276" y="0"/>
                    <a:pt x="13829" y="0"/>
                    <a:pt x="19104" y="5276"/>
                  </a:cubicBezTo>
                  <a:lnTo>
                    <a:pt x="28281" y="14453"/>
                  </a:lnTo>
                  <a:lnTo>
                    <a:pt x="28281" y="14453"/>
                  </a:lnTo>
                  <a:cubicBezTo>
                    <a:pt x="23006" y="19728"/>
                    <a:pt x="14453" y="19728"/>
                    <a:pt x="9177" y="14453"/>
                  </a:cubicBezTo>
                  <a:lnTo>
                    <a:pt x="0" y="52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8" name="Google Shape;2858;p1"/>
            <p:cNvSpPr/>
            <p:nvPr/>
          </p:nvSpPr>
          <p:spPr>
            <a:xfrm>
              <a:off x="3746240" y="3967163"/>
              <a:ext cx="935038" cy="652463"/>
            </a:xfrm>
            <a:custGeom>
              <a:avLst/>
              <a:gdLst/>
              <a:ahLst/>
              <a:cxnLst/>
              <a:rect l="l" t="t" r="r" b="b"/>
              <a:pathLst>
                <a:path w="28281" h="19727" extrusionOk="0">
                  <a:moveTo>
                    <a:pt x="0" y="5275"/>
                  </a:moveTo>
                  <a:lnTo>
                    <a:pt x="0" y="5275"/>
                  </a:lnTo>
                  <a:cubicBezTo>
                    <a:pt x="5275" y="0"/>
                    <a:pt x="13828" y="0"/>
                    <a:pt x="19104" y="5275"/>
                  </a:cubicBezTo>
                  <a:lnTo>
                    <a:pt x="28281" y="14452"/>
                  </a:lnTo>
                  <a:lnTo>
                    <a:pt x="28281" y="14452"/>
                  </a:lnTo>
                  <a:cubicBezTo>
                    <a:pt x="23005" y="19727"/>
                    <a:pt x="14452" y="19727"/>
                    <a:pt x="9177" y="14452"/>
                  </a:cubicBezTo>
                  <a:lnTo>
                    <a:pt x="0" y="52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9" name="Google Shape;2859;p1"/>
            <p:cNvSpPr/>
            <p:nvPr/>
          </p:nvSpPr>
          <p:spPr>
            <a:xfrm>
              <a:off x="4128827" y="3976688"/>
              <a:ext cx="401638" cy="401638"/>
            </a:xfrm>
            <a:custGeom>
              <a:avLst/>
              <a:gdLst/>
              <a:ahLst/>
              <a:cxnLst/>
              <a:rect l="l" t="t" r="r" b="b"/>
              <a:pathLst>
                <a:path w="12133" h="12133" extrusionOk="0">
                  <a:moveTo>
                    <a:pt x="2647" y="9486"/>
                  </a:moveTo>
                  <a:cubicBezTo>
                    <a:pt x="5261" y="12100"/>
                    <a:pt x="9471" y="12133"/>
                    <a:pt x="12133" y="9597"/>
                  </a:cubicBezTo>
                  <a:lnTo>
                    <a:pt x="2536" y="0"/>
                  </a:lnTo>
                  <a:cubicBezTo>
                    <a:pt x="0" y="2662"/>
                    <a:pt x="33" y="6872"/>
                    <a:pt x="2647" y="9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0" name="Google Shape;2860;p1"/>
            <p:cNvSpPr/>
            <p:nvPr/>
          </p:nvSpPr>
          <p:spPr>
            <a:xfrm>
              <a:off x="4211377" y="3895725"/>
              <a:ext cx="401638" cy="401638"/>
            </a:xfrm>
            <a:custGeom>
              <a:avLst/>
              <a:gdLst/>
              <a:ahLst/>
              <a:cxnLst/>
              <a:rect l="l" t="t" r="r" b="b"/>
              <a:pathLst>
                <a:path w="12133" h="12133" extrusionOk="0">
                  <a:moveTo>
                    <a:pt x="9486" y="2647"/>
                  </a:moveTo>
                  <a:cubicBezTo>
                    <a:pt x="6872" y="33"/>
                    <a:pt x="2662" y="0"/>
                    <a:pt x="0" y="2536"/>
                  </a:cubicBezTo>
                  <a:lnTo>
                    <a:pt x="9597" y="12133"/>
                  </a:lnTo>
                  <a:cubicBezTo>
                    <a:pt x="12133" y="9471"/>
                    <a:pt x="12100" y="5261"/>
                    <a:pt x="9486" y="26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61" name="Google Shape;2861;p1"/>
          <p:cNvSpPr/>
          <p:nvPr/>
        </p:nvSpPr>
        <p:spPr>
          <a:xfrm>
            <a:off x="7505439" y="-2014745"/>
            <a:ext cx="2187206" cy="2575530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4623FBF-BB03-93EF-6110-E17B870D642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9536" y="2835709"/>
            <a:ext cx="6724291" cy="1064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>
                <a:latin typeface="Kulim Park" panose="020B0604020202020204" charset="0"/>
              </a:rPr>
              <a:t>Prèsenter</a:t>
            </a:r>
            <a:r>
              <a:rPr lang="en-AU" dirty="0">
                <a:latin typeface="Kulim Park" panose="020B0604020202020204" charset="0"/>
              </a:rPr>
              <a:t> par : </a:t>
            </a:r>
          </a:p>
          <a:p>
            <a:r>
              <a:rPr lang="en-AU" dirty="0">
                <a:latin typeface="Kulim Park" panose="020B0604020202020204" charset="0"/>
              </a:rPr>
              <a:t>BECHERI RACHA CHAHINAZE </a:t>
            </a:r>
          </a:p>
          <a:p>
            <a:r>
              <a:rPr lang="en-AU" dirty="0">
                <a:latin typeface="Kulim Park" panose="020B0604020202020204" charset="0"/>
              </a:rPr>
              <a:t>BENYAMINA MEREM </a:t>
            </a:r>
            <a:endParaRPr lang="fr-FR" dirty="0">
              <a:latin typeface="Kulim Park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A7E166-7BAE-C745-E5A2-8C741F27A614}"/>
              </a:ext>
            </a:extLst>
          </p:cNvPr>
          <p:cNvSpPr txBox="1"/>
          <p:nvPr/>
        </p:nvSpPr>
        <p:spPr>
          <a:xfrm>
            <a:off x="3400328" y="4585916"/>
            <a:ext cx="2886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2025</a:t>
            </a:r>
            <a:r>
              <a:rPr lang="en-AU" dirty="0"/>
              <a:t>/2026</a:t>
            </a:r>
            <a:endParaRPr lang="fr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E1B778-C867-03B1-8E9D-C3FD811FBF78}"/>
              </a:ext>
            </a:extLst>
          </p:cNvPr>
          <p:cNvSpPr txBox="1"/>
          <p:nvPr/>
        </p:nvSpPr>
        <p:spPr>
          <a:xfrm>
            <a:off x="2636201" y="156207"/>
            <a:ext cx="3871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UNIVERSITY TAHRI MOHAMMED</a:t>
            </a:r>
          </a:p>
          <a:p>
            <a:pPr algn="ctr"/>
            <a:r>
              <a:rPr lang="en-AU" dirty="0"/>
              <a:t>BECHAR </a:t>
            </a:r>
            <a:endParaRPr lang="fr-FR" dirty="0"/>
          </a:p>
        </p:txBody>
      </p:sp>
      <p:sp>
        <p:nvSpPr>
          <p:cNvPr id="7" name="Google Shape;2905;p5">
            <a:extLst>
              <a:ext uri="{FF2B5EF4-FFF2-40B4-BE49-F238E27FC236}">
                <a16:creationId xmlns:a16="http://schemas.microsoft.com/office/drawing/2014/main" id="{1FFFD706-1B65-1CAA-60DD-DC7DD6E6649A}"/>
              </a:ext>
            </a:extLst>
          </p:cNvPr>
          <p:cNvSpPr txBox="1">
            <a:spLocks/>
          </p:cNvSpPr>
          <p:nvPr/>
        </p:nvSpPr>
        <p:spPr>
          <a:xfrm>
            <a:off x="-5842000" y="-1758951"/>
            <a:ext cx="4927600" cy="920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Bebas Neue"/>
              <a:buNone/>
              <a:defRPr sz="6600" b="1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800"/>
            </a:pPr>
            <a:r>
              <a:rPr lang="en-US" sz="1200" dirty="0"/>
              <a:t>Introduction 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4" name="Google Shape;2904;p5"/>
          <p:cNvSpPr txBox="1">
            <a:spLocks noGrp="1"/>
          </p:cNvSpPr>
          <p:nvPr>
            <p:ph type="body" idx="1"/>
          </p:nvPr>
        </p:nvSpPr>
        <p:spPr>
          <a:xfrm>
            <a:off x="327085" y="1483051"/>
            <a:ext cx="4477827" cy="2272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fr-FR" sz="1800" b="1" dirty="0"/>
              <a:t>SHA (Secure Hash </a:t>
            </a:r>
            <a:r>
              <a:rPr lang="fr-FR" sz="1800" b="1" dirty="0" err="1"/>
              <a:t>Algorithm</a:t>
            </a:r>
            <a:r>
              <a:rPr lang="fr-FR" sz="1800" b="1" dirty="0"/>
              <a:t>)</a:t>
            </a:r>
            <a:r>
              <a:rPr lang="fr-FR" sz="1800" dirty="0"/>
              <a:t> </a:t>
            </a:r>
            <a:r>
              <a:rPr lang="fr-FR" sz="1600" dirty="0"/>
              <a:t>est une famille de fonctions de hachage cryptographiques utilisée pour garantir la </a:t>
            </a:r>
            <a:r>
              <a:rPr lang="fr-FR" sz="1600" b="1" dirty="0"/>
              <a:t>sécurité</a:t>
            </a:r>
            <a:r>
              <a:rPr lang="fr-FR" sz="1600" dirty="0"/>
              <a:t>, l’</a:t>
            </a:r>
            <a:r>
              <a:rPr lang="fr-FR" sz="1600" b="1" dirty="0"/>
              <a:t>intégrité</a:t>
            </a:r>
            <a:r>
              <a:rPr lang="fr-FR" sz="1600" dirty="0"/>
              <a:t> et l’</a:t>
            </a:r>
            <a:r>
              <a:rPr lang="fr-FR" sz="1600" b="1" dirty="0"/>
              <a:t>authenticité</a:t>
            </a:r>
            <a:r>
              <a:rPr lang="fr-FR" sz="1600" dirty="0"/>
              <a:t> des données. Elle génère une </a:t>
            </a:r>
            <a:r>
              <a:rPr lang="fr-FR" sz="1600" b="1" dirty="0"/>
              <a:t>empreinte numérique unique</a:t>
            </a:r>
            <a:r>
              <a:rPr lang="fr-FR" sz="1600" dirty="0"/>
              <a:t> à partir d’un message, permettant ainsi de vérifier que les informations n’ont pas été altérées.</a:t>
            </a: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endParaRPr dirty="0"/>
          </a:p>
        </p:txBody>
      </p:sp>
      <p:sp>
        <p:nvSpPr>
          <p:cNvPr id="2905" name="Google Shape;2905;p5"/>
          <p:cNvSpPr txBox="1">
            <a:spLocks noGrp="1"/>
          </p:cNvSpPr>
          <p:nvPr>
            <p:ph type="title"/>
          </p:nvPr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Introduction :</a:t>
            </a:r>
            <a:endParaRPr dirty="0"/>
          </a:p>
        </p:txBody>
      </p:sp>
      <p:grpSp>
        <p:nvGrpSpPr>
          <p:cNvPr id="2907" name="Google Shape;2907;p5"/>
          <p:cNvGrpSpPr/>
          <p:nvPr/>
        </p:nvGrpSpPr>
        <p:grpSpPr>
          <a:xfrm>
            <a:off x="8035095" y="-120563"/>
            <a:ext cx="1507863" cy="1510278"/>
            <a:chOff x="39184" y="-151930"/>
            <a:chExt cx="1309806" cy="1311904"/>
          </a:xfrm>
        </p:grpSpPr>
        <p:sp>
          <p:nvSpPr>
            <p:cNvPr id="2908" name="Google Shape;2908;p5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9" name="Google Shape;2909;p5"/>
            <p:cNvSpPr/>
            <p:nvPr/>
          </p:nvSpPr>
          <p:spPr>
            <a:xfrm>
              <a:off x="1231442" y="61422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0" name="Google Shape;2910;p5"/>
            <p:cNvSpPr/>
            <p:nvPr/>
          </p:nvSpPr>
          <p:spPr>
            <a:xfrm>
              <a:off x="1160075" y="6855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1" name="Google Shape;2911;p5"/>
            <p:cNvSpPr/>
            <p:nvPr/>
          </p:nvSpPr>
          <p:spPr>
            <a:xfrm>
              <a:off x="1088707" y="7569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2" name="Google Shape;2912;p5"/>
            <p:cNvSpPr/>
            <p:nvPr/>
          </p:nvSpPr>
          <p:spPr>
            <a:xfrm>
              <a:off x="1019439" y="828324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3" name="Google Shape;2913;p5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4" name="Google Shape;2914;p5"/>
            <p:cNvSpPr/>
            <p:nvPr/>
          </p:nvSpPr>
          <p:spPr>
            <a:xfrm>
              <a:off x="876704" y="96896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5" name="Google Shape;2915;p5"/>
            <p:cNvSpPr/>
            <p:nvPr/>
          </p:nvSpPr>
          <p:spPr>
            <a:xfrm>
              <a:off x="805336" y="104032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6" name="Google Shape;2916;p5"/>
            <p:cNvSpPr/>
            <p:nvPr/>
          </p:nvSpPr>
          <p:spPr>
            <a:xfrm>
              <a:off x="733969" y="11116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7" name="Google Shape;2917;p5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8" name="Google Shape;2918;p5"/>
            <p:cNvSpPr/>
            <p:nvPr/>
          </p:nvSpPr>
          <p:spPr>
            <a:xfrm>
              <a:off x="1174769" y="557547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9" name="Google Shape;2919;p5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0" name="Google Shape;2920;p5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1" name="Google Shape;2921;p5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2" name="Google Shape;2922;p5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3" name="Google Shape;2923;p5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4" name="Google Shape;2924;p5"/>
            <p:cNvSpPr/>
            <p:nvPr/>
          </p:nvSpPr>
          <p:spPr>
            <a:xfrm>
              <a:off x="748662" y="983653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5" name="Google Shape;2925;p5"/>
            <p:cNvSpPr/>
            <p:nvPr/>
          </p:nvSpPr>
          <p:spPr>
            <a:xfrm>
              <a:off x="677294" y="1052922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6" name="Google Shape;2926;p5"/>
            <p:cNvSpPr/>
            <p:nvPr/>
          </p:nvSpPr>
          <p:spPr>
            <a:xfrm>
              <a:off x="1187363" y="4274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7" name="Google Shape;2927;p5"/>
            <p:cNvSpPr/>
            <p:nvPr/>
          </p:nvSpPr>
          <p:spPr>
            <a:xfrm>
              <a:off x="1115995" y="498774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8" name="Google Shape;2928;p5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9" name="Google Shape;2929;p5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0" name="Google Shape;2930;p5"/>
            <p:cNvSpPr/>
            <p:nvPr/>
          </p:nvSpPr>
          <p:spPr>
            <a:xfrm>
              <a:off x="901893" y="71077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1" name="Google Shape;2931;p5"/>
            <p:cNvSpPr/>
            <p:nvPr/>
          </p:nvSpPr>
          <p:spPr>
            <a:xfrm>
              <a:off x="832623" y="782145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2" name="Google Shape;2932;p5"/>
            <p:cNvSpPr/>
            <p:nvPr/>
          </p:nvSpPr>
          <p:spPr>
            <a:xfrm>
              <a:off x="761256" y="8535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3" name="Google Shape;2933;p5"/>
            <p:cNvSpPr/>
            <p:nvPr/>
          </p:nvSpPr>
          <p:spPr>
            <a:xfrm>
              <a:off x="689888" y="9248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4" name="Google Shape;2934;p5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5" name="Google Shape;2935;p5"/>
            <p:cNvSpPr/>
            <p:nvPr/>
          </p:nvSpPr>
          <p:spPr>
            <a:xfrm>
              <a:off x="1128589" y="3707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6" name="Google Shape;2936;p5"/>
            <p:cNvSpPr/>
            <p:nvPr/>
          </p:nvSpPr>
          <p:spPr>
            <a:xfrm>
              <a:off x="1057221" y="44000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7" name="Google Shape;2937;p5"/>
            <p:cNvSpPr/>
            <p:nvPr/>
          </p:nvSpPr>
          <p:spPr>
            <a:xfrm>
              <a:off x="985854" y="51136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8" name="Google Shape;2938;p5"/>
            <p:cNvSpPr/>
            <p:nvPr/>
          </p:nvSpPr>
          <p:spPr>
            <a:xfrm>
              <a:off x="916585" y="58273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9" name="Google Shape;2939;p5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0" name="Google Shape;2940;p5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1" name="Google Shape;2941;p5"/>
            <p:cNvSpPr/>
            <p:nvPr/>
          </p:nvSpPr>
          <p:spPr>
            <a:xfrm>
              <a:off x="702483" y="796839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2" name="Google Shape;2942;p5"/>
            <p:cNvSpPr/>
            <p:nvPr/>
          </p:nvSpPr>
          <p:spPr>
            <a:xfrm>
              <a:off x="631115" y="86610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3" name="Google Shape;2943;p5"/>
            <p:cNvSpPr/>
            <p:nvPr/>
          </p:nvSpPr>
          <p:spPr>
            <a:xfrm>
              <a:off x="559747" y="93747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4" name="Google Shape;2944;p5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5" name="Google Shape;2945;p5"/>
            <p:cNvSpPr/>
            <p:nvPr/>
          </p:nvSpPr>
          <p:spPr>
            <a:xfrm>
              <a:off x="1000547" y="3833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6" name="Google Shape;2946;p5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7" name="Google Shape;2947;p5"/>
            <p:cNvSpPr/>
            <p:nvPr/>
          </p:nvSpPr>
          <p:spPr>
            <a:xfrm>
              <a:off x="857812" y="52396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8" name="Google Shape;2948;p5"/>
            <p:cNvSpPr/>
            <p:nvPr/>
          </p:nvSpPr>
          <p:spPr>
            <a:xfrm>
              <a:off x="786444" y="5953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9" name="Google Shape;2949;p5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0" name="Google Shape;2950;p5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1" name="Google Shape;2951;p5"/>
            <p:cNvSpPr/>
            <p:nvPr/>
          </p:nvSpPr>
          <p:spPr>
            <a:xfrm>
              <a:off x="574441" y="8094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2" name="Google Shape;2952;p5"/>
            <p:cNvSpPr/>
            <p:nvPr/>
          </p:nvSpPr>
          <p:spPr>
            <a:xfrm>
              <a:off x="503073" y="88080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3" name="Google Shape;2953;p5"/>
            <p:cNvSpPr/>
            <p:nvPr/>
          </p:nvSpPr>
          <p:spPr>
            <a:xfrm>
              <a:off x="1013141" y="25318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4" name="Google Shape;2954;p5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5" name="Google Shape;2955;p5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6" name="Google Shape;2956;p5"/>
            <p:cNvSpPr/>
            <p:nvPr/>
          </p:nvSpPr>
          <p:spPr>
            <a:xfrm>
              <a:off x="799039" y="4672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7" name="Google Shape;2957;p5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8" name="Google Shape;2958;p5"/>
            <p:cNvSpPr/>
            <p:nvPr/>
          </p:nvSpPr>
          <p:spPr>
            <a:xfrm>
              <a:off x="658403" y="60792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9" name="Google Shape;2959;p5"/>
            <p:cNvSpPr/>
            <p:nvPr/>
          </p:nvSpPr>
          <p:spPr>
            <a:xfrm>
              <a:off x="587035" y="67929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0" name="Google Shape;2960;p5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1" name="Google Shape;2961;p5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2" name="Google Shape;2962;p5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3" name="Google Shape;2963;p5"/>
            <p:cNvSpPr/>
            <p:nvPr/>
          </p:nvSpPr>
          <p:spPr>
            <a:xfrm>
              <a:off x="885100" y="267879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4" name="Google Shape;2964;p5"/>
            <p:cNvSpPr/>
            <p:nvPr/>
          </p:nvSpPr>
          <p:spPr>
            <a:xfrm>
              <a:off x="813732" y="33714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5" name="Google Shape;2965;p5"/>
            <p:cNvSpPr/>
            <p:nvPr/>
          </p:nvSpPr>
          <p:spPr>
            <a:xfrm>
              <a:off x="742364" y="40851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6" name="Google Shape;2966;p5"/>
            <p:cNvSpPr/>
            <p:nvPr/>
          </p:nvSpPr>
          <p:spPr>
            <a:xfrm>
              <a:off x="670997" y="47988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7" name="Google Shape;2967;p5"/>
            <p:cNvSpPr/>
            <p:nvPr/>
          </p:nvSpPr>
          <p:spPr>
            <a:xfrm>
              <a:off x="599629" y="55125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8" name="Google Shape;2968;p5"/>
            <p:cNvSpPr/>
            <p:nvPr/>
          </p:nvSpPr>
          <p:spPr>
            <a:xfrm>
              <a:off x="528262" y="62261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9" name="Google Shape;2969;p5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0" name="Google Shape;2970;p5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1" name="Google Shape;2971;p5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2" name="Google Shape;2972;p5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3" name="Google Shape;2973;p5"/>
            <p:cNvSpPr/>
            <p:nvPr/>
          </p:nvSpPr>
          <p:spPr>
            <a:xfrm>
              <a:off x="754959" y="28047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4" name="Google Shape;2974;p5"/>
            <p:cNvSpPr/>
            <p:nvPr/>
          </p:nvSpPr>
          <p:spPr>
            <a:xfrm>
              <a:off x="683591" y="351841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5" name="Google Shape;2975;p5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6" name="Google Shape;2976;p5"/>
            <p:cNvSpPr/>
            <p:nvPr/>
          </p:nvSpPr>
          <p:spPr>
            <a:xfrm>
              <a:off x="542955" y="49247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7" name="Google Shape;2977;p5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8" name="Google Shape;2978;p5"/>
            <p:cNvSpPr/>
            <p:nvPr/>
          </p:nvSpPr>
          <p:spPr>
            <a:xfrm>
              <a:off x="400220" y="63521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9" name="Google Shape;2979;p5"/>
            <p:cNvSpPr/>
            <p:nvPr/>
          </p:nvSpPr>
          <p:spPr>
            <a:xfrm>
              <a:off x="328852" y="70658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0" name="Google Shape;2980;p5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1" name="Google Shape;2981;p5"/>
            <p:cNvSpPr/>
            <p:nvPr/>
          </p:nvSpPr>
          <p:spPr>
            <a:xfrm>
              <a:off x="767553" y="1503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2" name="Google Shape;2982;p5"/>
            <p:cNvSpPr/>
            <p:nvPr/>
          </p:nvSpPr>
          <p:spPr>
            <a:xfrm>
              <a:off x="696185" y="22170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3" name="Google Shape;2983;p5"/>
            <p:cNvSpPr/>
            <p:nvPr/>
          </p:nvSpPr>
          <p:spPr>
            <a:xfrm>
              <a:off x="626917" y="29306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4" name="Google Shape;2984;p5"/>
            <p:cNvSpPr/>
            <p:nvPr/>
          </p:nvSpPr>
          <p:spPr>
            <a:xfrm>
              <a:off x="555549" y="36443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5" name="Google Shape;2985;p5"/>
            <p:cNvSpPr/>
            <p:nvPr/>
          </p:nvSpPr>
          <p:spPr>
            <a:xfrm>
              <a:off x="484182" y="43580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6" name="Google Shape;2986;p5"/>
            <p:cNvSpPr/>
            <p:nvPr/>
          </p:nvSpPr>
          <p:spPr>
            <a:xfrm>
              <a:off x="412814" y="50717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7" name="Google Shape;2987;p5"/>
            <p:cNvSpPr/>
            <p:nvPr/>
          </p:nvSpPr>
          <p:spPr>
            <a:xfrm>
              <a:off x="341447" y="57643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8" name="Google Shape;2988;p5"/>
            <p:cNvSpPr/>
            <p:nvPr/>
          </p:nvSpPr>
          <p:spPr>
            <a:xfrm>
              <a:off x="270079" y="64780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9" name="Google Shape;2989;p5"/>
            <p:cNvSpPr/>
            <p:nvPr/>
          </p:nvSpPr>
          <p:spPr>
            <a:xfrm>
              <a:off x="782246" y="22291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0" name="Google Shape;2990;p5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1" name="Google Shape;2991;p5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2" name="Google Shape;2992;p5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3" name="Google Shape;2993;p5"/>
            <p:cNvSpPr/>
            <p:nvPr/>
          </p:nvSpPr>
          <p:spPr>
            <a:xfrm>
              <a:off x="496776" y="3056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4" name="Google Shape;2994;p5"/>
            <p:cNvSpPr/>
            <p:nvPr/>
          </p:nvSpPr>
          <p:spPr>
            <a:xfrm>
              <a:off x="425408" y="3770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5" name="Google Shape;2995;p5"/>
            <p:cNvSpPr/>
            <p:nvPr/>
          </p:nvSpPr>
          <p:spPr>
            <a:xfrm>
              <a:off x="356140" y="44839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6" name="Google Shape;2996;p5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7" name="Google Shape;2997;p5"/>
            <p:cNvSpPr/>
            <p:nvPr/>
          </p:nvSpPr>
          <p:spPr>
            <a:xfrm>
              <a:off x="213405" y="5911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8" name="Google Shape;2998;p5"/>
            <p:cNvSpPr/>
            <p:nvPr/>
          </p:nvSpPr>
          <p:spPr>
            <a:xfrm>
              <a:off x="723473" y="-3648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9" name="Google Shape;2999;p5"/>
            <p:cNvSpPr/>
            <p:nvPr/>
          </p:nvSpPr>
          <p:spPr>
            <a:xfrm>
              <a:off x="652105" y="3488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0" name="Google Shape;3000;p5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1" name="Google Shape;3001;p5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2" name="Google Shape;3002;p5"/>
            <p:cNvSpPr/>
            <p:nvPr/>
          </p:nvSpPr>
          <p:spPr>
            <a:xfrm>
              <a:off x="440102" y="248988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3" name="Google Shape;3003;p5"/>
            <p:cNvSpPr/>
            <p:nvPr/>
          </p:nvSpPr>
          <p:spPr>
            <a:xfrm>
              <a:off x="368734" y="31825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4" name="Google Shape;3004;p5"/>
            <p:cNvSpPr/>
            <p:nvPr/>
          </p:nvSpPr>
          <p:spPr>
            <a:xfrm>
              <a:off x="297367" y="38962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5" name="Google Shape;3005;p5"/>
            <p:cNvSpPr/>
            <p:nvPr/>
          </p:nvSpPr>
          <p:spPr>
            <a:xfrm>
              <a:off x="225999" y="46099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6" name="Google Shape;3006;p5"/>
            <p:cNvSpPr/>
            <p:nvPr/>
          </p:nvSpPr>
          <p:spPr>
            <a:xfrm>
              <a:off x="154631" y="53235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7" name="Google Shape;3007;p5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8" name="Google Shape;3008;p5"/>
            <p:cNvSpPr/>
            <p:nvPr/>
          </p:nvSpPr>
          <p:spPr>
            <a:xfrm>
              <a:off x="593332" y="-238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9" name="Google Shape;3009;p5"/>
            <p:cNvSpPr/>
            <p:nvPr/>
          </p:nvSpPr>
          <p:spPr>
            <a:xfrm>
              <a:off x="524064" y="4747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0" name="Google Shape;3010;p5"/>
            <p:cNvSpPr/>
            <p:nvPr/>
          </p:nvSpPr>
          <p:spPr>
            <a:xfrm>
              <a:off x="452696" y="11884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1" name="Google Shape;3011;p5"/>
            <p:cNvSpPr/>
            <p:nvPr/>
          </p:nvSpPr>
          <p:spPr>
            <a:xfrm>
              <a:off x="381328" y="19021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2" name="Google Shape;3012;p5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3" name="Google Shape;3013;p5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4" name="Google Shape;3014;p5"/>
            <p:cNvSpPr/>
            <p:nvPr/>
          </p:nvSpPr>
          <p:spPr>
            <a:xfrm>
              <a:off x="167226" y="40431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5" name="Google Shape;3015;p5"/>
            <p:cNvSpPr/>
            <p:nvPr/>
          </p:nvSpPr>
          <p:spPr>
            <a:xfrm>
              <a:off x="97957" y="47358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6" name="Google Shape;3016;p5"/>
            <p:cNvSpPr/>
            <p:nvPr/>
          </p:nvSpPr>
          <p:spPr>
            <a:xfrm>
              <a:off x="608025" y="-1519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7" name="Google Shape;3017;p5"/>
            <p:cNvSpPr/>
            <p:nvPr/>
          </p:nvSpPr>
          <p:spPr>
            <a:xfrm>
              <a:off x="536658" y="-805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8" name="Google Shape;3018;p5"/>
            <p:cNvSpPr/>
            <p:nvPr/>
          </p:nvSpPr>
          <p:spPr>
            <a:xfrm>
              <a:off x="465290" y="-91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9" name="Google Shape;3019;p5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0" name="Google Shape;3020;p5"/>
            <p:cNvSpPr/>
            <p:nvPr/>
          </p:nvSpPr>
          <p:spPr>
            <a:xfrm>
              <a:off x="322555" y="13144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1" name="Google Shape;3021;p5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2" name="Google Shape;3022;p5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3" name="Google Shape;3023;p5"/>
            <p:cNvSpPr/>
            <p:nvPr/>
          </p:nvSpPr>
          <p:spPr>
            <a:xfrm>
              <a:off x="110552" y="34554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4" name="Google Shape;3024;p5"/>
            <p:cNvSpPr/>
            <p:nvPr/>
          </p:nvSpPr>
          <p:spPr>
            <a:xfrm>
              <a:off x="39184" y="41691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A24054-9262-F898-7DF4-AF3B813E71B5}"/>
              </a:ext>
            </a:extLst>
          </p:cNvPr>
          <p:cNvSpPr/>
          <p:nvPr/>
        </p:nvSpPr>
        <p:spPr>
          <a:xfrm>
            <a:off x="5713015" y="1266476"/>
            <a:ext cx="2564932" cy="2531203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solidFill>
              <a:schemeClr val="accent1">
                <a:shade val="15000"/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Google Shape;3033;p6">
            <a:extLst>
              <a:ext uri="{FF2B5EF4-FFF2-40B4-BE49-F238E27FC236}">
                <a16:creationId xmlns:a16="http://schemas.microsoft.com/office/drawing/2014/main" id="{CF495817-726B-9F4A-7CE0-919974408BDA}"/>
              </a:ext>
            </a:extLst>
          </p:cNvPr>
          <p:cNvSpPr txBox="1">
            <a:spLocks/>
          </p:cNvSpPr>
          <p:nvPr/>
        </p:nvSpPr>
        <p:spPr>
          <a:xfrm>
            <a:off x="-6099114" y="-187613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3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200" dirty="0"/>
              <a:t>Définition de l’algorithme SHA :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BC008CF-876B-9707-7059-97C538B1D440}"/>
              </a:ext>
            </a:extLst>
          </p:cNvPr>
          <p:cNvCxnSpPr>
            <a:cxnSpLocks/>
          </p:cNvCxnSpPr>
          <p:nvPr/>
        </p:nvCxnSpPr>
        <p:spPr>
          <a:xfrm>
            <a:off x="-6463256" y="-1637272"/>
            <a:ext cx="364142" cy="0"/>
          </a:xfrm>
          <a:prstGeom prst="straightConnector1">
            <a:avLst/>
          </a:prstGeom>
          <a:ln w="44450">
            <a:solidFill>
              <a:srgbClr val="1C34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4" grpId="0" build="p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3" name="Google Shape;3033;p6"/>
          <p:cNvSpPr txBox="1">
            <a:spLocks noGrp="1"/>
          </p:cNvSpPr>
          <p:nvPr>
            <p:ph type="title"/>
          </p:nvPr>
        </p:nvSpPr>
        <p:spPr>
          <a:xfrm>
            <a:off x="784286" y="473537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fr-FR" sz="2800" dirty="0"/>
              <a:t>Définition de l’algorithme SHA :</a:t>
            </a:r>
            <a:endParaRPr sz="2800" dirty="0"/>
          </a:p>
        </p:txBody>
      </p:sp>
      <p:sp>
        <p:nvSpPr>
          <p:cNvPr id="3034" name="Google Shape;3034;p6"/>
          <p:cNvSpPr/>
          <p:nvPr/>
        </p:nvSpPr>
        <p:spPr>
          <a:xfrm>
            <a:off x="795583" y="1347020"/>
            <a:ext cx="634620" cy="634620"/>
          </a:xfrm>
          <a:prstGeom prst="round1Rect">
            <a:avLst>
              <a:gd name="adj" fmla="val 3172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5" name="Google Shape;3035;p6"/>
          <p:cNvSpPr/>
          <p:nvPr/>
        </p:nvSpPr>
        <p:spPr>
          <a:xfrm>
            <a:off x="5287567" y="1331897"/>
            <a:ext cx="634620" cy="634620"/>
          </a:xfrm>
          <a:prstGeom prst="round1Rect">
            <a:avLst>
              <a:gd name="adj" fmla="val 3172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6" name="Google Shape;3046;p6"/>
          <p:cNvSpPr/>
          <p:nvPr/>
        </p:nvSpPr>
        <p:spPr>
          <a:xfrm>
            <a:off x="7326497" y="-644372"/>
            <a:ext cx="2187206" cy="2575530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8CE968C-05D7-98B9-DEAC-2BDE570B9A2B}"/>
              </a:ext>
            </a:extLst>
          </p:cNvPr>
          <p:cNvCxnSpPr>
            <a:cxnSpLocks/>
          </p:cNvCxnSpPr>
          <p:nvPr/>
        </p:nvCxnSpPr>
        <p:spPr>
          <a:xfrm>
            <a:off x="-8060342" y="-1775749"/>
            <a:ext cx="364142" cy="0"/>
          </a:xfrm>
          <a:prstGeom prst="straightConnector1">
            <a:avLst/>
          </a:prstGeom>
          <a:ln w="44450">
            <a:solidFill>
              <a:srgbClr val="1C34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oogle Shape;2878;p3">
            <a:extLst>
              <a:ext uri="{FF2B5EF4-FFF2-40B4-BE49-F238E27FC236}">
                <a16:creationId xmlns:a16="http://schemas.microsoft.com/office/drawing/2014/main" id="{735104DA-95CC-3874-9F48-0F48F9E545E6}"/>
              </a:ext>
            </a:extLst>
          </p:cNvPr>
          <p:cNvSpPr/>
          <p:nvPr/>
        </p:nvSpPr>
        <p:spPr>
          <a:xfrm>
            <a:off x="784286" y="2836010"/>
            <a:ext cx="715447" cy="64360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878;p3">
            <a:extLst>
              <a:ext uri="{FF2B5EF4-FFF2-40B4-BE49-F238E27FC236}">
                <a16:creationId xmlns:a16="http://schemas.microsoft.com/office/drawing/2014/main" id="{3BCCDC29-D244-4419-F9A6-019FB7AD194D}"/>
              </a:ext>
            </a:extLst>
          </p:cNvPr>
          <p:cNvSpPr/>
          <p:nvPr/>
        </p:nvSpPr>
        <p:spPr>
          <a:xfrm>
            <a:off x="5287567" y="2806188"/>
            <a:ext cx="697053" cy="673422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9A8938-79DC-B72F-076E-23001DF7FCD5}"/>
              </a:ext>
            </a:extLst>
          </p:cNvPr>
          <p:cNvSpPr txBox="1"/>
          <p:nvPr/>
        </p:nvSpPr>
        <p:spPr>
          <a:xfrm>
            <a:off x="1466757" y="1347020"/>
            <a:ext cx="333157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• SHA est une fonction mathématique qui </a:t>
            </a:r>
            <a:r>
              <a:rPr lang="fr-FR" b="1" dirty="0"/>
              <a:t>prend une donnée en entrée</a:t>
            </a:r>
            <a:r>
              <a:rPr lang="fr-FR" dirty="0"/>
              <a:t> (comme un texte ou un fichier).</a:t>
            </a:r>
            <a:br>
              <a:rPr lang="fr-FR" dirty="0"/>
            </a:br>
            <a:endParaRPr lang="fr-F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FAD873-CEAB-EFF1-D022-6040B884D086}"/>
              </a:ext>
            </a:extLst>
          </p:cNvPr>
          <p:cNvSpPr txBox="1"/>
          <p:nvPr/>
        </p:nvSpPr>
        <p:spPr>
          <a:xfrm>
            <a:off x="1525225" y="2956390"/>
            <a:ext cx="36383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• Elle </a:t>
            </a:r>
            <a:r>
              <a:rPr lang="fr-FR" b="1" dirty="0"/>
              <a:t>produit une suite de caractères</a:t>
            </a:r>
            <a:r>
              <a:rPr lang="fr-FR" dirty="0"/>
              <a:t> appelée </a:t>
            </a:r>
            <a:r>
              <a:rPr lang="fr-FR" b="1" dirty="0"/>
              <a:t>empreinte</a:t>
            </a:r>
            <a:r>
              <a:rPr lang="fr-FR" dirty="0"/>
              <a:t> ou </a:t>
            </a:r>
            <a:r>
              <a:rPr lang="fr-FR" b="1" dirty="0"/>
              <a:t>haché</a:t>
            </a:r>
            <a:r>
              <a:rPr lang="fr-FR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2F857D-9467-78A4-AA84-66E79D0D1862}"/>
              </a:ext>
            </a:extLst>
          </p:cNvPr>
          <p:cNvSpPr txBox="1"/>
          <p:nvPr/>
        </p:nvSpPr>
        <p:spPr>
          <a:xfrm>
            <a:off x="5984620" y="2956390"/>
            <a:ext cx="313388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• Cette empreinte est </a:t>
            </a:r>
            <a:r>
              <a:rPr lang="fr-FR" b="1" dirty="0"/>
              <a:t>unique</a:t>
            </a:r>
            <a:r>
              <a:rPr lang="fr-FR" dirty="0"/>
              <a:t>, même pour une petite modification dans les données.</a:t>
            </a:r>
            <a:br>
              <a:rPr lang="fr-FR" dirty="0"/>
            </a:br>
            <a:endParaRPr lang="fr-FR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DAAE17-0768-62EF-6360-07E00E0FC9DE}"/>
              </a:ext>
            </a:extLst>
          </p:cNvPr>
          <p:cNvSpPr txBox="1"/>
          <p:nvPr/>
        </p:nvSpPr>
        <p:spPr>
          <a:xfrm>
            <a:off x="5968571" y="1408892"/>
            <a:ext cx="26871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• Il est </a:t>
            </a:r>
            <a:r>
              <a:rPr lang="fr-FR" b="1" dirty="0"/>
              <a:t>impossible de retrouver la donnée d'origine</a:t>
            </a:r>
            <a:r>
              <a:rPr lang="fr-FR" dirty="0"/>
              <a:t> à partir du haché.</a:t>
            </a:r>
          </a:p>
        </p:txBody>
      </p:sp>
      <p:sp>
        <p:nvSpPr>
          <p:cNvPr id="25" name="Google Shape;2881;p3">
            <a:extLst>
              <a:ext uri="{FF2B5EF4-FFF2-40B4-BE49-F238E27FC236}">
                <a16:creationId xmlns:a16="http://schemas.microsoft.com/office/drawing/2014/main" id="{28A8666B-7463-B41E-DEEC-F53DB39B7F46}"/>
              </a:ext>
            </a:extLst>
          </p:cNvPr>
          <p:cNvSpPr txBox="1">
            <a:spLocks/>
          </p:cNvSpPr>
          <p:nvPr/>
        </p:nvSpPr>
        <p:spPr>
          <a:xfrm>
            <a:off x="724558" y="1389270"/>
            <a:ext cx="775175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/>
            <a:r>
              <a:rPr lang="en-US" dirty="0"/>
              <a:t>01</a:t>
            </a:r>
          </a:p>
        </p:txBody>
      </p:sp>
      <p:sp>
        <p:nvSpPr>
          <p:cNvPr id="29" name="Google Shape;2881;p3">
            <a:extLst>
              <a:ext uri="{FF2B5EF4-FFF2-40B4-BE49-F238E27FC236}">
                <a16:creationId xmlns:a16="http://schemas.microsoft.com/office/drawing/2014/main" id="{C747070E-28FF-DB52-62E8-66857B20F2B4}"/>
              </a:ext>
            </a:extLst>
          </p:cNvPr>
          <p:cNvSpPr txBox="1">
            <a:spLocks/>
          </p:cNvSpPr>
          <p:nvPr/>
        </p:nvSpPr>
        <p:spPr>
          <a:xfrm>
            <a:off x="5217289" y="2854344"/>
            <a:ext cx="775175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/>
            <a:r>
              <a:rPr lang="en-US" dirty="0"/>
              <a:t>04</a:t>
            </a:r>
          </a:p>
        </p:txBody>
      </p:sp>
      <p:sp>
        <p:nvSpPr>
          <p:cNvPr id="30" name="Google Shape;2881;p3">
            <a:extLst>
              <a:ext uri="{FF2B5EF4-FFF2-40B4-BE49-F238E27FC236}">
                <a16:creationId xmlns:a16="http://schemas.microsoft.com/office/drawing/2014/main" id="{E0A5E8CB-2A28-33C5-C23C-B009E53494DD}"/>
              </a:ext>
            </a:extLst>
          </p:cNvPr>
          <p:cNvSpPr txBox="1">
            <a:spLocks/>
          </p:cNvSpPr>
          <p:nvPr/>
        </p:nvSpPr>
        <p:spPr>
          <a:xfrm>
            <a:off x="5217289" y="1354274"/>
            <a:ext cx="775175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/>
            <a:r>
              <a:rPr lang="en-US" dirty="0"/>
              <a:t>03</a:t>
            </a:r>
          </a:p>
        </p:txBody>
      </p:sp>
      <p:sp>
        <p:nvSpPr>
          <p:cNvPr id="31" name="Google Shape;2881;p3">
            <a:extLst>
              <a:ext uri="{FF2B5EF4-FFF2-40B4-BE49-F238E27FC236}">
                <a16:creationId xmlns:a16="http://schemas.microsoft.com/office/drawing/2014/main" id="{CC31BC33-6F56-E437-A696-CB3E2E238E31}"/>
              </a:ext>
            </a:extLst>
          </p:cNvPr>
          <p:cNvSpPr txBox="1">
            <a:spLocks/>
          </p:cNvSpPr>
          <p:nvPr/>
        </p:nvSpPr>
        <p:spPr>
          <a:xfrm>
            <a:off x="719073" y="2854344"/>
            <a:ext cx="775175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/>
            <a:r>
              <a:rPr lang="en-US" dirty="0"/>
              <a:t>02</a:t>
            </a:r>
          </a:p>
        </p:txBody>
      </p:sp>
      <p:sp>
        <p:nvSpPr>
          <p:cNvPr id="3012" name="Google Shape;3033;p6">
            <a:extLst>
              <a:ext uri="{FF2B5EF4-FFF2-40B4-BE49-F238E27FC236}">
                <a16:creationId xmlns:a16="http://schemas.microsoft.com/office/drawing/2014/main" id="{11C0CA52-65DE-A582-9721-939FB628E8D5}"/>
              </a:ext>
            </a:extLst>
          </p:cNvPr>
          <p:cNvSpPr txBox="1">
            <a:spLocks/>
          </p:cNvSpPr>
          <p:nvPr/>
        </p:nvSpPr>
        <p:spPr>
          <a:xfrm>
            <a:off x="-7696200" y="-1976351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3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200" dirty="0"/>
              <a:t>Différence entre chiffrement et hachage:</a:t>
            </a:r>
          </a:p>
        </p:txBody>
      </p:sp>
      <p:cxnSp>
        <p:nvCxnSpPr>
          <p:cNvPr id="3013" name="Straight Arrow Connector 3012">
            <a:extLst>
              <a:ext uri="{FF2B5EF4-FFF2-40B4-BE49-F238E27FC236}">
                <a16:creationId xmlns:a16="http://schemas.microsoft.com/office/drawing/2014/main" id="{22A04503-E4F1-6F60-B793-FA370D4024D8}"/>
              </a:ext>
            </a:extLst>
          </p:cNvPr>
          <p:cNvCxnSpPr>
            <a:cxnSpLocks/>
          </p:cNvCxnSpPr>
          <p:nvPr/>
        </p:nvCxnSpPr>
        <p:spPr>
          <a:xfrm>
            <a:off x="354931" y="727902"/>
            <a:ext cx="364142" cy="0"/>
          </a:xfrm>
          <a:prstGeom prst="straightConnector1">
            <a:avLst/>
          </a:prstGeom>
          <a:ln w="44450">
            <a:solidFill>
              <a:srgbClr val="1C34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4" grpId="0" animBg="1"/>
      <p:bldP spid="3035" grpId="0" animBg="1"/>
      <p:bldP spid="5" grpId="0" animBg="1"/>
      <p:bldP spid="6" grpId="0" animBg="1"/>
      <p:bldP spid="16" grpId="0"/>
      <p:bldP spid="18" grpId="0"/>
      <p:bldP spid="20" grpId="0"/>
      <p:bldP spid="22" grpId="0"/>
      <p:bldP spid="25" grpId="0"/>
      <p:bldP spid="29" grpId="0"/>
      <p:bldP spid="30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70" name="Google Shape;2870;p2"/>
          <p:cNvGraphicFramePr/>
          <p:nvPr>
            <p:extLst>
              <p:ext uri="{D42A27DB-BD31-4B8C-83A1-F6EECF244321}">
                <p14:modId xmlns:p14="http://schemas.microsoft.com/office/powerpoint/2010/main" val="2952307098"/>
              </p:ext>
            </p:extLst>
          </p:nvPr>
        </p:nvGraphicFramePr>
        <p:xfrm>
          <a:off x="1007867" y="1488332"/>
          <a:ext cx="6222667" cy="2423264"/>
        </p:xfrm>
        <a:graphic>
          <a:graphicData uri="http://schemas.openxmlformats.org/drawingml/2006/table">
            <a:tbl>
              <a:tblPr>
                <a:noFill/>
                <a:tableStyleId>{03B4A3E4-3EC6-49DD-81EA-D408711CC437}</a:tableStyleId>
              </a:tblPr>
              <a:tblGrid>
                <a:gridCol w="127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9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3921">
                  <a:extLst>
                    <a:ext uri="{9D8B030D-6E8A-4147-A177-3AD203B41FA5}">
                      <a16:colId xmlns:a16="http://schemas.microsoft.com/office/drawing/2014/main" val="4291561397"/>
                    </a:ext>
                  </a:extLst>
                </a:gridCol>
              </a:tblGrid>
              <a:tr h="38681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dirty="0"/>
                        <a:t>hachage</a:t>
                      </a:r>
                      <a:endParaRPr lang="fr-FR" sz="1000" b="1" u="none" strike="noStrike" cap="none" dirty="0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dirty="0"/>
                        <a:t>chiffrement</a:t>
                      </a:r>
                      <a:endParaRPr lang="fr-FR" sz="1000" b="1" u="sng" strike="noStrike" cap="none" dirty="0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u="none" strike="noStrike" cap="none" dirty="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Comparaisons</a:t>
                      </a:r>
                      <a:endParaRPr sz="1000" b="1" u="none" strike="noStrike" cap="none" dirty="0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81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dirty="0"/>
                        <a:t>❌ Non (irréversible)</a:t>
                      </a:r>
                      <a:endParaRPr sz="1000" b="1" u="sng" strike="noStrike" cap="none" dirty="0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dirty="0"/>
                        <a:t>✅ Oui (avec une clé de déchiffrement)</a:t>
                      </a:r>
                      <a:endParaRPr sz="1000" u="none" strike="noStrike" cap="none" dirty="0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dirty="0"/>
                        <a:t>🔁 </a:t>
                      </a:r>
                      <a:r>
                        <a:rPr lang="fr-FR" sz="1000" b="1" dirty="0"/>
                        <a:t>Réversible ?</a:t>
                      </a:r>
                      <a:endParaRPr sz="1000" u="none" strike="noStrike" cap="none" dirty="0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816">
                <a:tc>
                  <a:txBody>
                    <a:bodyPr/>
                    <a:lstStyle/>
                    <a:p>
                      <a:r>
                        <a:rPr lang="fr-FR" sz="1000" dirty="0"/>
                        <a:t>Vérifier l’intégrité des données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Protéger la confidentialité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fr-FR" sz="1000" dirty="0"/>
                        <a:t>🛡️ </a:t>
                      </a:r>
                      <a:r>
                        <a:rPr lang="fr-FR" sz="1000" b="1" dirty="0"/>
                        <a:t>Objectif</a:t>
                      </a:r>
                      <a:endParaRPr lang="fr-FR" sz="1000" dirty="0"/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816">
                <a:tc>
                  <a:txBody>
                    <a:bodyPr/>
                    <a:lstStyle/>
                    <a:p>
                      <a:r>
                        <a:rPr lang="fr-FR" sz="1000" dirty="0"/>
                        <a:t>Non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Oui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fr-FR" sz="1000" dirty="0"/>
                        <a:t>🔑 </a:t>
                      </a:r>
                      <a:r>
                        <a:rPr lang="fr-FR" sz="1000" b="1" dirty="0"/>
                        <a:t>Utilise une clé ?</a:t>
                      </a:r>
                      <a:endParaRPr lang="fr-FR" sz="1000" dirty="0"/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816">
                <a:tc>
                  <a:txBody>
                    <a:bodyPr/>
                    <a:lstStyle/>
                    <a:p>
                      <a:r>
                        <a:rPr lang="fr-FR" sz="1000" dirty="0"/>
                        <a:t>Identique pour une même entrée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Dépend de la clé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fr-FR" sz="1000" dirty="0"/>
                        <a:t>📄 </a:t>
                      </a:r>
                      <a:r>
                        <a:rPr lang="fr-FR" sz="1000" b="1" dirty="0"/>
                        <a:t>Résultat</a:t>
                      </a:r>
                      <a:endParaRPr lang="fr-FR" sz="1000" dirty="0"/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184">
                <a:tc>
                  <a:txBody>
                    <a:bodyPr/>
                    <a:lstStyle/>
                    <a:p>
                      <a:r>
                        <a:rPr lang="fr-FR" sz="1000" dirty="0"/>
                        <a:t>Mots de passe, fichiers, blockchain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Messages, fichiers, vidéos...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fr-FR" sz="1000" dirty="0"/>
                        <a:t>🎯 </a:t>
                      </a:r>
                      <a:r>
                        <a:rPr lang="fr-FR" sz="1000" b="1" dirty="0"/>
                        <a:t>Utilisations</a:t>
                      </a:r>
                      <a:endParaRPr lang="fr-FR" sz="1000" dirty="0"/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A3AEF2ED-71CA-7B73-D9BB-4960190EA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5155" y="1129032"/>
            <a:ext cx="4722891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Google Shape;3033;p6">
            <a:extLst>
              <a:ext uri="{FF2B5EF4-FFF2-40B4-BE49-F238E27FC236}">
                <a16:creationId xmlns:a16="http://schemas.microsoft.com/office/drawing/2014/main" id="{BB0F80F8-AAB4-7537-1B3F-AA960FD7028A}"/>
              </a:ext>
            </a:extLst>
          </p:cNvPr>
          <p:cNvSpPr txBox="1">
            <a:spLocks/>
          </p:cNvSpPr>
          <p:nvPr/>
        </p:nvSpPr>
        <p:spPr>
          <a:xfrm>
            <a:off x="731700" y="518876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3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dirty="0"/>
              <a:t>Différence entre chiffrement et hachage: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2ADBFEE-9F4E-9734-E5C6-D553D2E616BC}"/>
              </a:ext>
            </a:extLst>
          </p:cNvPr>
          <p:cNvCxnSpPr>
            <a:cxnSpLocks/>
          </p:cNvCxnSpPr>
          <p:nvPr/>
        </p:nvCxnSpPr>
        <p:spPr>
          <a:xfrm>
            <a:off x="355858" y="712404"/>
            <a:ext cx="364142" cy="0"/>
          </a:xfrm>
          <a:prstGeom prst="straightConnector1">
            <a:avLst/>
          </a:prstGeom>
          <a:ln w="44450">
            <a:solidFill>
              <a:srgbClr val="1C34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Google Shape;2891;p3">
            <a:extLst>
              <a:ext uri="{FF2B5EF4-FFF2-40B4-BE49-F238E27FC236}">
                <a16:creationId xmlns:a16="http://schemas.microsoft.com/office/drawing/2014/main" id="{0F14F348-2FBF-7577-4DE2-D97C253B8F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883952" y="-4935823"/>
            <a:ext cx="7868009" cy="101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800" dirty="0"/>
              <a:t>Pourquoi a-t-on besoin d’algorithmes de hachage ? </a:t>
            </a:r>
            <a:endParaRPr sz="18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FA5E3A0-449D-7E10-490F-2A63A06A126A}"/>
              </a:ext>
            </a:extLst>
          </p:cNvPr>
          <p:cNvCxnSpPr>
            <a:cxnSpLocks/>
          </p:cNvCxnSpPr>
          <p:nvPr/>
        </p:nvCxnSpPr>
        <p:spPr>
          <a:xfrm>
            <a:off x="-11248094" y="-4690017"/>
            <a:ext cx="364142" cy="0"/>
          </a:xfrm>
          <a:prstGeom prst="straightConnector1">
            <a:avLst/>
          </a:prstGeom>
          <a:ln w="44450">
            <a:solidFill>
              <a:srgbClr val="1C34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5" name="Google Shape;2875;p3"/>
          <p:cNvSpPr/>
          <p:nvPr/>
        </p:nvSpPr>
        <p:spPr>
          <a:xfrm>
            <a:off x="5104638" y="3320957"/>
            <a:ext cx="641445" cy="470848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6" name="Google Shape;2876;p3"/>
          <p:cNvSpPr/>
          <p:nvPr/>
        </p:nvSpPr>
        <p:spPr>
          <a:xfrm>
            <a:off x="1341657" y="3320957"/>
            <a:ext cx="641445" cy="470848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7" name="Google Shape;2877;p3"/>
          <p:cNvSpPr/>
          <p:nvPr/>
        </p:nvSpPr>
        <p:spPr>
          <a:xfrm>
            <a:off x="5104638" y="1850578"/>
            <a:ext cx="641445" cy="470848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8" name="Google Shape;2878;p3"/>
          <p:cNvSpPr/>
          <p:nvPr/>
        </p:nvSpPr>
        <p:spPr>
          <a:xfrm>
            <a:off x="1341657" y="1850578"/>
            <a:ext cx="641445" cy="470848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9" name="Google Shape;2879;p3"/>
          <p:cNvSpPr txBox="1">
            <a:spLocks noGrp="1"/>
          </p:cNvSpPr>
          <p:nvPr>
            <p:ph type="body" idx="1"/>
          </p:nvPr>
        </p:nvSpPr>
        <p:spPr>
          <a:xfrm>
            <a:off x="1524718" y="2362789"/>
            <a:ext cx="2595153" cy="68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</a:pPr>
            <a:r>
              <a:rPr lang="fr-FR" sz="1600" dirty="0"/>
              <a:t>Pour protéger les mots de passe.</a:t>
            </a:r>
            <a:endParaRPr sz="1600" dirty="0"/>
          </a:p>
        </p:txBody>
      </p:sp>
      <p:sp>
        <p:nvSpPr>
          <p:cNvPr id="2881" name="Google Shape;2881;p3"/>
          <p:cNvSpPr txBox="1">
            <a:spLocks noGrp="1"/>
          </p:cNvSpPr>
          <p:nvPr>
            <p:ph type="body" idx="3"/>
          </p:nvPr>
        </p:nvSpPr>
        <p:spPr>
          <a:xfrm>
            <a:off x="1261145" y="1849342"/>
            <a:ext cx="775175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500"/>
              <a:buNone/>
            </a:pPr>
            <a:r>
              <a:rPr lang="en-US" dirty="0"/>
              <a:t>01</a:t>
            </a:r>
            <a:endParaRPr dirty="0"/>
          </a:p>
        </p:txBody>
      </p:sp>
      <p:sp>
        <p:nvSpPr>
          <p:cNvPr id="2882" name="Google Shape;2882;p3"/>
          <p:cNvSpPr txBox="1">
            <a:spLocks noGrp="1"/>
          </p:cNvSpPr>
          <p:nvPr>
            <p:ph type="body" idx="4"/>
          </p:nvPr>
        </p:nvSpPr>
        <p:spPr>
          <a:xfrm>
            <a:off x="1524718" y="3885696"/>
            <a:ext cx="2867639" cy="717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</a:pPr>
            <a:r>
              <a:rPr lang="fr-FR" sz="1600" dirty="0"/>
              <a:t>Pour sécuriser les communications numériques.</a:t>
            </a:r>
            <a:endParaRPr sz="1600" dirty="0"/>
          </a:p>
        </p:txBody>
      </p:sp>
      <p:sp>
        <p:nvSpPr>
          <p:cNvPr id="2884" name="Google Shape;2884;p3"/>
          <p:cNvSpPr txBox="1">
            <a:spLocks noGrp="1"/>
          </p:cNvSpPr>
          <p:nvPr>
            <p:ph type="body" idx="6"/>
          </p:nvPr>
        </p:nvSpPr>
        <p:spPr>
          <a:xfrm>
            <a:off x="4970910" y="1839495"/>
            <a:ext cx="775173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500"/>
              <a:buNone/>
            </a:pPr>
            <a:r>
              <a:rPr lang="en-US" dirty="0"/>
              <a:t>02</a:t>
            </a:r>
            <a:endParaRPr dirty="0"/>
          </a:p>
        </p:txBody>
      </p:sp>
      <p:sp>
        <p:nvSpPr>
          <p:cNvPr id="2885" name="Google Shape;2885;p3"/>
          <p:cNvSpPr txBox="1">
            <a:spLocks noGrp="1"/>
          </p:cNvSpPr>
          <p:nvPr>
            <p:ph type="body" idx="7"/>
          </p:nvPr>
        </p:nvSpPr>
        <p:spPr>
          <a:xfrm>
            <a:off x="5487718" y="3885696"/>
            <a:ext cx="3188139" cy="80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</a:pPr>
            <a:r>
              <a:rPr lang="fr-FR" sz="1600" dirty="0"/>
              <a:t>Pour détecter toute modification dans les données.</a:t>
            </a:r>
            <a:br>
              <a:rPr lang="en-US" dirty="0"/>
            </a:br>
            <a:endParaRPr dirty="0"/>
          </a:p>
        </p:txBody>
      </p:sp>
      <p:sp>
        <p:nvSpPr>
          <p:cNvPr id="2887" name="Google Shape;2887;p3"/>
          <p:cNvSpPr txBox="1">
            <a:spLocks noGrp="1"/>
          </p:cNvSpPr>
          <p:nvPr>
            <p:ph type="body" idx="9"/>
          </p:nvPr>
        </p:nvSpPr>
        <p:spPr>
          <a:xfrm>
            <a:off x="5024126" y="3307310"/>
            <a:ext cx="775174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500"/>
              <a:buNone/>
            </a:pPr>
            <a:r>
              <a:rPr lang="en-US" dirty="0"/>
              <a:t>04</a:t>
            </a:r>
            <a:endParaRPr dirty="0"/>
          </a:p>
        </p:txBody>
      </p:sp>
      <p:sp>
        <p:nvSpPr>
          <p:cNvPr id="2888" name="Google Shape;2888;p3"/>
          <p:cNvSpPr txBox="1">
            <a:spLocks noGrp="1"/>
          </p:cNvSpPr>
          <p:nvPr>
            <p:ph type="body" idx="13"/>
          </p:nvPr>
        </p:nvSpPr>
        <p:spPr>
          <a:xfrm>
            <a:off x="5487718" y="2362789"/>
            <a:ext cx="2724549" cy="68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</a:pPr>
            <a:r>
              <a:rPr lang="fr-FR" sz="1600" dirty="0"/>
              <a:t>Pour vérifier l'intégrité des fichiers.</a:t>
            </a:r>
            <a:br>
              <a:rPr lang="en-US" sz="1600" dirty="0"/>
            </a:br>
            <a:endParaRPr sz="1600" dirty="0"/>
          </a:p>
        </p:txBody>
      </p:sp>
      <p:sp>
        <p:nvSpPr>
          <p:cNvPr id="2890" name="Google Shape;2890;p3"/>
          <p:cNvSpPr txBox="1">
            <a:spLocks noGrp="1"/>
          </p:cNvSpPr>
          <p:nvPr>
            <p:ph type="body" idx="15"/>
          </p:nvPr>
        </p:nvSpPr>
        <p:spPr>
          <a:xfrm>
            <a:off x="1261146" y="3307310"/>
            <a:ext cx="775174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500"/>
              <a:buNone/>
            </a:pPr>
            <a:r>
              <a:rPr lang="en-US" dirty="0"/>
              <a:t>03</a:t>
            </a:r>
            <a:endParaRPr dirty="0"/>
          </a:p>
        </p:txBody>
      </p:sp>
      <p:sp>
        <p:nvSpPr>
          <p:cNvPr id="2891" name="Google Shape;2891;p3"/>
          <p:cNvSpPr txBox="1">
            <a:spLocks noGrp="1"/>
          </p:cNvSpPr>
          <p:nvPr>
            <p:ph type="title"/>
          </p:nvPr>
        </p:nvSpPr>
        <p:spPr>
          <a:xfrm>
            <a:off x="516865" y="297658"/>
            <a:ext cx="7868009" cy="101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Pourquoi a-t-on besoin d’algorithmes de hachage ? </a:t>
            </a:r>
            <a:endParaRPr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327EFC5-A4B4-44DF-1339-4519ADD83249}"/>
              </a:ext>
            </a:extLst>
          </p:cNvPr>
          <p:cNvCxnSpPr>
            <a:cxnSpLocks/>
          </p:cNvCxnSpPr>
          <p:nvPr/>
        </p:nvCxnSpPr>
        <p:spPr>
          <a:xfrm>
            <a:off x="152723" y="543464"/>
            <a:ext cx="364142" cy="0"/>
          </a:xfrm>
          <a:prstGeom prst="straightConnector1">
            <a:avLst/>
          </a:prstGeom>
          <a:ln w="44450">
            <a:solidFill>
              <a:srgbClr val="1C34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3033;p6">
            <a:extLst>
              <a:ext uri="{FF2B5EF4-FFF2-40B4-BE49-F238E27FC236}">
                <a16:creationId xmlns:a16="http://schemas.microsoft.com/office/drawing/2014/main" id="{DE958C39-DE43-297D-61FD-6A60CF8554F4}"/>
              </a:ext>
            </a:extLst>
          </p:cNvPr>
          <p:cNvSpPr txBox="1">
            <a:spLocks/>
          </p:cNvSpPr>
          <p:nvPr/>
        </p:nvSpPr>
        <p:spPr>
          <a:xfrm>
            <a:off x="-9784997" y="-3093053"/>
            <a:ext cx="6048315" cy="63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3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800" b="1"/>
              <a:t>E</a:t>
            </a:r>
            <a:r>
              <a:rPr lang="fr-FR" sz="1800"/>
              <a:t>volution des algorithmes SHA:</a:t>
            </a:r>
            <a:endParaRPr lang="fr-FR" sz="18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C37300E-F45C-FDB9-FAA1-98A22784D041}"/>
              </a:ext>
            </a:extLst>
          </p:cNvPr>
          <p:cNvCxnSpPr>
            <a:cxnSpLocks/>
          </p:cNvCxnSpPr>
          <p:nvPr/>
        </p:nvCxnSpPr>
        <p:spPr>
          <a:xfrm>
            <a:off x="-10183005" y="-2828464"/>
            <a:ext cx="364142" cy="0"/>
          </a:xfrm>
          <a:prstGeom prst="straightConnector1">
            <a:avLst/>
          </a:prstGeom>
          <a:ln w="44450">
            <a:solidFill>
              <a:srgbClr val="1C34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5" grpId="0" animBg="1"/>
      <p:bldP spid="2876" grpId="0" animBg="1"/>
      <p:bldP spid="2877" grpId="0" animBg="1"/>
      <p:bldP spid="2878" grpId="0" animBg="1"/>
      <p:bldP spid="2879" grpId="0" build="p"/>
      <p:bldP spid="2881" grpId="0" build="p"/>
      <p:bldP spid="2882" grpId="0" build="p"/>
      <p:bldP spid="2884" grpId="0" build="p"/>
      <p:bldP spid="2885" grpId="0" build="p"/>
      <p:bldP spid="2887" grpId="0" build="p"/>
      <p:bldP spid="2888" grpId="0" build="p"/>
      <p:bldP spid="289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0" name="Google Shape;3030;p6"/>
          <p:cNvSpPr txBox="1">
            <a:spLocks noGrp="1"/>
          </p:cNvSpPr>
          <p:nvPr>
            <p:ph type="body" idx="2"/>
          </p:nvPr>
        </p:nvSpPr>
        <p:spPr>
          <a:xfrm>
            <a:off x="6016147" y="2806188"/>
            <a:ext cx="3559033" cy="1394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fr-FR" sz="1400" dirty="0">
                <a:latin typeface="+mj-lt"/>
              </a:rPr>
              <a:t>🔹 </a:t>
            </a:r>
            <a:r>
              <a:rPr lang="fr-FR" sz="1400" b="1" dirty="0">
                <a:latin typeface="+mj-lt"/>
              </a:rPr>
              <a:t>SHA-3 (2015)</a:t>
            </a:r>
            <a:endParaRPr lang="fr-FR" sz="14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400" dirty="0">
                <a:latin typeface="+mj-lt"/>
              </a:rPr>
              <a:t>Basé sur </a:t>
            </a:r>
            <a:r>
              <a:rPr lang="fr-FR" sz="1400" b="1" dirty="0" err="1">
                <a:latin typeface="+mj-lt"/>
              </a:rPr>
              <a:t>Keccak</a:t>
            </a:r>
            <a:r>
              <a:rPr lang="fr-FR" sz="1400" dirty="0">
                <a:latin typeface="+mj-lt"/>
              </a:rPr>
              <a:t> (nouvelle méthode)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400" dirty="0">
                <a:latin typeface="+mj-lt"/>
              </a:rPr>
              <a:t>Alternative à SHA-2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400" dirty="0">
                <a:latin typeface="+mj-lt"/>
              </a:rPr>
              <a:t>Plus flexible</a:t>
            </a: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br>
              <a:rPr lang="en-US" dirty="0"/>
            </a:br>
            <a:endParaRPr dirty="0"/>
          </a:p>
        </p:txBody>
      </p:sp>
      <p:sp>
        <p:nvSpPr>
          <p:cNvPr id="3033" name="Google Shape;3033;p6"/>
          <p:cNvSpPr txBox="1">
            <a:spLocks noGrp="1"/>
          </p:cNvSpPr>
          <p:nvPr>
            <p:ph type="title"/>
          </p:nvPr>
        </p:nvSpPr>
        <p:spPr>
          <a:xfrm>
            <a:off x="818152" y="447815"/>
            <a:ext cx="6048315" cy="63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fr-FR" sz="2800" b="1" dirty="0"/>
              <a:t>E</a:t>
            </a:r>
            <a:r>
              <a:rPr lang="fr-FR" sz="2800" dirty="0"/>
              <a:t>volution des algorithmes SHA:</a:t>
            </a:r>
            <a:endParaRPr sz="2800" dirty="0"/>
          </a:p>
        </p:txBody>
      </p:sp>
      <p:sp>
        <p:nvSpPr>
          <p:cNvPr id="3034" name="Google Shape;3034;p6"/>
          <p:cNvSpPr/>
          <p:nvPr/>
        </p:nvSpPr>
        <p:spPr>
          <a:xfrm>
            <a:off x="784286" y="1351792"/>
            <a:ext cx="634620" cy="634620"/>
          </a:xfrm>
          <a:prstGeom prst="round1Rect">
            <a:avLst>
              <a:gd name="adj" fmla="val 3172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5" name="Google Shape;3035;p6"/>
          <p:cNvSpPr/>
          <p:nvPr/>
        </p:nvSpPr>
        <p:spPr>
          <a:xfrm>
            <a:off x="5287567" y="1331897"/>
            <a:ext cx="634620" cy="634620"/>
          </a:xfrm>
          <a:prstGeom prst="round1Rect">
            <a:avLst>
              <a:gd name="adj" fmla="val 3172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6" name="Google Shape;3046;p6"/>
          <p:cNvSpPr/>
          <p:nvPr/>
        </p:nvSpPr>
        <p:spPr>
          <a:xfrm>
            <a:off x="7950966" y="-1478747"/>
            <a:ext cx="2187206" cy="2575530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83C902-53B9-E5BB-FFC2-DDB84E51A713}"/>
              </a:ext>
            </a:extLst>
          </p:cNvPr>
          <p:cNvSpPr txBox="1"/>
          <p:nvPr/>
        </p:nvSpPr>
        <p:spPr>
          <a:xfrm>
            <a:off x="1430203" y="1367139"/>
            <a:ext cx="37175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🔹 </a:t>
            </a:r>
            <a:r>
              <a:rPr lang="fr-FR" b="1" dirty="0"/>
              <a:t>SHA-0 (1993)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Première version (NSA)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Abandonnée pour failles de sécurité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Très peu utilisée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8CE968C-05D7-98B9-DEAC-2BDE570B9A2B}"/>
              </a:ext>
            </a:extLst>
          </p:cNvPr>
          <p:cNvCxnSpPr>
            <a:cxnSpLocks/>
          </p:cNvCxnSpPr>
          <p:nvPr/>
        </p:nvCxnSpPr>
        <p:spPr>
          <a:xfrm>
            <a:off x="420144" y="712404"/>
            <a:ext cx="364142" cy="0"/>
          </a:xfrm>
          <a:prstGeom prst="straightConnector1">
            <a:avLst/>
          </a:prstGeom>
          <a:ln w="44450">
            <a:solidFill>
              <a:srgbClr val="1C34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oogle Shape;2878;p3">
            <a:extLst>
              <a:ext uri="{FF2B5EF4-FFF2-40B4-BE49-F238E27FC236}">
                <a16:creationId xmlns:a16="http://schemas.microsoft.com/office/drawing/2014/main" id="{735104DA-95CC-3874-9F48-0F48F9E545E6}"/>
              </a:ext>
            </a:extLst>
          </p:cNvPr>
          <p:cNvSpPr/>
          <p:nvPr/>
        </p:nvSpPr>
        <p:spPr>
          <a:xfrm>
            <a:off x="784286" y="2836010"/>
            <a:ext cx="715447" cy="64360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878;p3">
            <a:extLst>
              <a:ext uri="{FF2B5EF4-FFF2-40B4-BE49-F238E27FC236}">
                <a16:creationId xmlns:a16="http://schemas.microsoft.com/office/drawing/2014/main" id="{3BCCDC29-D244-4419-F9A6-019FB7AD194D}"/>
              </a:ext>
            </a:extLst>
          </p:cNvPr>
          <p:cNvSpPr/>
          <p:nvPr/>
        </p:nvSpPr>
        <p:spPr>
          <a:xfrm>
            <a:off x="5287567" y="2806188"/>
            <a:ext cx="697053" cy="673422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1499733" y="2728332"/>
            <a:ext cx="400700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🔹 </a:t>
            </a:r>
            <a:r>
              <a:rPr lang="fr-FR" b="1" dirty="0"/>
              <a:t>SHA-1 (1995)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Amélioration de SHA-0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Hash de 160 bits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Attaque démontrée en 2017 → </a:t>
            </a:r>
            <a:r>
              <a:rPr lang="fr-FR" b="1" dirty="0"/>
              <a:t>obsolète</a:t>
            </a:r>
            <a:endParaRPr lang="fr-FR" dirty="0"/>
          </a:p>
          <a:p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6196297" y="1174595"/>
            <a:ext cx="25908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🔹 </a:t>
            </a:r>
            <a:r>
              <a:rPr lang="fr-FR" b="1" dirty="0"/>
              <a:t>SHA-2 (2001)</a:t>
            </a:r>
            <a:endParaRPr lang="fr-FR" dirty="0"/>
          </a:p>
          <a:p>
            <a:r>
              <a:rPr lang="fr-FR" dirty="0"/>
              <a:t>Famille : SHA-224, SHA-256,SHA-384,SHA-512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Trés</a:t>
            </a:r>
            <a:r>
              <a:rPr lang="fr-FR" dirty="0"/>
              <a:t> sécurisé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Utilisé partout aujourd’hui</a:t>
            </a:r>
          </a:p>
          <a:p>
            <a:endParaRPr lang="fr-FR" dirty="0"/>
          </a:p>
        </p:txBody>
      </p:sp>
      <p:sp>
        <p:nvSpPr>
          <p:cNvPr id="2" name="Google Shape;2881;p3">
            <a:extLst>
              <a:ext uri="{FF2B5EF4-FFF2-40B4-BE49-F238E27FC236}">
                <a16:creationId xmlns:a16="http://schemas.microsoft.com/office/drawing/2014/main" id="{8E709D59-B30F-2493-8783-963DB0F0078D}"/>
              </a:ext>
            </a:extLst>
          </p:cNvPr>
          <p:cNvSpPr txBox="1">
            <a:spLocks/>
          </p:cNvSpPr>
          <p:nvPr/>
        </p:nvSpPr>
        <p:spPr>
          <a:xfrm>
            <a:off x="5217289" y="2902508"/>
            <a:ext cx="775175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/>
            <a:r>
              <a:rPr lang="en-US" dirty="0"/>
              <a:t>04</a:t>
            </a:r>
          </a:p>
        </p:txBody>
      </p:sp>
      <p:sp>
        <p:nvSpPr>
          <p:cNvPr id="9" name="Google Shape;2881;p3">
            <a:extLst>
              <a:ext uri="{FF2B5EF4-FFF2-40B4-BE49-F238E27FC236}">
                <a16:creationId xmlns:a16="http://schemas.microsoft.com/office/drawing/2014/main" id="{E7E496DC-DCC3-103A-B898-15CD1D588F19}"/>
              </a:ext>
            </a:extLst>
          </p:cNvPr>
          <p:cNvSpPr txBox="1">
            <a:spLocks/>
          </p:cNvSpPr>
          <p:nvPr/>
        </p:nvSpPr>
        <p:spPr>
          <a:xfrm>
            <a:off x="5240972" y="1367139"/>
            <a:ext cx="775175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/>
            <a:r>
              <a:rPr lang="en-US" dirty="0"/>
              <a:t>03</a:t>
            </a:r>
          </a:p>
        </p:txBody>
      </p:sp>
      <p:sp>
        <p:nvSpPr>
          <p:cNvPr id="10" name="Google Shape;2881;p3">
            <a:extLst>
              <a:ext uri="{FF2B5EF4-FFF2-40B4-BE49-F238E27FC236}">
                <a16:creationId xmlns:a16="http://schemas.microsoft.com/office/drawing/2014/main" id="{666C91DA-D3DA-E58F-8819-7C799758E357}"/>
              </a:ext>
            </a:extLst>
          </p:cNvPr>
          <p:cNvSpPr txBox="1">
            <a:spLocks/>
          </p:cNvSpPr>
          <p:nvPr/>
        </p:nvSpPr>
        <p:spPr>
          <a:xfrm>
            <a:off x="714007" y="1437281"/>
            <a:ext cx="775175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/>
            <a:r>
              <a:rPr lang="en-US" dirty="0"/>
              <a:t>01</a:t>
            </a:r>
          </a:p>
        </p:txBody>
      </p:sp>
      <p:sp>
        <p:nvSpPr>
          <p:cNvPr id="11" name="Google Shape;2881;p3">
            <a:extLst>
              <a:ext uri="{FF2B5EF4-FFF2-40B4-BE49-F238E27FC236}">
                <a16:creationId xmlns:a16="http://schemas.microsoft.com/office/drawing/2014/main" id="{A00D574B-87E2-DE42-0E8F-9578BD78957C}"/>
              </a:ext>
            </a:extLst>
          </p:cNvPr>
          <p:cNvSpPr txBox="1">
            <a:spLocks/>
          </p:cNvSpPr>
          <p:nvPr/>
        </p:nvSpPr>
        <p:spPr>
          <a:xfrm>
            <a:off x="714008" y="2904691"/>
            <a:ext cx="775175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/>
            <a:r>
              <a:rPr lang="en-US" dirty="0"/>
              <a:t>02</a:t>
            </a:r>
          </a:p>
        </p:txBody>
      </p:sp>
      <p:sp>
        <p:nvSpPr>
          <p:cNvPr id="12" name="Google Shape;2891;p3">
            <a:extLst>
              <a:ext uri="{FF2B5EF4-FFF2-40B4-BE49-F238E27FC236}">
                <a16:creationId xmlns:a16="http://schemas.microsoft.com/office/drawing/2014/main" id="{E328F56E-1707-FF85-FA33-00E8AF4084B8}"/>
              </a:ext>
            </a:extLst>
          </p:cNvPr>
          <p:cNvSpPr txBox="1">
            <a:spLocks/>
          </p:cNvSpPr>
          <p:nvPr/>
        </p:nvSpPr>
        <p:spPr>
          <a:xfrm>
            <a:off x="-9094063" y="-3087567"/>
            <a:ext cx="7868009" cy="101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3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600"/>
              <a:t>Caractéristiques fondamentales du hachage :</a:t>
            </a:r>
            <a:endParaRPr lang="fr-FR" sz="16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DADDF8-6241-67E9-F4D6-08F5986B3893}"/>
              </a:ext>
            </a:extLst>
          </p:cNvPr>
          <p:cNvCxnSpPr>
            <a:cxnSpLocks/>
          </p:cNvCxnSpPr>
          <p:nvPr/>
        </p:nvCxnSpPr>
        <p:spPr>
          <a:xfrm>
            <a:off x="-9458205" y="-2841761"/>
            <a:ext cx="364142" cy="0"/>
          </a:xfrm>
          <a:prstGeom prst="straightConnector1">
            <a:avLst/>
          </a:prstGeom>
          <a:ln w="44450">
            <a:solidFill>
              <a:srgbClr val="1C34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93879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0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0" grpId="0" build="p"/>
      <p:bldP spid="3034" grpId="0" animBg="1"/>
      <p:bldP spid="3035" grpId="0" animBg="1"/>
      <p:bldP spid="3" grpId="0"/>
      <p:bldP spid="5" grpId="0" animBg="1"/>
      <p:bldP spid="6" grpId="0" animBg="1"/>
      <p:bldP spid="7" grpId="0"/>
      <p:bldP spid="8" grpId="0"/>
      <p:bldP spid="2" grpId="0"/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5" name="Google Shape;2875;p3"/>
          <p:cNvSpPr/>
          <p:nvPr/>
        </p:nvSpPr>
        <p:spPr>
          <a:xfrm>
            <a:off x="5104638" y="3320957"/>
            <a:ext cx="641445" cy="470848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6" name="Google Shape;2876;p3"/>
          <p:cNvSpPr/>
          <p:nvPr/>
        </p:nvSpPr>
        <p:spPr>
          <a:xfrm>
            <a:off x="1341657" y="3320957"/>
            <a:ext cx="641445" cy="470848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7" name="Google Shape;2877;p3"/>
          <p:cNvSpPr/>
          <p:nvPr/>
        </p:nvSpPr>
        <p:spPr>
          <a:xfrm>
            <a:off x="5104638" y="1850578"/>
            <a:ext cx="641445" cy="470848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8" name="Google Shape;2878;p3"/>
          <p:cNvSpPr/>
          <p:nvPr/>
        </p:nvSpPr>
        <p:spPr>
          <a:xfrm>
            <a:off x="1341657" y="1850578"/>
            <a:ext cx="641445" cy="470848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9" name="Google Shape;2879;p3"/>
          <p:cNvSpPr txBox="1">
            <a:spLocks noGrp="1"/>
          </p:cNvSpPr>
          <p:nvPr>
            <p:ph type="body" idx="1"/>
          </p:nvPr>
        </p:nvSpPr>
        <p:spPr>
          <a:xfrm>
            <a:off x="1235441" y="2424184"/>
            <a:ext cx="3446192" cy="53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fr-FR" sz="1600" dirty="0"/>
              <a:t>→ Même entrée → même sortie</a:t>
            </a:r>
          </a:p>
        </p:txBody>
      </p:sp>
      <p:sp>
        <p:nvSpPr>
          <p:cNvPr id="2881" name="Google Shape;2881;p3"/>
          <p:cNvSpPr txBox="1">
            <a:spLocks noGrp="1"/>
          </p:cNvSpPr>
          <p:nvPr>
            <p:ph type="body" idx="3"/>
          </p:nvPr>
        </p:nvSpPr>
        <p:spPr>
          <a:xfrm>
            <a:off x="1261145" y="1849342"/>
            <a:ext cx="775175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500"/>
              <a:buNone/>
            </a:pPr>
            <a:r>
              <a:rPr lang="en-US" dirty="0"/>
              <a:t>01</a:t>
            </a:r>
            <a:endParaRPr dirty="0"/>
          </a:p>
        </p:txBody>
      </p:sp>
      <p:sp>
        <p:nvSpPr>
          <p:cNvPr id="2882" name="Google Shape;2882;p3"/>
          <p:cNvSpPr txBox="1">
            <a:spLocks noGrp="1"/>
          </p:cNvSpPr>
          <p:nvPr>
            <p:ph type="body" idx="4"/>
          </p:nvPr>
        </p:nvSpPr>
        <p:spPr>
          <a:xfrm>
            <a:off x="5279924" y="2499832"/>
            <a:ext cx="3499408" cy="88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fr-FR" sz="1600" dirty="0"/>
              <a:t>→ Impossible de trouver deux entrées avec le même hash</a:t>
            </a:r>
            <a:endParaRPr sz="1600" dirty="0"/>
          </a:p>
        </p:txBody>
      </p:sp>
      <p:sp>
        <p:nvSpPr>
          <p:cNvPr id="2884" name="Google Shape;2884;p3"/>
          <p:cNvSpPr txBox="1">
            <a:spLocks noGrp="1"/>
          </p:cNvSpPr>
          <p:nvPr>
            <p:ph type="body" idx="6"/>
          </p:nvPr>
        </p:nvSpPr>
        <p:spPr>
          <a:xfrm>
            <a:off x="4970910" y="1839495"/>
            <a:ext cx="775173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500"/>
              <a:buNone/>
            </a:pPr>
            <a:r>
              <a:rPr lang="en-US" dirty="0"/>
              <a:t>02</a:t>
            </a:r>
            <a:endParaRPr dirty="0"/>
          </a:p>
        </p:txBody>
      </p:sp>
      <p:sp>
        <p:nvSpPr>
          <p:cNvPr id="2885" name="Google Shape;2885;p3"/>
          <p:cNvSpPr txBox="1">
            <a:spLocks noGrp="1"/>
          </p:cNvSpPr>
          <p:nvPr>
            <p:ph type="body" idx="7"/>
          </p:nvPr>
        </p:nvSpPr>
        <p:spPr>
          <a:xfrm>
            <a:off x="5358496" y="3912068"/>
            <a:ext cx="3188139" cy="80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fr-FR" sz="1600" dirty="0"/>
              <a:t>→ Calcul du hash rapide même pour de grands fichiers</a:t>
            </a:r>
            <a:br>
              <a:rPr lang="en-US" dirty="0"/>
            </a:br>
            <a:endParaRPr dirty="0"/>
          </a:p>
        </p:txBody>
      </p:sp>
      <p:sp>
        <p:nvSpPr>
          <p:cNvPr id="2887" name="Google Shape;2887;p3"/>
          <p:cNvSpPr txBox="1">
            <a:spLocks noGrp="1"/>
          </p:cNvSpPr>
          <p:nvPr>
            <p:ph type="body" idx="9"/>
          </p:nvPr>
        </p:nvSpPr>
        <p:spPr>
          <a:xfrm>
            <a:off x="5024126" y="3307310"/>
            <a:ext cx="775174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500"/>
              <a:buNone/>
            </a:pPr>
            <a:r>
              <a:rPr lang="en-US" dirty="0"/>
              <a:t>04</a:t>
            </a:r>
            <a:endParaRPr dirty="0"/>
          </a:p>
        </p:txBody>
      </p:sp>
      <p:sp>
        <p:nvSpPr>
          <p:cNvPr id="2888" name="Google Shape;2888;p3"/>
          <p:cNvSpPr txBox="1">
            <a:spLocks noGrp="1"/>
          </p:cNvSpPr>
          <p:nvPr>
            <p:ph type="body" idx="13"/>
          </p:nvPr>
        </p:nvSpPr>
        <p:spPr>
          <a:xfrm>
            <a:off x="1544186" y="3899343"/>
            <a:ext cx="3027814" cy="982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fr-FR" sz="1600" dirty="0"/>
              <a:t>→ Un petit changement → un hash complètement différent</a:t>
            </a: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</a:pPr>
            <a:br>
              <a:rPr lang="en-US" sz="1600" dirty="0"/>
            </a:br>
            <a:endParaRPr sz="1600" dirty="0"/>
          </a:p>
        </p:txBody>
      </p:sp>
      <p:sp>
        <p:nvSpPr>
          <p:cNvPr id="2890" name="Google Shape;2890;p3"/>
          <p:cNvSpPr txBox="1">
            <a:spLocks noGrp="1"/>
          </p:cNvSpPr>
          <p:nvPr>
            <p:ph type="body" idx="15"/>
          </p:nvPr>
        </p:nvSpPr>
        <p:spPr>
          <a:xfrm>
            <a:off x="1261146" y="3307310"/>
            <a:ext cx="775174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500"/>
              <a:buNone/>
            </a:pPr>
            <a:r>
              <a:rPr lang="en-US" dirty="0"/>
              <a:t>03</a:t>
            </a:r>
            <a:endParaRPr dirty="0"/>
          </a:p>
        </p:txBody>
      </p:sp>
      <p:sp>
        <p:nvSpPr>
          <p:cNvPr id="2891" name="Google Shape;2891;p3"/>
          <p:cNvSpPr txBox="1">
            <a:spLocks noGrp="1"/>
          </p:cNvSpPr>
          <p:nvPr>
            <p:ph type="title"/>
          </p:nvPr>
        </p:nvSpPr>
        <p:spPr>
          <a:xfrm>
            <a:off x="516865" y="297658"/>
            <a:ext cx="7868009" cy="101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/>
            <a:r>
              <a:rPr lang="fr-FR" dirty="0"/>
              <a:t>Caractéristiques fondamentales du hachage :</a:t>
            </a:r>
            <a:endParaRPr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327EFC5-A4B4-44DF-1339-4519ADD83249}"/>
              </a:ext>
            </a:extLst>
          </p:cNvPr>
          <p:cNvCxnSpPr>
            <a:cxnSpLocks/>
          </p:cNvCxnSpPr>
          <p:nvPr/>
        </p:nvCxnSpPr>
        <p:spPr>
          <a:xfrm>
            <a:off x="152723" y="543464"/>
            <a:ext cx="364142" cy="0"/>
          </a:xfrm>
          <a:prstGeom prst="straightConnector1">
            <a:avLst/>
          </a:prstGeom>
          <a:ln w="44450">
            <a:solidFill>
              <a:srgbClr val="1C34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3151;p9">
            <a:extLst>
              <a:ext uri="{FF2B5EF4-FFF2-40B4-BE49-F238E27FC236}">
                <a16:creationId xmlns:a16="http://schemas.microsoft.com/office/drawing/2014/main" id="{EF222437-3ED4-DD03-5099-EDD7A9FC176B}"/>
              </a:ext>
            </a:extLst>
          </p:cNvPr>
          <p:cNvSpPr txBox="1"/>
          <p:nvPr/>
        </p:nvSpPr>
        <p:spPr>
          <a:xfrm flipH="1">
            <a:off x="1983102" y="1916046"/>
            <a:ext cx="2818271" cy="325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</a:pPr>
            <a:r>
              <a:rPr lang="fr-FR" sz="2000" b="1" dirty="0" err="1">
                <a:solidFill>
                  <a:srgbClr val="1C343C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Dèterminisme</a:t>
            </a:r>
            <a:endParaRPr sz="2000" b="0" i="0" u="none" strike="noStrike" cap="none" dirty="0">
              <a:solidFill>
                <a:srgbClr val="1C343C"/>
              </a:solidFill>
              <a:latin typeface="Poppins ExtraBold" panose="00000900000000000000" pitchFamily="2" charset="0"/>
              <a:ea typeface="Poppins ExtraBold"/>
              <a:cs typeface="Poppins ExtraBold" panose="00000900000000000000" pitchFamily="2" charset="0"/>
              <a:sym typeface="Poppins ExtraBold"/>
            </a:endParaRPr>
          </a:p>
        </p:txBody>
      </p:sp>
      <p:sp>
        <p:nvSpPr>
          <p:cNvPr id="6" name="Google Shape;3151;p9">
            <a:extLst>
              <a:ext uri="{FF2B5EF4-FFF2-40B4-BE49-F238E27FC236}">
                <a16:creationId xmlns:a16="http://schemas.microsoft.com/office/drawing/2014/main" id="{5095777E-8AFD-E507-3533-9FFAA31C1068}"/>
              </a:ext>
            </a:extLst>
          </p:cNvPr>
          <p:cNvSpPr txBox="1"/>
          <p:nvPr/>
        </p:nvSpPr>
        <p:spPr>
          <a:xfrm flipH="1">
            <a:off x="5818640" y="1766375"/>
            <a:ext cx="2881374" cy="88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</a:pPr>
            <a:r>
              <a:rPr lang="fr-FR" sz="2000" b="1" dirty="0">
                <a:solidFill>
                  <a:srgbClr val="1C343C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Résistance</a:t>
            </a:r>
            <a:r>
              <a:rPr lang="fr-FR" sz="2000" b="1" dirty="0">
                <a:solidFill>
                  <a:srgbClr val="1C343C"/>
                </a:solidFill>
              </a:rPr>
              <a:t> </a:t>
            </a:r>
            <a:r>
              <a:rPr lang="fr-FR" sz="2000" b="1" dirty="0">
                <a:solidFill>
                  <a:srgbClr val="1C343C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aux collisions</a:t>
            </a:r>
            <a:endParaRPr sz="2000" b="0" i="0" u="none" strike="noStrike" cap="none" dirty="0">
              <a:solidFill>
                <a:srgbClr val="1C343C"/>
              </a:solidFill>
              <a:latin typeface="Poppins ExtraBold" panose="00000900000000000000" pitchFamily="2" charset="0"/>
              <a:ea typeface="Poppins ExtraBold"/>
              <a:cs typeface="Poppins ExtraBold" panose="00000900000000000000" pitchFamily="2" charset="0"/>
              <a:sym typeface="Poppins ExtraBold"/>
            </a:endParaRPr>
          </a:p>
        </p:txBody>
      </p:sp>
      <p:sp>
        <p:nvSpPr>
          <p:cNvPr id="7" name="Google Shape;3151;p9">
            <a:extLst>
              <a:ext uri="{FF2B5EF4-FFF2-40B4-BE49-F238E27FC236}">
                <a16:creationId xmlns:a16="http://schemas.microsoft.com/office/drawing/2014/main" id="{4283300A-B1E7-085E-A6B6-4046C27F81CD}"/>
              </a:ext>
            </a:extLst>
          </p:cNvPr>
          <p:cNvSpPr txBox="1"/>
          <p:nvPr/>
        </p:nvSpPr>
        <p:spPr>
          <a:xfrm flipH="1">
            <a:off x="1988497" y="3200693"/>
            <a:ext cx="2421976" cy="711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</a:pPr>
            <a:r>
              <a:rPr lang="fr-FR" sz="2000" b="1" dirty="0">
                <a:solidFill>
                  <a:srgbClr val="1C343C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Effet avalanche</a:t>
            </a:r>
            <a:endParaRPr sz="2000" b="0" i="0" u="none" strike="noStrike" cap="none" dirty="0">
              <a:solidFill>
                <a:srgbClr val="1C343C"/>
              </a:solidFill>
              <a:latin typeface="Poppins ExtraBold" panose="00000900000000000000" pitchFamily="2" charset="0"/>
              <a:ea typeface="Poppins ExtraBold"/>
              <a:cs typeface="Poppins ExtraBold" panose="00000900000000000000" pitchFamily="2" charset="0"/>
              <a:sym typeface="Poppins ExtraBold"/>
            </a:endParaRPr>
          </a:p>
        </p:txBody>
      </p:sp>
      <p:sp>
        <p:nvSpPr>
          <p:cNvPr id="8" name="Google Shape;3151;p9">
            <a:extLst>
              <a:ext uri="{FF2B5EF4-FFF2-40B4-BE49-F238E27FC236}">
                <a16:creationId xmlns:a16="http://schemas.microsoft.com/office/drawing/2014/main" id="{4C47D819-9AF3-8861-FB1C-361D5BD22261}"/>
              </a:ext>
            </a:extLst>
          </p:cNvPr>
          <p:cNvSpPr txBox="1"/>
          <p:nvPr/>
        </p:nvSpPr>
        <p:spPr>
          <a:xfrm flipH="1">
            <a:off x="5818640" y="3252169"/>
            <a:ext cx="2421976" cy="711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</a:pPr>
            <a:r>
              <a:rPr lang="fr-FR" sz="2000" b="1" dirty="0">
                <a:solidFill>
                  <a:srgbClr val="1C343C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Rapidité</a:t>
            </a:r>
            <a:endParaRPr sz="2000" b="0" i="0" u="none" strike="noStrike" cap="none" dirty="0">
              <a:solidFill>
                <a:srgbClr val="1C343C"/>
              </a:solidFill>
              <a:latin typeface="Poppins ExtraBold" panose="00000900000000000000" pitchFamily="2" charset="0"/>
              <a:ea typeface="Poppins ExtraBold"/>
              <a:cs typeface="Poppins ExtraBold" panose="00000900000000000000" pitchFamily="2" charset="0"/>
              <a:sym typeface="Poppins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453555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5" grpId="0" animBg="1"/>
      <p:bldP spid="2876" grpId="0" animBg="1"/>
      <p:bldP spid="2877" grpId="0" animBg="1"/>
      <p:bldP spid="2878" grpId="0" animBg="1"/>
      <p:bldP spid="2879" grpId="0" build="p"/>
      <p:bldP spid="2881" grpId="0" build="p"/>
      <p:bldP spid="2882" grpId="0" build="p"/>
      <p:bldP spid="2884" grpId="0" build="p"/>
      <p:bldP spid="2885" grpId="0" build="p"/>
      <p:bldP spid="2887" grpId="0" build="p"/>
      <p:bldP spid="2888" grpId="0" uiExpand="1" build="p"/>
      <p:bldP spid="2890" grpId="0" build="p"/>
      <p:bldP spid="4" grpId="0"/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1" name="Google Shape;3091;p8"/>
          <p:cNvSpPr txBox="1">
            <a:spLocks noGrp="1"/>
          </p:cNvSpPr>
          <p:nvPr>
            <p:ph type="title"/>
          </p:nvPr>
        </p:nvSpPr>
        <p:spPr>
          <a:xfrm>
            <a:off x="581080" y="1048150"/>
            <a:ext cx="7259810" cy="155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fr-FR" dirty="0"/>
              <a:t>SHA-256 – Fonctionnement détaillé:</a:t>
            </a:r>
            <a:endParaRPr dirty="0"/>
          </a:p>
        </p:txBody>
      </p:sp>
      <p:sp>
        <p:nvSpPr>
          <p:cNvPr id="8" name="Espace réservé du text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9198" y="2864058"/>
            <a:ext cx="385578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SHA-256 transforme une entrée de 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taille variable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 un 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hash fixe de 256 bits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à travers plusieurs étapes rigoureuses.</a:t>
            </a:r>
          </a:p>
        </p:txBody>
      </p:sp>
      <p:grpSp>
        <p:nvGrpSpPr>
          <p:cNvPr id="9" name="Google Shape;3293;p29"/>
          <p:cNvGrpSpPr/>
          <p:nvPr/>
        </p:nvGrpSpPr>
        <p:grpSpPr>
          <a:xfrm>
            <a:off x="479997" y="3978276"/>
            <a:ext cx="887761" cy="751088"/>
            <a:chOff x="5513388" y="4195763"/>
            <a:chExt cx="320675" cy="395287"/>
          </a:xfrm>
        </p:grpSpPr>
        <p:sp>
          <p:nvSpPr>
            <p:cNvPr id="10" name="Google Shape;3294;p29"/>
            <p:cNvSpPr/>
            <p:nvPr/>
          </p:nvSpPr>
          <p:spPr>
            <a:xfrm>
              <a:off x="5575300" y="4257675"/>
              <a:ext cx="196850" cy="333375"/>
            </a:xfrm>
            <a:custGeom>
              <a:avLst/>
              <a:gdLst/>
              <a:ahLst/>
              <a:cxnLst/>
              <a:rect l="l" t="t" r="r" b="b"/>
              <a:pathLst>
                <a:path w="5061" h="8555" extrusionOk="0">
                  <a:moveTo>
                    <a:pt x="2531" y="0"/>
                  </a:moveTo>
                  <a:cubicBezTo>
                    <a:pt x="1135" y="0"/>
                    <a:pt x="0" y="1136"/>
                    <a:pt x="0" y="2531"/>
                  </a:cubicBezTo>
                  <a:cubicBezTo>
                    <a:pt x="0" y="3535"/>
                    <a:pt x="365" y="4001"/>
                    <a:pt x="717" y="4452"/>
                  </a:cubicBezTo>
                  <a:cubicBezTo>
                    <a:pt x="943" y="4741"/>
                    <a:pt x="1157" y="5014"/>
                    <a:pt x="1276" y="5430"/>
                  </a:cubicBezTo>
                  <a:cubicBezTo>
                    <a:pt x="1342" y="5661"/>
                    <a:pt x="1392" y="6112"/>
                    <a:pt x="1415" y="6352"/>
                  </a:cubicBezTo>
                  <a:lnTo>
                    <a:pt x="1260" y="6352"/>
                  </a:lnTo>
                  <a:cubicBezTo>
                    <a:pt x="1178" y="6352"/>
                    <a:pt x="1111" y="6419"/>
                    <a:pt x="1111" y="6501"/>
                  </a:cubicBezTo>
                  <a:lnTo>
                    <a:pt x="1111" y="7930"/>
                  </a:lnTo>
                  <a:cubicBezTo>
                    <a:pt x="1111" y="8275"/>
                    <a:pt x="1392" y="8555"/>
                    <a:pt x="1737" y="8555"/>
                  </a:cubicBezTo>
                  <a:lnTo>
                    <a:pt x="3325" y="8555"/>
                  </a:lnTo>
                  <a:cubicBezTo>
                    <a:pt x="3669" y="8555"/>
                    <a:pt x="3950" y="8275"/>
                    <a:pt x="3950" y="7930"/>
                  </a:cubicBezTo>
                  <a:lnTo>
                    <a:pt x="3950" y="6501"/>
                  </a:lnTo>
                  <a:cubicBezTo>
                    <a:pt x="3950" y="6419"/>
                    <a:pt x="3883" y="6352"/>
                    <a:pt x="3801" y="6352"/>
                  </a:cubicBezTo>
                  <a:lnTo>
                    <a:pt x="3646" y="6352"/>
                  </a:lnTo>
                  <a:cubicBezTo>
                    <a:pt x="3669" y="6112"/>
                    <a:pt x="3719" y="5662"/>
                    <a:pt x="3785" y="5430"/>
                  </a:cubicBezTo>
                  <a:cubicBezTo>
                    <a:pt x="3820" y="5307"/>
                    <a:pt x="3865" y="5192"/>
                    <a:pt x="3921" y="5079"/>
                  </a:cubicBezTo>
                  <a:cubicBezTo>
                    <a:pt x="3958" y="5005"/>
                    <a:pt x="3928" y="4916"/>
                    <a:pt x="3854" y="4879"/>
                  </a:cubicBezTo>
                  <a:cubicBezTo>
                    <a:pt x="3780" y="4842"/>
                    <a:pt x="3691" y="4873"/>
                    <a:pt x="3655" y="4946"/>
                  </a:cubicBezTo>
                  <a:cubicBezTo>
                    <a:pt x="3590" y="5077"/>
                    <a:pt x="3539" y="5208"/>
                    <a:pt x="3499" y="5348"/>
                  </a:cubicBezTo>
                  <a:cubicBezTo>
                    <a:pt x="3423" y="5614"/>
                    <a:pt x="3370" y="6111"/>
                    <a:pt x="3347" y="6352"/>
                  </a:cubicBezTo>
                  <a:lnTo>
                    <a:pt x="1714" y="6352"/>
                  </a:lnTo>
                  <a:cubicBezTo>
                    <a:pt x="1691" y="6111"/>
                    <a:pt x="1638" y="5614"/>
                    <a:pt x="1562" y="5348"/>
                  </a:cubicBezTo>
                  <a:cubicBezTo>
                    <a:pt x="1427" y="4876"/>
                    <a:pt x="1185" y="4567"/>
                    <a:pt x="952" y="4269"/>
                  </a:cubicBezTo>
                  <a:cubicBezTo>
                    <a:pt x="615" y="3839"/>
                    <a:pt x="297" y="3433"/>
                    <a:pt x="297" y="2531"/>
                  </a:cubicBezTo>
                  <a:cubicBezTo>
                    <a:pt x="297" y="1300"/>
                    <a:pt x="1299" y="298"/>
                    <a:pt x="2531" y="298"/>
                  </a:cubicBezTo>
                  <a:cubicBezTo>
                    <a:pt x="3762" y="298"/>
                    <a:pt x="4764" y="1300"/>
                    <a:pt x="4764" y="2531"/>
                  </a:cubicBezTo>
                  <a:cubicBezTo>
                    <a:pt x="4764" y="3433"/>
                    <a:pt x="4446" y="3839"/>
                    <a:pt x="4109" y="4269"/>
                  </a:cubicBezTo>
                  <a:cubicBezTo>
                    <a:pt x="4073" y="4315"/>
                    <a:pt x="4022" y="4362"/>
                    <a:pt x="4015" y="4424"/>
                  </a:cubicBezTo>
                  <a:cubicBezTo>
                    <a:pt x="4009" y="4475"/>
                    <a:pt x="4030" y="4526"/>
                    <a:pt x="4069" y="4558"/>
                  </a:cubicBezTo>
                  <a:cubicBezTo>
                    <a:pt x="4109" y="4590"/>
                    <a:pt x="4164" y="4599"/>
                    <a:pt x="4212" y="4582"/>
                  </a:cubicBezTo>
                  <a:cubicBezTo>
                    <a:pt x="4272" y="4561"/>
                    <a:pt x="4306" y="4500"/>
                    <a:pt x="4344" y="4452"/>
                  </a:cubicBezTo>
                  <a:cubicBezTo>
                    <a:pt x="4696" y="4001"/>
                    <a:pt x="5061" y="3535"/>
                    <a:pt x="5061" y="2531"/>
                  </a:cubicBezTo>
                  <a:cubicBezTo>
                    <a:pt x="5061" y="1136"/>
                    <a:pt x="3926" y="0"/>
                    <a:pt x="2531" y="0"/>
                  </a:cubicBezTo>
                  <a:close/>
                  <a:moveTo>
                    <a:pt x="3652" y="7930"/>
                  </a:moveTo>
                  <a:cubicBezTo>
                    <a:pt x="3652" y="8111"/>
                    <a:pt x="3505" y="8258"/>
                    <a:pt x="3325" y="8258"/>
                  </a:cubicBezTo>
                  <a:lnTo>
                    <a:pt x="1737" y="8258"/>
                  </a:lnTo>
                  <a:cubicBezTo>
                    <a:pt x="1556" y="8258"/>
                    <a:pt x="1409" y="8111"/>
                    <a:pt x="1409" y="7930"/>
                  </a:cubicBezTo>
                  <a:lnTo>
                    <a:pt x="1409" y="7920"/>
                  </a:lnTo>
                  <a:lnTo>
                    <a:pt x="3652" y="7920"/>
                  </a:lnTo>
                  <a:lnTo>
                    <a:pt x="3652" y="7930"/>
                  </a:lnTo>
                  <a:close/>
                  <a:moveTo>
                    <a:pt x="3652" y="7622"/>
                  </a:moveTo>
                  <a:lnTo>
                    <a:pt x="1409" y="7622"/>
                  </a:lnTo>
                  <a:lnTo>
                    <a:pt x="1409" y="7285"/>
                  </a:lnTo>
                  <a:lnTo>
                    <a:pt x="3652" y="7285"/>
                  </a:lnTo>
                  <a:lnTo>
                    <a:pt x="3652" y="7622"/>
                  </a:lnTo>
                  <a:close/>
                  <a:moveTo>
                    <a:pt x="3652" y="6650"/>
                  </a:moveTo>
                  <a:lnTo>
                    <a:pt x="3652" y="6987"/>
                  </a:lnTo>
                  <a:lnTo>
                    <a:pt x="1409" y="6987"/>
                  </a:lnTo>
                  <a:lnTo>
                    <a:pt x="1409" y="6650"/>
                  </a:lnTo>
                  <a:lnTo>
                    <a:pt x="3652" y="6650"/>
                  </a:lnTo>
                  <a:close/>
                  <a:moveTo>
                    <a:pt x="3652" y="665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3295;p29"/>
            <p:cNvSpPr/>
            <p:nvPr/>
          </p:nvSpPr>
          <p:spPr>
            <a:xfrm>
              <a:off x="5643563" y="4306888"/>
              <a:ext cx="61913" cy="136525"/>
            </a:xfrm>
            <a:custGeom>
              <a:avLst/>
              <a:gdLst/>
              <a:ahLst/>
              <a:cxnLst/>
              <a:rect l="l" t="t" r="r" b="b"/>
              <a:pathLst>
                <a:path w="1569" h="3473" extrusionOk="0">
                  <a:moveTo>
                    <a:pt x="1420" y="1409"/>
                  </a:moveTo>
                  <a:cubicBezTo>
                    <a:pt x="1502" y="1409"/>
                    <a:pt x="1569" y="1342"/>
                    <a:pt x="1569" y="1260"/>
                  </a:cubicBezTo>
                  <a:lnTo>
                    <a:pt x="1569" y="1101"/>
                  </a:lnTo>
                  <a:cubicBezTo>
                    <a:pt x="1569" y="756"/>
                    <a:pt x="1288" y="476"/>
                    <a:pt x="943" y="476"/>
                  </a:cubicBezTo>
                  <a:lnTo>
                    <a:pt x="933" y="476"/>
                  </a:lnTo>
                  <a:lnTo>
                    <a:pt x="933" y="149"/>
                  </a:lnTo>
                  <a:cubicBezTo>
                    <a:pt x="933" y="66"/>
                    <a:pt x="867" y="0"/>
                    <a:pt x="785" y="0"/>
                  </a:cubicBezTo>
                  <a:cubicBezTo>
                    <a:pt x="702" y="0"/>
                    <a:pt x="636" y="66"/>
                    <a:pt x="636" y="149"/>
                  </a:cubicBezTo>
                  <a:lnTo>
                    <a:pt x="636" y="479"/>
                  </a:lnTo>
                  <a:cubicBezTo>
                    <a:pt x="280" y="514"/>
                    <a:pt x="0" y="816"/>
                    <a:pt x="0" y="1181"/>
                  </a:cubicBezTo>
                  <a:cubicBezTo>
                    <a:pt x="0" y="1569"/>
                    <a:pt x="317" y="1885"/>
                    <a:pt x="705" y="1885"/>
                  </a:cubicBezTo>
                  <a:lnTo>
                    <a:pt x="864" y="1885"/>
                  </a:lnTo>
                  <a:cubicBezTo>
                    <a:pt x="1088" y="1885"/>
                    <a:pt x="1271" y="2068"/>
                    <a:pt x="1271" y="2292"/>
                  </a:cubicBezTo>
                  <a:cubicBezTo>
                    <a:pt x="1271" y="2517"/>
                    <a:pt x="1088" y="2699"/>
                    <a:pt x="864" y="2699"/>
                  </a:cubicBezTo>
                  <a:lnTo>
                    <a:pt x="626" y="2699"/>
                  </a:lnTo>
                  <a:cubicBezTo>
                    <a:pt x="445" y="2699"/>
                    <a:pt x="298" y="2552"/>
                    <a:pt x="298" y="2372"/>
                  </a:cubicBezTo>
                  <a:cubicBezTo>
                    <a:pt x="298" y="2289"/>
                    <a:pt x="232" y="2223"/>
                    <a:pt x="149" y="2223"/>
                  </a:cubicBezTo>
                  <a:cubicBezTo>
                    <a:pt x="67" y="2223"/>
                    <a:pt x="0" y="2289"/>
                    <a:pt x="0" y="2372"/>
                  </a:cubicBezTo>
                  <a:cubicBezTo>
                    <a:pt x="0" y="2716"/>
                    <a:pt x="281" y="2997"/>
                    <a:pt x="626" y="2997"/>
                  </a:cubicBezTo>
                  <a:lnTo>
                    <a:pt x="636" y="2997"/>
                  </a:lnTo>
                  <a:lnTo>
                    <a:pt x="636" y="3324"/>
                  </a:lnTo>
                  <a:cubicBezTo>
                    <a:pt x="636" y="3407"/>
                    <a:pt x="702" y="3473"/>
                    <a:pt x="785" y="3473"/>
                  </a:cubicBezTo>
                  <a:cubicBezTo>
                    <a:pt x="867" y="3473"/>
                    <a:pt x="933" y="3407"/>
                    <a:pt x="933" y="3324"/>
                  </a:cubicBezTo>
                  <a:lnTo>
                    <a:pt x="933" y="2993"/>
                  </a:lnTo>
                  <a:cubicBezTo>
                    <a:pt x="1289" y="2958"/>
                    <a:pt x="1569" y="2657"/>
                    <a:pt x="1569" y="2292"/>
                  </a:cubicBezTo>
                  <a:cubicBezTo>
                    <a:pt x="1569" y="1904"/>
                    <a:pt x="1252" y="1588"/>
                    <a:pt x="864" y="1588"/>
                  </a:cubicBezTo>
                  <a:lnTo>
                    <a:pt x="705" y="1588"/>
                  </a:lnTo>
                  <a:cubicBezTo>
                    <a:pt x="481" y="1588"/>
                    <a:pt x="298" y="1405"/>
                    <a:pt x="298" y="1181"/>
                  </a:cubicBezTo>
                  <a:cubicBezTo>
                    <a:pt x="298" y="956"/>
                    <a:pt x="481" y="774"/>
                    <a:pt x="705" y="774"/>
                  </a:cubicBezTo>
                  <a:lnTo>
                    <a:pt x="943" y="774"/>
                  </a:lnTo>
                  <a:cubicBezTo>
                    <a:pt x="1124" y="774"/>
                    <a:pt x="1271" y="921"/>
                    <a:pt x="1271" y="1101"/>
                  </a:cubicBezTo>
                  <a:lnTo>
                    <a:pt x="1271" y="1260"/>
                  </a:lnTo>
                  <a:cubicBezTo>
                    <a:pt x="1271" y="1342"/>
                    <a:pt x="1337" y="1409"/>
                    <a:pt x="1420" y="1409"/>
                  </a:cubicBezTo>
                  <a:close/>
                  <a:moveTo>
                    <a:pt x="1420" y="1409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3296;p29"/>
            <p:cNvSpPr/>
            <p:nvPr/>
          </p:nvSpPr>
          <p:spPr>
            <a:xfrm>
              <a:off x="5668963" y="4195763"/>
              <a:ext cx="11113" cy="36513"/>
            </a:xfrm>
            <a:custGeom>
              <a:avLst/>
              <a:gdLst/>
              <a:ahLst/>
              <a:cxnLst/>
              <a:rect l="l" t="t" r="r" b="b"/>
              <a:pathLst>
                <a:path w="297" h="933" extrusionOk="0">
                  <a:moveTo>
                    <a:pt x="149" y="0"/>
                  </a:moveTo>
                  <a:cubicBezTo>
                    <a:pt x="66" y="0"/>
                    <a:pt x="0" y="67"/>
                    <a:pt x="0" y="149"/>
                  </a:cubicBezTo>
                  <a:lnTo>
                    <a:pt x="0" y="784"/>
                  </a:lnTo>
                  <a:cubicBezTo>
                    <a:pt x="0" y="867"/>
                    <a:pt x="66" y="933"/>
                    <a:pt x="149" y="933"/>
                  </a:cubicBezTo>
                  <a:cubicBezTo>
                    <a:pt x="231" y="933"/>
                    <a:pt x="297" y="867"/>
                    <a:pt x="297" y="784"/>
                  </a:cubicBezTo>
                  <a:lnTo>
                    <a:pt x="297" y="149"/>
                  </a:lnTo>
                  <a:cubicBezTo>
                    <a:pt x="297" y="67"/>
                    <a:pt x="231" y="0"/>
                    <a:pt x="149" y="0"/>
                  </a:cubicBezTo>
                  <a:close/>
                  <a:moveTo>
                    <a:pt x="149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3297;p29"/>
            <p:cNvSpPr/>
            <p:nvPr/>
          </p:nvSpPr>
          <p:spPr>
            <a:xfrm>
              <a:off x="5608638" y="4206875"/>
              <a:ext cx="22225" cy="36513"/>
            </a:xfrm>
            <a:custGeom>
              <a:avLst/>
              <a:gdLst/>
              <a:ahLst/>
              <a:cxnLst/>
              <a:rect l="l" t="t" r="r" b="b"/>
              <a:pathLst>
                <a:path w="579" h="928" extrusionOk="0">
                  <a:moveTo>
                    <a:pt x="550" y="699"/>
                  </a:moveTo>
                  <a:lnTo>
                    <a:pt x="307" y="112"/>
                  </a:lnTo>
                  <a:cubicBezTo>
                    <a:pt x="275" y="36"/>
                    <a:pt x="188" y="0"/>
                    <a:pt x="112" y="32"/>
                  </a:cubicBezTo>
                  <a:cubicBezTo>
                    <a:pt x="36" y="63"/>
                    <a:pt x="0" y="150"/>
                    <a:pt x="32" y="226"/>
                  </a:cubicBezTo>
                  <a:lnTo>
                    <a:pt x="275" y="813"/>
                  </a:lnTo>
                  <a:cubicBezTo>
                    <a:pt x="308" y="893"/>
                    <a:pt x="405" y="928"/>
                    <a:pt x="482" y="888"/>
                  </a:cubicBezTo>
                  <a:cubicBezTo>
                    <a:pt x="549" y="853"/>
                    <a:pt x="579" y="769"/>
                    <a:pt x="550" y="699"/>
                  </a:cubicBezTo>
                  <a:close/>
                  <a:moveTo>
                    <a:pt x="550" y="699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3298;p29"/>
            <p:cNvSpPr/>
            <p:nvPr/>
          </p:nvSpPr>
          <p:spPr>
            <a:xfrm>
              <a:off x="5559425" y="4241800"/>
              <a:ext cx="30163" cy="28575"/>
            </a:xfrm>
            <a:custGeom>
              <a:avLst/>
              <a:gdLst/>
              <a:ahLst/>
              <a:cxnLst/>
              <a:rect l="l" t="t" r="r" b="b"/>
              <a:pathLst>
                <a:path w="809" h="761" extrusionOk="0">
                  <a:moveTo>
                    <a:pt x="718" y="507"/>
                  </a:moveTo>
                  <a:lnTo>
                    <a:pt x="269" y="58"/>
                  </a:lnTo>
                  <a:cubicBezTo>
                    <a:pt x="211" y="0"/>
                    <a:pt x="116" y="0"/>
                    <a:pt x="58" y="58"/>
                  </a:cubicBezTo>
                  <a:cubicBezTo>
                    <a:pt x="0" y="116"/>
                    <a:pt x="0" y="210"/>
                    <a:pt x="58" y="268"/>
                  </a:cubicBezTo>
                  <a:lnTo>
                    <a:pt x="507" y="717"/>
                  </a:lnTo>
                  <a:cubicBezTo>
                    <a:pt x="536" y="746"/>
                    <a:pt x="574" y="761"/>
                    <a:pt x="613" y="761"/>
                  </a:cubicBezTo>
                  <a:cubicBezTo>
                    <a:pt x="743" y="761"/>
                    <a:pt x="809" y="599"/>
                    <a:pt x="718" y="507"/>
                  </a:cubicBezTo>
                  <a:close/>
                  <a:moveTo>
                    <a:pt x="718" y="507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3299;p29"/>
            <p:cNvSpPr/>
            <p:nvPr/>
          </p:nvSpPr>
          <p:spPr>
            <a:xfrm>
              <a:off x="5524500" y="4291013"/>
              <a:ext cx="36513" cy="22225"/>
            </a:xfrm>
            <a:custGeom>
              <a:avLst/>
              <a:gdLst/>
              <a:ahLst/>
              <a:cxnLst/>
              <a:rect l="l" t="t" r="r" b="b"/>
              <a:pathLst>
                <a:path w="920" h="583" extrusionOk="0">
                  <a:moveTo>
                    <a:pt x="813" y="274"/>
                  </a:moveTo>
                  <a:lnTo>
                    <a:pt x="226" y="31"/>
                  </a:lnTo>
                  <a:cubicBezTo>
                    <a:pt x="150" y="0"/>
                    <a:pt x="63" y="36"/>
                    <a:pt x="31" y="112"/>
                  </a:cubicBezTo>
                  <a:cubicBezTo>
                    <a:pt x="0" y="188"/>
                    <a:pt x="36" y="275"/>
                    <a:pt x="112" y="306"/>
                  </a:cubicBezTo>
                  <a:lnTo>
                    <a:pt x="699" y="549"/>
                  </a:lnTo>
                  <a:cubicBezTo>
                    <a:pt x="779" y="583"/>
                    <a:pt x="872" y="538"/>
                    <a:pt x="898" y="456"/>
                  </a:cubicBezTo>
                  <a:cubicBezTo>
                    <a:pt x="920" y="383"/>
                    <a:pt x="883" y="303"/>
                    <a:pt x="813" y="274"/>
                  </a:cubicBezTo>
                  <a:close/>
                  <a:moveTo>
                    <a:pt x="813" y="274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3300;p29"/>
            <p:cNvSpPr/>
            <p:nvPr/>
          </p:nvSpPr>
          <p:spPr>
            <a:xfrm>
              <a:off x="5513388" y="4351338"/>
              <a:ext cx="36513" cy="11113"/>
            </a:xfrm>
            <a:custGeom>
              <a:avLst/>
              <a:gdLst/>
              <a:ahLst/>
              <a:cxnLst/>
              <a:rect l="l" t="t" r="r" b="b"/>
              <a:pathLst>
                <a:path w="933" h="298" extrusionOk="0">
                  <a:moveTo>
                    <a:pt x="784" y="0"/>
                  </a:moveTo>
                  <a:lnTo>
                    <a:pt x="149" y="0"/>
                  </a:lnTo>
                  <a:cubicBezTo>
                    <a:pt x="66" y="0"/>
                    <a:pt x="0" y="67"/>
                    <a:pt x="0" y="149"/>
                  </a:cubicBezTo>
                  <a:cubicBezTo>
                    <a:pt x="0" y="231"/>
                    <a:pt x="66" y="298"/>
                    <a:pt x="149" y="298"/>
                  </a:cubicBezTo>
                  <a:lnTo>
                    <a:pt x="784" y="298"/>
                  </a:lnTo>
                  <a:cubicBezTo>
                    <a:pt x="866" y="298"/>
                    <a:pt x="933" y="231"/>
                    <a:pt x="933" y="149"/>
                  </a:cubicBezTo>
                  <a:cubicBezTo>
                    <a:pt x="933" y="67"/>
                    <a:pt x="866" y="0"/>
                    <a:pt x="784" y="0"/>
                  </a:cubicBezTo>
                  <a:close/>
                  <a:moveTo>
                    <a:pt x="784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3301;p29"/>
            <p:cNvSpPr/>
            <p:nvPr/>
          </p:nvSpPr>
          <p:spPr>
            <a:xfrm>
              <a:off x="5524500" y="4398963"/>
              <a:ext cx="36513" cy="23813"/>
            </a:xfrm>
            <a:custGeom>
              <a:avLst/>
              <a:gdLst/>
              <a:ahLst/>
              <a:cxnLst/>
              <a:rect l="l" t="t" r="r" b="b"/>
              <a:pathLst>
                <a:path w="921" h="583" extrusionOk="0">
                  <a:moveTo>
                    <a:pt x="889" y="112"/>
                  </a:moveTo>
                  <a:cubicBezTo>
                    <a:pt x="858" y="36"/>
                    <a:pt x="771" y="0"/>
                    <a:pt x="695" y="32"/>
                  </a:cubicBezTo>
                  <a:lnTo>
                    <a:pt x="108" y="275"/>
                  </a:lnTo>
                  <a:cubicBezTo>
                    <a:pt x="38" y="304"/>
                    <a:pt x="0" y="384"/>
                    <a:pt x="23" y="456"/>
                  </a:cubicBezTo>
                  <a:cubicBezTo>
                    <a:pt x="48" y="539"/>
                    <a:pt x="142" y="583"/>
                    <a:pt x="222" y="550"/>
                  </a:cubicBezTo>
                  <a:lnTo>
                    <a:pt x="809" y="307"/>
                  </a:lnTo>
                  <a:cubicBezTo>
                    <a:pt x="885" y="275"/>
                    <a:pt x="921" y="188"/>
                    <a:pt x="889" y="112"/>
                  </a:cubicBezTo>
                  <a:close/>
                  <a:moveTo>
                    <a:pt x="889" y="112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3302;p29"/>
            <p:cNvSpPr/>
            <p:nvPr/>
          </p:nvSpPr>
          <p:spPr>
            <a:xfrm>
              <a:off x="5788025" y="4398963"/>
              <a:ext cx="34925" cy="23813"/>
            </a:xfrm>
            <a:custGeom>
              <a:avLst/>
              <a:gdLst/>
              <a:ahLst/>
              <a:cxnLst/>
              <a:rect l="l" t="t" r="r" b="b"/>
              <a:pathLst>
                <a:path w="921" h="583" extrusionOk="0">
                  <a:moveTo>
                    <a:pt x="813" y="275"/>
                  </a:moveTo>
                  <a:lnTo>
                    <a:pt x="226" y="32"/>
                  </a:lnTo>
                  <a:cubicBezTo>
                    <a:pt x="150" y="0"/>
                    <a:pt x="63" y="36"/>
                    <a:pt x="32" y="112"/>
                  </a:cubicBezTo>
                  <a:cubicBezTo>
                    <a:pt x="0" y="188"/>
                    <a:pt x="36" y="275"/>
                    <a:pt x="112" y="307"/>
                  </a:cubicBezTo>
                  <a:lnTo>
                    <a:pt x="699" y="550"/>
                  </a:lnTo>
                  <a:cubicBezTo>
                    <a:pt x="779" y="583"/>
                    <a:pt x="873" y="539"/>
                    <a:pt x="898" y="456"/>
                  </a:cubicBezTo>
                  <a:cubicBezTo>
                    <a:pt x="921" y="384"/>
                    <a:pt x="883" y="304"/>
                    <a:pt x="813" y="275"/>
                  </a:cubicBezTo>
                  <a:close/>
                  <a:moveTo>
                    <a:pt x="813" y="275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3303;p29"/>
            <p:cNvSpPr/>
            <p:nvPr/>
          </p:nvSpPr>
          <p:spPr>
            <a:xfrm>
              <a:off x="5797550" y="4351338"/>
              <a:ext cx="36513" cy="11113"/>
            </a:xfrm>
            <a:custGeom>
              <a:avLst/>
              <a:gdLst/>
              <a:ahLst/>
              <a:cxnLst/>
              <a:rect l="l" t="t" r="r" b="b"/>
              <a:pathLst>
                <a:path w="933" h="298" extrusionOk="0">
                  <a:moveTo>
                    <a:pt x="784" y="0"/>
                  </a:moveTo>
                  <a:lnTo>
                    <a:pt x="149" y="0"/>
                  </a:lnTo>
                  <a:cubicBezTo>
                    <a:pt x="67" y="0"/>
                    <a:pt x="0" y="67"/>
                    <a:pt x="0" y="149"/>
                  </a:cubicBezTo>
                  <a:cubicBezTo>
                    <a:pt x="0" y="231"/>
                    <a:pt x="67" y="298"/>
                    <a:pt x="149" y="298"/>
                  </a:cubicBezTo>
                  <a:lnTo>
                    <a:pt x="784" y="298"/>
                  </a:lnTo>
                  <a:cubicBezTo>
                    <a:pt x="867" y="298"/>
                    <a:pt x="933" y="231"/>
                    <a:pt x="933" y="149"/>
                  </a:cubicBezTo>
                  <a:cubicBezTo>
                    <a:pt x="933" y="67"/>
                    <a:pt x="867" y="0"/>
                    <a:pt x="784" y="0"/>
                  </a:cubicBezTo>
                  <a:close/>
                  <a:moveTo>
                    <a:pt x="784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3304;p29"/>
            <p:cNvSpPr/>
            <p:nvPr/>
          </p:nvSpPr>
          <p:spPr>
            <a:xfrm>
              <a:off x="5788025" y="4291013"/>
              <a:ext cx="34925" cy="22225"/>
            </a:xfrm>
            <a:custGeom>
              <a:avLst/>
              <a:gdLst/>
              <a:ahLst/>
              <a:cxnLst/>
              <a:rect l="l" t="t" r="r" b="b"/>
              <a:pathLst>
                <a:path w="925" h="581" extrusionOk="0">
                  <a:moveTo>
                    <a:pt x="894" y="112"/>
                  </a:moveTo>
                  <a:cubicBezTo>
                    <a:pt x="862" y="36"/>
                    <a:pt x="775" y="0"/>
                    <a:pt x="699" y="31"/>
                  </a:cubicBezTo>
                  <a:lnTo>
                    <a:pt x="112" y="274"/>
                  </a:lnTo>
                  <a:cubicBezTo>
                    <a:pt x="36" y="306"/>
                    <a:pt x="0" y="393"/>
                    <a:pt x="32" y="469"/>
                  </a:cubicBezTo>
                  <a:cubicBezTo>
                    <a:pt x="63" y="544"/>
                    <a:pt x="151" y="581"/>
                    <a:pt x="226" y="549"/>
                  </a:cubicBezTo>
                  <a:lnTo>
                    <a:pt x="813" y="306"/>
                  </a:lnTo>
                  <a:cubicBezTo>
                    <a:pt x="889" y="275"/>
                    <a:pt x="925" y="188"/>
                    <a:pt x="894" y="112"/>
                  </a:cubicBezTo>
                  <a:close/>
                  <a:moveTo>
                    <a:pt x="894" y="112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3305;p29"/>
            <p:cNvSpPr/>
            <p:nvPr/>
          </p:nvSpPr>
          <p:spPr>
            <a:xfrm>
              <a:off x="5759450" y="4241800"/>
              <a:ext cx="30163" cy="30163"/>
            </a:xfrm>
            <a:custGeom>
              <a:avLst/>
              <a:gdLst/>
              <a:ahLst/>
              <a:cxnLst/>
              <a:rect l="l" t="t" r="r" b="b"/>
              <a:pathLst>
                <a:path w="775" h="778" extrusionOk="0">
                  <a:moveTo>
                    <a:pt x="717" y="58"/>
                  </a:moveTo>
                  <a:cubicBezTo>
                    <a:pt x="659" y="0"/>
                    <a:pt x="565" y="0"/>
                    <a:pt x="506" y="58"/>
                  </a:cubicBezTo>
                  <a:lnTo>
                    <a:pt x="57" y="507"/>
                  </a:lnTo>
                  <a:cubicBezTo>
                    <a:pt x="3" y="561"/>
                    <a:pt x="0" y="651"/>
                    <a:pt x="49" y="709"/>
                  </a:cubicBezTo>
                  <a:cubicBezTo>
                    <a:pt x="105" y="774"/>
                    <a:pt x="207" y="778"/>
                    <a:pt x="268" y="717"/>
                  </a:cubicBezTo>
                  <a:lnTo>
                    <a:pt x="717" y="268"/>
                  </a:lnTo>
                  <a:cubicBezTo>
                    <a:pt x="775" y="210"/>
                    <a:pt x="775" y="116"/>
                    <a:pt x="717" y="58"/>
                  </a:cubicBezTo>
                  <a:close/>
                  <a:moveTo>
                    <a:pt x="717" y="58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3306;p29"/>
            <p:cNvSpPr/>
            <p:nvPr/>
          </p:nvSpPr>
          <p:spPr>
            <a:xfrm>
              <a:off x="5716588" y="4206875"/>
              <a:ext cx="23813" cy="36513"/>
            </a:xfrm>
            <a:custGeom>
              <a:avLst/>
              <a:gdLst/>
              <a:ahLst/>
              <a:cxnLst/>
              <a:rect l="l" t="t" r="r" b="b"/>
              <a:pathLst>
                <a:path w="581" h="905" extrusionOk="0">
                  <a:moveTo>
                    <a:pt x="469" y="32"/>
                  </a:moveTo>
                  <a:cubicBezTo>
                    <a:pt x="393" y="0"/>
                    <a:pt x="306" y="36"/>
                    <a:pt x="274" y="112"/>
                  </a:cubicBezTo>
                  <a:lnTo>
                    <a:pt x="31" y="699"/>
                  </a:lnTo>
                  <a:cubicBezTo>
                    <a:pt x="0" y="775"/>
                    <a:pt x="36" y="862"/>
                    <a:pt x="112" y="894"/>
                  </a:cubicBezTo>
                  <a:cubicBezTo>
                    <a:pt x="130" y="901"/>
                    <a:pt x="150" y="905"/>
                    <a:pt x="169" y="905"/>
                  </a:cubicBezTo>
                  <a:cubicBezTo>
                    <a:pt x="227" y="905"/>
                    <a:pt x="282" y="871"/>
                    <a:pt x="306" y="813"/>
                  </a:cubicBezTo>
                  <a:lnTo>
                    <a:pt x="549" y="226"/>
                  </a:lnTo>
                  <a:cubicBezTo>
                    <a:pt x="581" y="150"/>
                    <a:pt x="545" y="63"/>
                    <a:pt x="469" y="32"/>
                  </a:cubicBezTo>
                  <a:close/>
                  <a:moveTo>
                    <a:pt x="469" y="32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3725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1" grpId="0"/>
      <p:bldP spid="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617034" y="498088"/>
            <a:ext cx="5672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Poppins ExtraBold" panose="020B0604020202020204" charset="0"/>
                <a:cs typeface="Poppins ExtraBold" panose="020B0604020202020204" charset="0"/>
              </a:rPr>
              <a:t>Etape 1 : </a:t>
            </a:r>
            <a:r>
              <a:rPr lang="fr-FR" sz="2400" dirty="0" err="1">
                <a:latin typeface="Poppins ExtraBold" panose="020B0604020202020204" charset="0"/>
                <a:cs typeface="Poppins ExtraBold" panose="020B0604020202020204" charset="0"/>
              </a:rPr>
              <a:t>Padding</a:t>
            </a:r>
            <a:r>
              <a:rPr lang="fr-FR" sz="2400" dirty="0">
                <a:latin typeface="Poppins ExtraBold" panose="020B0604020202020204" charset="0"/>
                <a:cs typeface="Poppins ExtraBold" panose="020B0604020202020204" charset="0"/>
              </a:rPr>
              <a:t> (remplissage)</a:t>
            </a: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617034" y="1056494"/>
            <a:ext cx="6197599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Conversion binaire: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 texte est converti en 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binaire ASCII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 :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"abc"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→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01100001 01100010 01100011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fr-FR" altLang="fr-F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Padding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On ajoute un 1, puis des 0, puis la 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taille du message initial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Objectif : que la taille finale soit un 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multiple de 512 bits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🔧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fr-FR" altLang="fr-FR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Prépare le message pour un traitement par blocs.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043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617034" y="498088"/>
            <a:ext cx="5672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Poppins ExtraBold" panose="020B0604020202020204" charset="0"/>
                <a:cs typeface="Poppins ExtraBold" panose="020B0604020202020204" charset="0"/>
              </a:rPr>
              <a:t>Etape 2 : Découpage en blocs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033" y="1662853"/>
            <a:ext cx="6181699" cy="1182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00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 Le message est découpé en </a:t>
            </a:r>
            <a:r>
              <a:rPr lang="fr-FR" sz="2000" b="1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blocs de 512 bits</a:t>
            </a:r>
            <a:r>
              <a:rPr lang="fr-FR" sz="200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fr-FR" sz="2000" kern="1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00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 Chaque bloc est ensuite </a:t>
            </a:r>
            <a:r>
              <a:rPr lang="fr-FR" sz="2000" b="1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étendu en 64 mots</a:t>
            </a:r>
            <a:r>
              <a:rPr lang="fr-FR" sz="200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 de 32 bits via un algorithme.</a:t>
            </a:r>
            <a:endParaRPr lang="fr-FR" sz="2000" kern="100" dirty="0">
              <a:effectLst/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661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617034" y="498088"/>
            <a:ext cx="5672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Poppins ExtraBold" panose="020B0604020202020204" charset="0"/>
                <a:cs typeface="Poppins ExtraBold" panose="020B0604020202020204" charset="0"/>
              </a:rPr>
              <a:t>Etape 3 : Initialisation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7033" y="1640234"/>
            <a:ext cx="6503433" cy="1515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fr-FR" sz="200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SHA-256 démarre avec </a:t>
            </a:r>
            <a:r>
              <a:rPr lang="fr-FR" sz="2000" b="1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8 registres (a à h)</a:t>
            </a:r>
            <a:r>
              <a:rPr lang="fr-FR" sz="200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fr-FR" sz="2000" kern="1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fr-FR" sz="200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Chaque registre est initialisé avec une </a:t>
            </a:r>
            <a:r>
              <a:rPr lang="fr-FR" sz="2000" b="1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valeur issue des racines carrées</a:t>
            </a:r>
            <a:r>
              <a:rPr lang="fr-FR" sz="200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 de nombres premiers.</a:t>
            </a:r>
            <a:endParaRPr lang="fr-FR" sz="2000" kern="1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fr-FR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08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515434" y="498088"/>
            <a:ext cx="5672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Poppins ExtraBold" panose="020B0604020202020204" charset="0"/>
                <a:cs typeface="Poppins ExtraBold" panose="020B0604020202020204" charset="0"/>
              </a:rPr>
              <a:t>Etape 4 : Constantes K[0-63]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033" y="1640234"/>
            <a:ext cx="6503433" cy="1246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000" dirty="0"/>
              <a:t>64 </a:t>
            </a:r>
            <a:r>
              <a:rPr lang="fr-FR" sz="2000" b="1" dirty="0"/>
              <a:t>constantes</a:t>
            </a:r>
            <a:r>
              <a:rPr lang="fr-FR" sz="2000" dirty="0"/>
              <a:t> sont utilisées dans les 64 rounds.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000" dirty="0"/>
              <a:t>Elles viennent des </a:t>
            </a:r>
            <a:r>
              <a:rPr lang="fr-FR" sz="2000" b="1" dirty="0"/>
              <a:t>racines cubiques</a:t>
            </a:r>
            <a:r>
              <a:rPr lang="fr-FR" sz="2000" dirty="0"/>
              <a:t> des 64 premiers nombres premiers.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fr-FR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25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515434" y="540421"/>
            <a:ext cx="5672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Poppins ExtraBold" panose="020B0604020202020204" charset="0"/>
                <a:cs typeface="Poppins ExtraBold" panose="020B0604020202020204" charset="0"/>
              </a:rPr>
              <a:t>Etape 5 : Rounds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15434" y="1572500"/>
            <a:ext cx="772263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000" dirty="0"/>
              <a:t>Chaque bloc passe par </a:t>
            </a:r>
            <a:r>
              <a:rPr lang="fr-FR" sz="2000" b="1" dirty="0"/>
              <a:t>64 rounds</a:t>
            </a:r>
            <a:r>
              <a:rPr lang="fr-FR" sz="2000" dirty="0"/>
              <a:t> (boucles).</a:t>
            </a:r>
          </a:p>
          <a:p>
            <a:pPr lvl="0"/>
            <a:r>
              <a:rPr lang="fr-FR" sz="2000" dirty="0"/>
              <a:t>À chaque round :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CA" sz="2000" dirty="0" err="1"/>
              <a:t>Opérations</a:t>
            </a:r>
            <a:r>
              <a:rPr lang="en-CA" sz="2000" dirty="0"/>
              <a:t> : </a:t>
            </a:r>
            <a:r>
              <a:rPr lang="en-CA" sz="2000" b="1" dirty="0"/>
              <a:t>XOR, AND, OR, rotations, additions mod 2³²</a:t>
            </a:r>
            <a:endParaRPr lang="fr-FR" sz="2000" dirty="0"/>
          </a:p>
          <a:p>
            <a:pPr lvl="1"/>
            <a:r>
              <a:rPr lang="fr-FR" sz="2000" dirty="0"/>
              <a:t>Mise à jour des 8 registres (a à h)</a:t>
            </a:r>
          </a:p>
          <a:p>
            <a:r>
              <a:rPr lang="fr-FR" sz="2000" dirty="0"/>
              <a:t>📌 Assure l’</a:t>
            </a:r>
            <a:r>
              <a:rPr lang="fr-FR" sz="2000" b="1" dirty="0"/>
              <a:t>effet avalanche</a:t>
            </a:r>
            <a:r>
              <a:rPr lang="fr-FR" sz="2000" dirty="0"/>
              <a:t> (un petit changement → gros impact)</a:t>
            </a:r>
          </a:p>
          <a:p>
            <a:pPr lvl="0"/>
            <a:endParaRPr lang="fr-FR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298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515434" y="540421"/>
            <a:ext cx="5672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Poppins ExtraBold" panose="020B0604020202020204" charset="0"/>
                <a:cs typeface="Poppins ExtraBold" panose="020B0604020202020204" charset="0"/>
              </a:rPr>
              <a:t>Etape 6 : Résultat final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15434" y="1648700"/>
            <a:ext cx="646956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000" dirty="0"/>
              <a:t>Les 8 registres finaux sont </a:t>
            </a:r>
            <a:r>
              <a:rPr lang="fr-FR" sz="2000" b="1" dirty="0"/>
              <a:t>concaténés</a:t>
            </a:r>
            <a:r>
              <a:rPr lang="fr-FR" sz="20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000" dirty="0"/>
              <a:t>On obtient un </a:t>
            </a:r>
            <a:r>
              <a:rPr lang="fr-FR" sz="2000" b="1" dirty="0"/>
              <a:t>hash de 256 bits</a:t>
            </a:r>
            <a:r>
              <a:rPr lang="fr-FR" sz="2000" dirty="0"/>
              <a:t> (64 caractères hexadécimaux).</a:t>
            </a:r>
          </a:p>
          <a:p>
            <a:pPr lvl="0"/>
            <a:endParaRPr lang="fr-FR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Google Shape;3057;p7">
            <a:extLst>
              <a:ext uri="{FF2B5EF4-FFF2-40B4-BE49-F238E27FC236}">
                <a16:creationId xmlns:a16="http://schemas.microsoft.com/office/drawing/2014/main" id="{B7BEE805-A70D-336B-564C-B616DCF739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9379807" y="-3067966"/>
            <a:ext cx="7125621" cy="550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fr-FR" sz="1800" dirty="0"/>
              <a:t>Applications réelles du SHA :</a:t>
            </a:r>
            <a:endParaRPr sz="18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C742185-FBC8-45E2-8D31-7E24D423913A}"/>
              </a:ext>
            </a:extLst>
          </p:cNvPr>
          <p:cNvCxnSpPr>
            <a:cxnSpLocks/>
          </p:cNvCxnSpPr>
          <p:nvPr/>
        </p:nvCxnSpPr>
        <p:spPr>
          <a:xfrm>
            <a:off x="-9783206" y="-2822921"/>
            <a:ext cx="364142" cy="0"/>
          </a:xfrm>
          <a:prstGeom prst="straightConnector1">
            <a:avLst/>
          </a:prstGeom>
          <a:ln w="44450">
            <a:solidFill>
              <a:srgbClr val="1C34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115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" name="Google Shape;3051;p7"/>
          <p:cNvSpPr txBox="1">
            <a:spLocks noGrp="1"/>
          </p:cNvSpPr>
          <p:nvPr>
            <p:ph type="body" idx="1"/>
          </p:nvPr>
        </p:nvSpPr>
        <p:spPr>
          <a:xfrm>
            <a:off x="272709" y="2711777"/>
            <a:ext cx="1854305" cy="1443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Les plateformes stockent les mots de passe sous forme de hash pour plus de sécurité.</a:t>
            </a:r>
            <a:br>
              <a:rPr kumimoji="0" lang="fr-FR" altLang="fr-F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fr-FR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br>
              <a:rPr lang="en-US" dirty="0"/>
            </a:br>
            <a:endParaRPr dirty="0"/>
          </a:p>
        </p:txBody>
      </p:sp>
      <p:sp>
        <p:nvSpPr>
          <p:cNvPr id="3052" name="Google Shape;3052;p7"/>
          <p:cNvSpPr txBox="1">
            <a:spLocks noGrp="1"/>
          </p:cNvSpPr>
          <p:nvPr>
            <p:ph type="body" idx="2"/>
          </p:nvPr>
        </p:nvSpPr>
        <p:spPr>
          <a:xfrm>
            <a:off x="2605392" y="2767833"/>
            <a:ext cx="1754952" cy="738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fr-FR" altLang="fr-FR" sz="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– Chaque bloc contient un hash du bloc précédent.</a:t>
            </a:r>
            <a:br>
              <a:rPr lang="en-US" dirty="0"/>
            </a:br>
            <a:endParaRPr dirty="0"/>
          </a:p>
        </p:txBody>
      </p:sp>
      <p:sp>
        <p:nvSpPr>
          <p:cNvPr id="3055" name="Google Shape;3055;p7"/>
          <p:cNvSpPr txBox="1">
            <a:spLocks noGrp="1"/>
          </p:cNvSpPr>
          <p:nvPr>
            <p:ph type="body" idx="5"/>
          </p:nvPr>
        </p:nvSpPr>
        <p:spPr>
          <a:xfrm>
            <a:off x="4885690" y="2791792"/>
            <a:ext cx="2131128" cy="77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Permet de garantir qu’un document n’a pas été modifié.</a:t>
            </a:r>
            <a:br>
              <a:rPr lang="en-US" dirty="0"/>
            </a:br>
            <a:endParaRPr dirty="0"/>
          </a:p>
        </p:txBody>
      </p:sp>
      <p:sp>
        <p:nvSpPr>
          <p:cNvPr id="3057" name="Google Shape;3057;p7"/>
          <p:cNvSpPr txBox="1">
            <a:spLocks noGrp="1"/>
          </p:cNvSpPr>
          <p:nvPr>
            <p:ph type="title"/>
          </p:nvPr>
        </p:nvSpPr>
        <p:spPr>
          <a:xfrm>
            <a:off x="1126065" y="356170"/>
            <a:ext cx="7125621" cy="550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/>
            <a:r>
              <a:rPr lang="fr-FR" dirty="0"/>
              <a:t>Applications réelles du SHA :</a:t>
            </a:r>
            <a:endParaRPr dirty="0"/>
          </a:p>
        </p:txBody>
      </p:sp>
      <p:sp>
        <p:nvSpPr>
          <p:cNvPr id="3058" name="Google Shape;3058;p7"/>
          <p:cNvSpPr/>
          <p:nvPr/>
        </p:nvSpPr>
        <p:spPr>
          <a:xfrm>
            <a:off x="381911" y="2027557"/>
            <a:ext cx="634620" cy="634620"/>
          </a:xfrm>
          <a:prstGeom prst="round1Rect">
            <a:avLst>
              <a:gd name="adj" fmla="val 3172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9" name="Google Shape;3059;p7"/>
          <p:cNvSpPr/>
          <p:nvPr/>
        </p:nvSpPr>
        <p:spPr>
          <a:xfrm>
            <a:off x="2835071" y="2035874"/>
            <a:ext cx="634620" cy="634620"/>
          </a:xfrm>
          <a:prstGeom prst="round1Rect">
            <a:avLst>
              <a:gd name="adj" fmla="val 3172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3059;p7">
            <a:extLst>
              <a:ext uri="{FF2B5EF4-FFF2-40B4-BE49-F238E27FC236}">
                <a16:creationId xmlns:a16="http://schemas.microsoft.com/office/drawing/2014/main" id="{14638EFF-D362-AE76-277D-A9351CA90E5D}"/>
              </a:ext>
            </a:extLst>
          </p:cNvPr>
          <p:cNvSpPr/>
          <p:nvPr/>
        </p:nvSpPr>
        <p:spPr>
          <a:xfrm>
            <a:off x="7741391" y="2040577"/>
            <a:ext cx="634620" cy="634620"/>
          </a:xfrm>
          <a:prstGeom prst="round1Rect">
            <a:avLst>
              <a:gd name="adj" fmla="val 3172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3059;p7">
            <a:extLst>
              <a:ext uri="{FF2B5EF4-FFF2-40B4-BE49-F238E27FC236}">
                <a16:creationId xmlns:a16="http://schemas.microsoft.com/office/drawing/2014/main" id="{5A467800-5BAD-469C-982B-EF1F5EECCDB3}"/>
              </a:ext>
            </a:extLst>
          </p:cNvPr>
          <p:cNvSpPr/>
          <p:nvPr/>
        </p:nvSpPr>
        <p:spPr>
          <a:xfrm>
            <a:off x="5288231" y="2035874"/>
            <a:ext cx="634620" cy="634620"/>
          </a:xfrm>
          <a:prstGeom prst="round1Rect">
            <a:avLst>
              <a:gd name="adj" fmla="val 3172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3151;p9">
            <a:extLst>
              <a:ext uri="{FF2B5EF4-FFF2-40B4-BE49-F238E27FC236}">
                <a16:creationId xmlns:a16="http://schemas.microsoft.com/office/drawing/2014/main" id="{8824BB66-93B0-1CA1-EA69-D5F090CC031A}"/>
              </a:ext>
            </a:extLst>
          </p:cNvPr>
          <p:cNvSpPr txBox="1"/>
          <p:nvPr/>
        </p:nvSpPr>
        <p:spPr>
          <a:xfrm flipH="1">
            <a:off x="272709" y="1211209"/>
            <a:ext cx="1854305" cy="660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>
                <a:schemeClr val="dk1"/>
              </a:buClr>
              <a:buSzPts val="2500"/>
            </a:pPr>
            <a:r>
              <a:rPr lang="fr-FR" sz="2000" b="1" dirty="0">
                <a:solidFill>
                  <a:srgbClr val="1C343C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Mots de passe :</a:t>
            </a:r>
            <a:endParaRPr sz="2000" b="0" i="0" u="none" strike="noStrike" cap="none" dirty="0">
              <a:solidFill>
                <a:srgbClr val="1C343C"/>
              </a:solidFill>
              <a:latin typeface="Poppins ExtraBold" panose="00000900000000000000" pitchFamily="2" charset="0"/>
              <a:ea typeface="Poppins ExtraBold"/>
              <a:cs typeface="Poppins ExtraBold" panose="00000900000000000000" pitchFamily="2" charset="0"/>
              <a:sym typeface="Poppins ExtraBold"/>
            </a:endParaRPr>
          </a:p>
        </p:txBody>
      </p:sp>
      <p:sp>
        <p:nvSpPr>
          <p:cNvPr id="16" name="Google Shape;3151;p9">
            <a:extLst>
              <a:ext uri="{FF2B5EF4-FFF2-40B4-BE49-F238E27FC236}">
                <a16:creationId xmlns:a16="http://schemas.microsoft.com/office/drawing/2014/main" id="{CCCB4677-7350-6E47-17B0-4E04DE3AC42F}"/>
              </a:ext>
            </a:extLst>
          </p:cNvPr>
          <p:cNvSpPr txBox="1"/>
          <p:nvPr/>
        </p:nvSpPr>
        <p:spPr>
          <a:xfrm flipH="1">
            <a:off x="7321308" y="1123734"/>
            <a:ext cx="2643528" cy="976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>
                <a:schemeClr val="dk1"/>
              </a:buClr>
              <a:buSzPts val="2500"/>
            </a:pPr>
            <a:r>
              <a:rPr lang="fr-FR" sz="2000" b="1" dirty="0" err="1">
                <a:solidFill>
                  <a:srgbClr val="1C343C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Vèrification</a:t>
            </a:r>
            <a:r>
              <a:rPr lang="fr-FR" sz="2000" b="1" dirty="0">
                <a:solidFill>
                  <a:srgbClr val="1C343C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 d</a:t>
            </a:r>
            <a:r>
              <a:rPr lang="en-AU" sz="2000" b="1" dirty="0">
                <a:solidFill>
                  <a:srgbClr val="1C343C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’</a:t>
            </a:r>
            <a:r>
              <a:rPr lang="en-AU" sz="2000" b="1" dirty="0" err="1">
                <a:solidFill>
                  <a:srgbClr val="1C343C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intégrité</a:t>
            </a:r>
            <a:r>
              <a:rPr lang="fr-FR" sz="2000" b="1" dirty="0">
                <a:solidFill>
                  <a:srgbClr val="1C343C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:</a:t>
            </a:r>
            <a:endParaRPr sz="2000" b="0" i="0" u="none" strike="noStrike" cap="none" dirty="0">
              <a:solidFill>
                <a:srgbClr val="1C343C"/>
              </a:solidFill>
              <a:latin typeface="Poppins ExtraBold" panose="00000900000000000000" pitchFamily="2" charset="0"/>
              <a:ea typeface="Poppins ExtraBold"/>
              <a:cs typeface="Poppins ExtraBold" panose="00000900000000000000" pitchFamily="2" charset="0"/>
              <a:sym typeface="Poppins ExtraBold"/>
            </a:endParaRPr>
          </a:p>
        </p:txBody>
      </p:sp>
      <p:sp>
        <p:nvSpPr>
          <p:cNvPr id="17" name="Google Shape;3151;p9">
            <a:extLst>
              <a:ext uri="{FF2B5EF4-FFF2-40B4-BE49-F238E27FC236}">
                <a16:creationId xmlns:a16="http://schemas.microsoft.com/office/drawing/2014/main" id="{64251949-768D-C961-B560-9D38ACBD1E21}"/>
              </a:ext>
            </a:extLst>
          </p:cNvPr>
          <p:cNvSpPr txBox="1"/>
          <p:nvPr/>
        </p:nvSpPr>
        <p:spPr>
          <a:xfrm flipH="1">
            <a:off x="4856740" y="1211209"/>
            <a:ext cx="2264869" cy="77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>
                <a:schemeClr val="dk1"/>
              </a:buClr>
              <a:buSzPts val="2500"/>
            </a:pPr>
            <a:r>
              <a:rPr lang="fr-FR" sz="2000" b="1" dirty="0">
                <a:solidFill>
                  <a:srgbClr val="1C343C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Signature numérique:</a:t>
            </a:r>
            <a:endParaRPr sz="2000" b="0" i="0" u="none" strike="noStrike" cap="none" dirty="0">
              <a:solidFill>
                <a:srgbClr val="1C343C"/>
              </a:solidFill>
              <a:latin typeface="Poppins ExtraBold" panose="00000900000000000000" pitchFamily="2" charset="0"/>
              <a:ea typeface="Poppins ExtraBold"/>
              <a:cs typeface="Poppins ExtraBold" panose="00000900000000000000" pitchFamily="2" charset="0"/>
              <a:sym typeface="Poppins ExtraBold"/>
            </a:endParaRPr>
          </a:p>
        </p:txBody>
      </p:sp>
      <p:sp>
        <p:nvSpPr>
          <p:cNvPr id="18" name="Google Shape;3151;p9">
            <a:extLst>
              <a:ext uri="{FF2B5EF4-FFF2-40B4-BE49-F238E27FC236}">
                <a16:creationId xmlns:a16="http://schemas.microsoft.com/office/drawing/2014/main" id="{9625AECE-B474-21D0-A03C-6D2E9521037D}"/>
              </a:ext>
            </a:extLst>
          </p:cNvPr>
          <p:cNvSpPr txBox="1"/>
          <p:nvPr/>
        </p:nvSpPr>
        <p:spPr>
          <a:xfrm flipH="1">
            <a:off x="2514119" y="1370893"/>
            <a:ext cx="2142921" cy="36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>
                <a:schemeClr val="dk1"/>
              </a:buClr>
              <a:buSzPts val="2500"/>
            </a:pPr>
            <a:r>
              <a:rPr lang="fr-FR" sz="2000" b="1" dirty="0">
                <a:solidFill>
                  <a:srgbClr val="1C343C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Blockchain:</a:t>
            </a:r>
            <a:endParaRPr sz="2000" b="0" i="0" u="none" strike="noStrike" cap="none" dirty="0">
              <a:solidFill>
                <a:srgbClr val="1C343C"/>
              </a:solidFill>
              <a:latin typeface="Poppins ExtraBold" panose="00000900000000000000" pitchFamily="2" charset="0"/>
              <a:ea typeface="Poppins ExtraBold"/>
              <a:cs typeface="Poppins ExtraBold" panose="00000900000000000000" pitchFamily="2" charset="0"/>
              <a:sym typeface="Poppins ExtraBold"/>
            </a:endParaRPr>
          </a:p>
        </p:txBody>
      </p:sp>
      <p:sp>
        <p:nvSpPr>
          <p:cNvPr id="19" name="Google Shape;2881;p3">
            <a:extLst>
              <a:ext uri="{FF2B5EF4-FFF2-40B4-BE49-F238E27FC236}">
                <a16:creationId xmlns:a16="http://schemas.microsoft.com/office/drawing/2014/main" id="{66F21267-99C9-55CC-8D0D-8E601CB9135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311633" y="2087281"/>
            <a:ext cx="775175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500"/>
              <a:buNone/>
            </a:pPr>
            <a:r>
              <a:rPr lang="en-US" dirty="0"/>
              <a:t>01</a:t>
            </a:r>
            <a:endParaRPr dirty="0"/>
          </a:p>
        </p:txBody>
      </p:sp>
      <p:sp>
        <p:nvSpPr>
          <p:cNvPr id="20" name="Google Shape;2881;p3">
            <a:extLst>
              <a:ext uri="{FF2B5EF4-FFF2-40B4-BE49-F238E27FC236}">
                <a16:creationId xmlns:a16="http://schemas.microsoft.com/office/drawing/2014/main" id="{7C9565F5-076F-8C5E-C779-B307D2C0787F}"/>
              </a:ext>
            </a:extLst>
          </p:cNvPr>
          <p:cNvSpPr txBox="1">
            <a:spLocks/>
          </p:cNvSpPr>
          <p:nvPr/>
        </p:nvSpPr>
        <p:spPr>
          <a:xfrm>
            <a:off x="7664847" y="2070163"/>
            <a:ext cx="775175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/>
            <a:r>
              <a:rPr lang="en-US" dirty="0"/>
              <a:t>04</a:t>
            </a:r>
          </a:p>
        </p:txBody>
      </p:sp>
      <p:sp>
        <p:nvSpPr>
          <p:cNvPr id="21" name="Google Shape;2881;p3">
            <a:extLst>
              <a:ext uri="{FF2B5EF4-FFF2-40B4-BE49-F238E27FC236}">
                <a16:creationId xmlns:a16="http://schemas.microsoft.com/office/drawing/2014/main" id="{942E05FF-62FB-D00A-BEF5-07C193EFB44B}"/>
              </a:ext>
            </a:extLst>
          </p:cNvPr>
          <p:cNvSpPr txBox="1">
            <a:spLocks/>
          </p:cNvSpPr>
          <p:nvPr/>
        </p:nvSpPr>
        <p:spPr>
          <a:xfrm>
            <a:off x="5235915" y="2045668"/>
            <a:ext cx="775175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/>
            <a:r>
              <a:rPr lang="en-US" dirty="0"/>
              <a:t>03</a:t>
            </a:r>
          </a:p>
        </p:txBody>
      </p:sp>
      <p:sp>
        <p:nvSpPr>
          <p:cNvPr id="22" name="Google Shape;2881;p3">
            <a:extLst>
              <a:ext uri="{FF2B5EF4-FFF2-40B4-BE49-F238E27FC236}">
                <a16:creationId xmlns:a16="http://schemas.microsoft.com/office/drawing/2014/main" id="{8620E32A-CFE9-C9B3-A81B-CF374D38FEF2}"/>
              </a:ext>
            </a:extLst>
          </p:cNvPr>
          <p:cNvSpPr txBox="1">
            <a:spLocks/>
          </p:cNvSpPr>
          <p:nvPr/>
        </p:nvSpPr>
        <p:spPr>
          <a:xfrm>
            <a:off x="2743791" y="2078964"/>
            <a:ext cx="775175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/>
            <a:r>
              <a:rPr lang="en-US" dirty="0"/>
              <a:t>02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110194-F8B6-8549-5AFF-5FF5E39A9E52}"/>
              </a:ext>
            </a:extLst>
          </p:cNvPr>
          <p:cNvSpPr txBox="1"/>
          <p:nvPr/>
        </p:nvSpPr>
        <p:spPr>
          <a:xfrm>
            <a:off x="7448786" y="2805228"/>
            <a:ext cx="16952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Pour s’assurer que le fichier téléchargé est correct.</a:t>
            </a:r>
            <a:endParaRPr lang="fr-FR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57FF7A-FD8A-06B1-894E-79CFB6DC2FBC}"/>
              </a:ext>
            </a:extLst>
          </p:cNvPr>
          <p:cNvSpPr txBox="1"/>
          <p:nvPr/>
        </p:nvSpPr>
        <p:spPr>
          <a:xfrm>
            <a:off x="2605392" y="3502000"/>
            <a:ext cx="18669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Modif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d’un bloc → chaîne brisée → fraude détectée</a:t>
            </a:r>
            <a:endParaRPr kumimoji="0" lang="fr-FR" altLang="fr-FR" sz="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966A9F-AEF3-BC6C-B4E0-880292F04560}"/>
              </a:ext>
            </a:extLst>
          </p:cNvPr>
          <p:cNvSpPr txBox="1"/>
          <p:nvPr/>
        </p:nvSpPr>
        <p:spPr>
          <a:xfrm>
            <a:off x="4885689" y="3511347"/>
            <a:ext cx="22680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certificat PDF, signature d’email</a:t>
            </a:r>
            <a:endParaRPr kumimoji="0" lang="fr-FR" altLang="fr-FR" sz="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E15B6A-6DB3-FFE0-032C-90B8CE773F21}"/>
              </a:ext>
            </a:extLst>
          </p:cNvPr>
          <p:cNvSpPr txBox="1"/>
          <p:nvPr/>
        </p:nvSpPr>
        <p:spPr>
          <a:xfrm>
            <a:off x="7321308" y="3496546"/>
            <a:ext cx="1892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téléchargement de logiciels</a:t>
            </a:r>
            <a:endParaRPr lang="fr-FR" dirty="0"/>
          </a:p>
        </p:txBody>
      </p:sp>
      <p:sp>
        <p:nvSpPr>
          <p:cNvPr id="3040" name="TextBox 3039">
            <a:extLst>
              <a:ext uri="{FF2B5EF4-FFF2-40B4-BE49-F238E27FC236}">
                <a16:creationId xmlns:a16="http://schemas.microsoft.com/office/drawing/2014/main" id="{7D28259D-0975-A6C4-6ECF-964C1517FD02}"/>
              </a:ext>
            </a:extLst>
          </p:cNvPr>
          <p:cNvSpPr txBox="1"/>
          <p:nvPr/>
        </p:nvSpPr>
        <p:spPr>
          <a:xfrm>
            <a:off x="222274" y="3835263"/>
            <a:ext cx="195517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 :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azer123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e9d71f5ee7c92d6dc9e92ffdad17b8bd</a:t>
            </a:r>
            <a:endParaRPr kumimoji="0" lang="fr-FR" altLang="fr-F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3041" name="Straight Arrow Connector 3040">
            <a:extLst>
              <a:ext uri="{FF2B5EF4-FFF2-40B4-BE49-F238E27FC236}">
                <a16:creationId xmlns:a16="http://schemas.microsoft.com/office/drawing/2014/main" id="{10F495F4-4D60-9AD1-EF51-FFC2A3FBEBDA}"/>
              </a:ext>
            </a:extLst>
          </p:cNvPr>
          <p:cNvCxnSpPr>
            <a:cxnSpLocks/>
          </p:cNvCxnSpPr>
          <p:nvPr/>
        </p:nvCxnSpPr>
        <p:spPr>
          <a:xfrm>
            <a:off x="722666" y="601215"/>
            <a:ext cx="364142" cy="0"/>
          </a:xfrm>
          <a:prstGeom prst="straightConnector1">
            <a:avLst/>
          </a:prstGeom>
          <a:ln w="44450">
            <a:solidFill>
              <a:srgbClr val="1C34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3057;p7">
            <a:extLst>
              <a:ext uri="{FF2B5EF4-FFF2-40B4-BE49-F238E27FC236}">
                <a16:creationId xmlns:a16="http://schemas.microsoft.com/office/drawing/2014/main" id="{E3B2E1D9-C369-6199-8597-B0E08E07B330}"/>
              </a:ext>
            </a:extLst>
          </p:cNvPr>
          <p:cNvSpPr txBox="1">
            <a:spLocks/>
          </p:cNvSpPr>
          <p:nvPr/>
        </p:nvSpPr>
        <p:spPr>
          <a:xfrm>
            <a:off x="-8860639" y="-2796493"/>
            <a:ext cx="2429935" cy="550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3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4000" b="1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Conclusion</a:t>
            </a:r>
            <a:r>
              <a:rPr lang="fr-FR" sz="3600" b="1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fr-FR" sz="28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" grpId="0" uiExpand="1" build="p"/>
      <p:bldP spid="3052" grpId="0" build="p"/>
      <p:bldP spid="3055" grpId="0" build="p"/>
      <p:bldP spid="3058" grpId="0" animBg="1"/>
      <p:bldP spid="3059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 build="p"/>
      <p:bldP spid="20" grpId="0"/>
      <p:bldP spid="21" grpId="0"/>
      <p:bldP spid="22" grpId="0"/>
      <p:bldP spid="24" grpId="0"/>
      <p:bldP spid="26" grpId="0"/>
      <p:bldP spid="28" grpId="0"/>
      <p:bldP spid="30" grpId="0"/>
      <p:bldP spid="3040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7" name="Google Shape;3057;p7"/>
          <p:cNvSpPr txBox="1">
            <a:spLocks noGrp="1"/>
          </p:cNvSpPr>
          <p:nvPr>
            <p:ph type="title"/>
          </p:nvPr>
        </p:nvSpPr>
        <p:spPr>
          <a:xfrm>
            <a:off x="2734731" y="296903"/>
            <a:ext cx="2429935" cy="550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Conclusion</a:t>
            </a:r>
            <a:r>
              <a:rPr lang="fr-FR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fr-FR" sz="28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26065" y="1427607"/>
            <a:ext cx="5977467" cy="1738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Derrière chaque action numérique de confiance,</a:t>
            </a:r>
            <a:br>
              <a:rPr lang="fr-FR" sz="200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00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il y a souvent un hash SHA qui travaille en silence.</a:t>
            </a:r>
            <a:br>
              <a:rPr lang="fr-FR" sz="200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00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Il ne protège pas juste des données,</a:t>
            </a:r>
            <a:br>
              <a:rPr lang="fr-FR" sz="200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00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il protège la </a:t>
            </a:r>
            <a:r>
              <a:rPr lang="fr-FR" sz="2000" b="1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fiabilité</a:t>
            </a:r>
            <a:r>
              <a:rPr lang="fr-FR" sz="200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, l’</a:t>
            </a:r>
            <a:r>
              <a:rPr lang="fr-FR" sz="2000" b="1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authenticité</a:t>
            </a:r>
            <a:r>
              <a:rPr lang="fr-FR" sz="200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 et la </a:t>
            </a:r>
            <a:r>
              <a:rPr lang="fr-FR" sz="2000" b="1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traçabilité</a:t>
            </a:r>
            <a:br>
              <a:rPr lang="fr-FR" sz="200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00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dans un monde 100% numérique.</a:t>
            </a:r>
            <a:endParaRPr lang="fr-FR" sz="2000" kern="100" dirty="0">
              <a:effectLst/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Google Shape;2897;p4">
            <a:extLst>
              <a:ext uri="{FF2B5EF4-FFF2-40B4-BE49-F238E27FC236}">
                <a16:creationId xmlns:a16="http://schemas.microsoft.com/office/drawing/2014/main" id="{3D6D9F6B-35B1-8479-D366-8C5DD6C1AC40}"/>
              </a:ext>
            </a:extLst>
          </p:cNvPr>
          <p:cNvSpPr txBox="1">
            <a:spLocks/>
          </p:cNvSpPr>
          <p:nvPr/>
        </p:nvSpPr>
        <p:spPr>
          <a:xfrm>
            <a:off x="-10146298" y="-4305359"/>
            <a:ext cx="7274694" cy="176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3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000"/>
            </a:pPr>
            <a:r>
              <a:rPr lang="en-US"/>
              <a:t>Merci pour votre attention 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1592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7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" name="Google Shape;2897;p4"/>
          <p:cNvSpPr txBox="1">
            <a:spLocks noGrp="1"/>
          </p:cNvSpPr>
          <p:nvPr>
            <p:ph type="title"/>
          </p:nvPr>
        </p:nvSpPr>
        <p:spPr>
          <a:xfrm>
            <a:off x="1137787" y="1453415"/>
            <a:ext cx="7274694" cy="176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 dirty="0"/>
              <a:t>Merci pour </a:t>
            </a:r>
            <a:r>
              <a:rPr lang="en-US" dirty="0" err="1"/>
              <a:t>votre</a:t>
            </a:r>
            <a:r>
              <a:rPr lang="en-US" dirty="0"/>
              <a:t> attention !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6761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Elegant Workplan by Slidesgo">
  <a:themeElements>
    <a:clrScheme name="Elegant Workplan by Slidesgo">
      <a:dk1>
        <a:srgbClr val="1C343C"/>
      </a:dk1>
      <a:lt1>
        <a:srgbClr val="F0EBE4"/>
      </a:lt1>
      <a:dk2>
        <a:srgbClr val="4C6A78"/>
      </a:dk2>
      <a:lt2>
        <a:srgbClr val="A7B3B2"/>
      </a:lt2>
      <a:accent1>
        <a:srgbClr val="E0B4A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842</Words>
  <Application>Microsoft Office PowerPoint</Application>
  <PresentationFormat>On-screen Show (16:9)</PresentationFormat>
  <Paragraphs>143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Arial Unicode MS</vt:lpstr>
      <vt:lpstr>Bebas Neue</vt:lpstr>
      <vt:lpstr>Kulim Park</vt:lpstr>
      <vt:lpstr>Arimo</vt:lpstr>
      <vt:lpstr>Poppins ExtraBold</vt:lpstr>
      <vt:lpstr>Times New Roman</vt:lpstr>
      <vt:lpstr>Anaheim</vt:lpstr>
      <vt:lpstr>Calibri</vt:lpstr>
      <vt:lpstr>Elegant Workplan by Slidesgo</vt:lpstr>
      <vt:lpstr>SHA</vt:lpstr>
      <vt:lpstr>Introduction :</vt:lpstr>
      <vt:lpstr>Définition de l’algorithme SHA :</vt:lpstr>
      <vt:lpstr>Pourquoi a-t-on besoin d’algorithmes de hachage ? </vt:lpstr>
      <vt:lpstr>Pourquoi a-t-on besoin d’algorithmes de hachage ? </vt:lpstr>
      <vt:lpstr>Evolution des algorithmes SHA:</vt:lpstr>
      <vt:lpstr>Caractéristiques fondamentales du hachage :</vt:lpstr>
      <vt:lpstr>SHA-256 – Fonctionnement détaillé: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Applications réelles du SHA :</vt:lpstr>
      <vt:lpstr>Applications réelles du SHA :</vt:lpstr>
      <vt:lpstr>Conclusion </vt:lpstr>
      <vt:lpstr>Merci pour votre attention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</dc:title>
  <dc:creator>Ruben Martin Sanchez</dc:creator>
  <cp:lastModifiedBy>racha chahinaz</cp:lastModifiedBy>
  <cp:revision>16</cp:revision>
  <dcterms:created xsi:type="dcterms:W3CDTF">2021-10-12T08:06:43Z</dcterms:created>
  <dcterms:modified xsi:type="dcterms:W3CDTF">2025-04-20T07:52:45Z</dcterms:modified>
</cp:coreProperties>
</file>