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23"/>
  </p:notesMasterIdLst>
  <p:sldIdLst>
    <p:sldId id="256" r:id="rId2"/>
    <p:sldId id="257" r:id="rId3"/>
    <p:sldId id="258" r:id="rId4"/>
    <p:sldId id="318" r:id="rId5"/>
    <p:sldId id="261" r:id="rId6"/>
    <p:sldId id="262" r:id="rId7"/>
    <p:sldId id="324" r:id="rId8"/>
    <p:sldId id="263" r:id="rId9"/>
    <p:sldId id="268" r:id="rId10"/>
    <p:sldId id="327" r:id="rId11"/>
    <p:sldId id="322" r:id="rId12"/>
    <p:sldId id="323" r:id="rId13"/>
    <p:sldId id="321" r:id="rId14"/>
    <p:sldId id="326" r:id="rId15"/>
    <p:sldId id="325" r:id="rId16"/>
    <p:sldId id="329" r:id="rId17"/>
    <p:sldId id="331" r:id="rId18"/>
    <p:sldId id="335" r:id="rId19"/>
    <p:sldId id="337" r:id="rId20"/>
    <p:sldId id="333" r:id="rId21"/>
    <p:sldId id="328" r:id="rId22"/>
  </p:sldIdLst>
  <p:sldSz cx="9144000" cy="5143500" type="screen16x9"/>
  <p:notesSz cx="6858000" cy="9144000"/>
  <p:embeddedFontLst>
    <p:embeddedFont>
      <p:font typeface="DM Sans" panose="020B0604020202020204" charset="0"/>
      <p:regular r:id="rId24"/>
      <p:bold r:id="rId25"/>
      <p:italic r:id="rId26"/>
      <p:boldItalic r:id="rId27"/>
    </p:embeddedFont>
    <p:embeddedFont>
      <p:font typeface="Proxima Nova" panose="020B0604020202020204" charset="0"/>
      <p:regular r:id="rId28"/>
      <p:bold r:id="rId29"/>
      <p:italic r:id="rId30"/>
      <p:boldItalic r:id="rId31"/>
    </p:embeddedFont>
    <p:embeddedFont>
      <p:font typeface="Raleway" panose="020B0604020202020204" charset="0"/>
      <p:regular r:id="rId32"/>
      <p:bold r:id="rId33"/>
      <p:italic r:id="rId34"/>
      <p:boldItalic r:id="rId35"/>
    </p:embeddedFont>
    <p:embeddedFont>
      <p:font typeface="Unna" panose="020B0604020202020204"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C4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CAA5EF-1687-4F60-90DF-9F2C367EC1FF}">
  <a:tblStyle styleId="{80CAA5EF-1687-4F60-90DF-9F2C367EC1F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526" autoAdjust="0"/>
    <p:restoredTop sz="94660"/>
  </p:normalViewPr>
  <p:slideViewPr>
    <p:cSldViewPr snapToGrid="0">
      <p:cViewPr varScale="1">
        <p:scale>
          <a:sx n="142" d="100"/>
          <a:sy n="142" d="100"/>
        </p:scale>
        <p:origin x="1008" y="11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1.fntdata"/><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66201299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eb4c6d2e93_0_1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eb4c6d2e93_0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93d42c1dd5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93d42c1dd5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ec409ac894_0_18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ec409ac894_0_18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93d42c1dd5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93d42c1dd5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332541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eb4c6d2e93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eb4c6d2e93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eb4c6d2e93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eb4c6d2e93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eb4c6d2e93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eb4c6d2e93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65755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eb4c6d2e93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eb4c6d2e93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ec3bb0cf0f_0_3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ec3bb0cf0f_0_3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ec3bb0cf0f_0_3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ec3bb0cf0f_0_3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005574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eb4c6d2e93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eb4c6d2e93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71246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eb4c6d2e93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eb4c6d2e93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90030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eb4c6d2e93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eb4c6d2e93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786265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ec3bb0cf0f_0_3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ec3bb0cf0f_0_3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66798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err="1"/>
              <a:t>Lpoint</a:t>
            </a:r>
            <a:r>
              <a:rPr lang="en-GB" dirty="0"/>
              <a:t> </a:t>
            </a:r>
            <a:r>
              <a:rPr lang="en-GB" dirty="0" err="1"/>
              <a:t>lawla</a:t>
            </a:r>
            <a:r>
              <a:rPr lang="en-GB" dirty="0"/>
              <a:t> </a:t>
            </a:r>
            <a:r>
              <a:rPr lang="en-GB" dirty="0" err="1"/>
              <a:t>wzawja</a:t>
            </a:r>
            <a:r>
              <a:rPr lang="en-GB" dirty="0"/>
              <a:t> nta3 </a:t>
            </a:r>
            <a:r>
              <a:rPr lang="fr-FR" sz="1100" b="1" dirty="0"/>
              <a:t>Analyse des exigences (étude préalable)</a:t>
            </a:r>
          </a:p>
          <a:p>
            <a:r>
              <a:rPr lang="fr-FR" dirty="0" err="1"/>
              <a:t>Lpoint</a:t>
            </a:r>
            <a:r>
              <a:rPr lang="fr-FR" dirty="0"/>
              <a:t> </a:t>
            </a:r>
            <a:r>
              <a:rPr lang="fr-FR" dirty="0" err="1"/>
              <a:t>talta</a:t>
            </a:r>
            <a:r>
              <a:rPr lang="fr-FR" dirty="0"/>
              <a:t> lrab3a </a:t>
            </a:r>
            <a:r>
              <a:rPr lang="fr-FR" dirty="0" err="1"/>
              <a:t>rah</a:t>
            </a:r>
            <a:r>
              <a:rPr lang="fr-FR" dirty="0"/>
              <a:t> </a:t>
            </a:r>
            <a:r>
              <a:rPr lang="fr-FR" dirty="0" err="1"/>
              <a:t>fiha</a:t>
            </a:r>
            <a:r>
              <a:rPr lang="fr-FR" dirty="0"/>
              <a:t> les trois </a:t>
            </a:r>
            <a:r>
              <a:rPr lang="fr-FR" dirty="0" err="1"/>
              <a:t>etaps</a:t>
            </a:r>
            <a:r>
              <a:rPr lang="fr-FR" dirty="0"/>
              <a:t> (</a:t>
            </a:r>
            <a:r>
              <a:rPr lang="fr-FR" sz="1100" b="1" dirty="0"/>
              <a:t>Conception du système ,Conception de l'architecture , Conception des modules (v-model))(Conception du système (</a:t>
            </a:r>
            <a:r>
              <a:rPr lang="fr-FR" sz="1100" b="1" dirty="0" err="1"/>
              <a:t>waterfall</a:t>
            </a:r>
            <a:r>
              <a:rPr lang="fr-FR" sz="1100" b="1" dirty="0"/>
              <a:t>-model)</a:t>
            </a:r>
            <a:r>
              <a:rPr lang="fr-FR" sz="1100" dirty="0"/>
              <a:t> </a:t>
            </a:r>
            <a:r>
              <a:rPr lang="fr-FR" sz="1100" b="1" dirty="0"/>
              <a:t>)</a:t>
            </a:r>
          </a:p>
          <a:p>
            <a:r>
              <a:rPr lang="fr-FR" dirty="0" err="1"/>
              <a:t>Lpoint</a:t>
            </a:r>
            <a:r>
              <a:rPr lang="fr-FR" dirty="0"/>
              <a:t> 5amsa </a:t>
            </a:r>
            <a:r>
              <a:rPr lang="fr-FR" dirty="0" err="1"/>
              <a:t>ltamna</a:t>
            </a:r>
            <a:r>
              <a:rPr lang="fr-FR" dirty="0"/>
              <a:t> </a:t>
            </a:r>
            <a:r>
              <a:rPr lang="fr-FR" dirty="0" err="1"/>
              <a:t>rah</a:t>
            </a:r>
            <a:r>
              <a:rPr lang="fr-FR" dirty="0"/>
              <a:t> </a:t>
            </a:r>
            <a:r>
              <a:rPr lang="fr-FR" dirty="0" err="1"/>
              <a:t>fiha</a:t>
            </a:r>
            <a:r>
              <a:rPr lang="fr-FR" dirty="0"/>
              <a:t> les trois </a:t>
            </a:r>
            <a:r>
              <a:rPr lang="fr-FR" dirty="0" err="1"/>
              <a:t>etaps</a:t>
            </a:r>
            <a:r>
              <a:rPr lang="fr-FR" dirty="0"/>
              <a:t> (</a:t>
            </a:r>
            <a:r>
              <a:rPr lang="fr-FR" sz="1100" b="1" dirty="0"/>
              <a:t>Codage</a:t>
            </a:r>
            <a:r>
              <a:rPr lang="fr-FR" sz="1100" dirty="0"/>
              <a:t> ,</a:t>
            </a:r>
            <a:r>
              <a:rPr lang="fr-FR" sz="1100" b="1" dirty="0"/>
              <a:t>Test unitaire ,Test d'intégration ,Test système ,Test d'acceptation (v-model) </a:t>
            </a:r>
            <a:r>
              <a:rPr lang="fr-FR" dirty="0"/>
              <a:t>)(</a:t>
            </a:r>
            <a:r>
              <a:rPr lang="fr-FR" sz="1100" b="1" dirty="0"/>
              <a:t>Implémentation, Tests, Déploiement , Maintenance</a:t>
            </a:r>
            <a:r>
              <a:rPr lang="fr-FR" dirty="0"/>
              <a:t>)</a:t>
            </a:r>
          </a:p>
        </p:txBody>
      </p:sp>
    </p:spTree>
    <p:extLst>
      <p:ext uri="{BB962C8B-B14F-4D97-AF65-F5344CB8AC3E}">
        <p14:creationId xmlns:p14="http://schemas.microsoft.com/office/powerpoint/2010/main" val="17301432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fr-FR" dirty="0" err="1"/>
              <a:t>Lpoint</a:t>
            </a:r>
            <a:r>
              <a:rPr lang="fr-FR" dirty="0"/>
              <a:t> 5amsa </a:t>
            </a:r>
            <a:r>
              <a:rPr lang="fr-FR" dirty="0" err="1"/>
              <a:t>ltamna</a:t>
            </a:r>
            <a:r>
              <a:rPr lang="fr-FR" dirty="0"/>
              <a:t> </a:t>
            </a:r>
            <a:r>
              <a:rPr lang="fr-FR" dirty="0" err="1"/>
              <a:t>rah</a:t>
            </a:r>
            <a:r>
              <a:rPr lang="fr-FR" dirty="0"/>
              <a:t> </a:t>
            </a:r>
            <a:r>
              <a:rPr lang="fr-FR" dirty="0" err="1"/>
              <a:t>fiha</a:t>
            </a:r>
            <a:r>
              <a:rPr lang="fr-FR" dirty="0"/>
              <a:t> les trois </a:t>
            </a:r>
            <a:r>
              <a:rPr lang="fr-FR" dirty="0" err="1"/>
              <a:t>etaps</a:t>
            </a:r>
            <a:r>
              <a:rPr lang="fr-FR" dirty="0"/>
              <a:t> (</a:t>
            </a:r>
            <a:r>
              <a:rPr lang="fr-FR" sz="1100" b="1" dirty="0"/>
              <a:t>Codage</a:t>
            </a:r>
            <a:r>
              <a:rPr lang="fr-FR" sz="1100" dirty="0"/>
              <a:t> ,</a:t>
            </a:r>
            <a:r>
              <a:rPr lang="fr-FR" sz="1100" b="1" dirty="0"/>
              <a:t>Test unitaire ,Test d'intégration ,Test système ,Test d'acceptation (v-model) </a:t>
            </a:r>
            <a:r>
              <a:rPr lang="fr-FR" dirty="0"/>
              <a:t>)(</a:t>
            </a:r>
            <a:r>
              <a:rPr lang="fr-FR" sz="1100" b="1" dirty="0"/>
              <a:t>Implémentation, Tests, Déploiement , Maintenance</a:t>
            </a:r>
            <a:r>
              <a:rPr lang="fr-FR" dirty="0"/>
              <a:t>)</a:t>
            </a:r>
          </a:p>
          <a:p>
            <a:r>
              <a:rPr lang="fr-FR" dirty="0" err="1"/>
              <a:t>Lpoint</a:t>
            </a:r>
            <a:r>
              <a:rPr lang="fr-FR" dirty="0"/>
              <a:t> tas3a l3achra </a:t>
            </a:r>
            <a:r>
              <a:rPr lang="fr-FR" dirty="0" err="1"/>
              <a:t>differentes</a:t>
            </a:r>
            <a:r>
              <a:rPr lang="fr-FR" dirty="0"/>
              <a:t> </a:t>
            </a:r>
            <a:r>
              <a:rPr lang="fr-FR" dirty="0" err="1"/>
              <a:t>resultats</a:t>
            </a:r>
            <a:r>
              <a:rPr lang="fr-FR" dirty="0"/>
              <a:t> </a:t>
            </a:r>
          </a:p>
          <a:p>
            <a:endParaRPr lang="fr-FR" dirty="0"/>
          </a:p>
        </p:txBody>
      </p:sp>
    </p:spTree>
    <p:extLst>
      <p:ext uri="{BB962C8B-B14F-4D97-AF65-F5344CB8AC3E}">
        <p14:creationId xmlns:p14="http://schemas.microsoft.com/office/powerpoint/2010/main" val="23671816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27538" y="-28787"/>
            <a:ext cx="9199075" cy="5201074"/>
          </a:xfrm>
          <a:prstGeom prst="rect">
            <a:avLst/>
          </a:prstGeom>
          <a:noFill/>
          <a:ln>
            <a:noFill/>
          </a:ln>
        </p:spPr>
      </p:pic>
      <p:pic>
        <p:nvPicPr>
          <p:cNvPr id="10" name="Google Shape;10;p2"/>
          <p:cNvPicPr preferRelativeResize="0"/>
          <p:nvPr/>
        </p:nvPicPr>
        <p:blipFill>
          <a:blip r:embed="rId3">
            <a:alphaModFix/>
          </a:blip>
          <a:stretch>
            <a:fillRect/>
          </a:stretch>
        </p:blipFill>
        <p:spPr>
          <a:xfrm>
            <a:off x="-36599" y="-36550"/>
            <a:ext cx="9217198" cy="5216599"/>
          </a:xfrm>
          <a:prstGeom prst="rect">
            <a:avLst/>
          </a:prstGeom>
          <a:noFill/>
          <a:ln>
            <a:noFill/>
          </a:ln>
        </p:spPr>
      </p:pic>
      <p:sp>
        <p:nvSpPr>
          <p:cNvPr id="11" name="Google Shape;11;p2"/>
          <p:cNvSpPr txBox="1">
            <a:spLocks noGrp="1"/>
          </p:cNvSpPr>
          <p:nvPr>
            <p:ph type="ctrTitle"/>
          </p:nvPr>
        </p:nvSpPr>
        <p:spPr>
          <a:xfrm>
            <a:off x="1834500" y="1097773"/>
            <a:ext cx="5475000" cy="2255400"/>
          </a:xfrm>
          <a:prstGeom prst="rect">
            <a:avLst/>
          </a:prstGeom>
        </p:spPr>
        <p:txBody>
          <a:bodyPr spcFirstLastPara="1" wrap="square" lIns="91425" tIns="91425" rIns="91425" bIns="91425" anchor="b" anchorCtr="0">
            <a:noAutofit/>
          </a:bodyPr>
          <a:lstStyle>
            <a:lvl1pPr lvl="0" algn="ctr">
              <a:lnSpc>
                <a:spcPct val="80000"/>
              </a:lnSpc>
              <a:spcBef>
                <a:spcPts val="0"/>
              </a:spcBef>
              <a:spcAft>
                <a:spcPts val="0"/>
              </a:spcAft>
              <a:buSzPts val="5300"/>
              <a:buNone/>
              <a:defRPr sz="5300"/>
            </a:lvl1pPr>
            <a:lvl2pPr lvl="1" algn="ctr">
              <a:lnSpc>
                <a:spcPct val="80000"/>
              </a:lnSpc>
              <a:spcBef>
                <a:spcPts val="0"/>
              </a:spcBef>
              <a:spcAft>
                <a:spcPts val="0"/>
              </a:spcAft>
              <a:buSzPts val="5300"/>
              <a:buNone/>
              <a:defRPr sz="5300"/>
            </a:lvl2pPr>
            <a:lvl3pPr lvl="2" algn="ctr">
              <a:lnSpc>
                <a:spcPct val="80000"/>
              </a:lnSpc>
              <a:spcBef>
                <a:spcPts val="0"/>
              </a:spcBef>
              <a:spcAft>
                <a:spcPts val="0"/>
              </a:spcAft>
              <a:buSzPts val="5300"/>
              <a:buNone/>
              <a:defRPr sz="5300"/>
            </a:lvl3pPr>
            <a:lvl4pPr lvl="3" algn="ctr">
              <a:lnSpc>
                <a:spcPct val="80000"/>
              </a:lnSpc>
              <a:spcBef>
                <a:spcPts val="0"/>
              </a:spcBef>
              <a:spcAft>
                <a:spcPts val="0"/>
              </a:spcAft>
              <a:buSzPts val="5300"/>
              <a:buNone/>
              <a:defRPr sz="5300"/>
            </a:lvl4pPr>
            <a:lvl5pPr lvl="4" algn="ctr">
              <a:lnSpc>
                <a:spcPct val="80000"/>
              </a:lnSpc>
              <a:spcBef>
                <a:spcPts val="0"/>
              </a:spcBef>
              <a:spcAft>
                <a:spcPts val="0"/>
              </a:spcAft>
              <a:buSzPts val="5300"/>
              <a:buNone/>
              <a:defRPr sz="5300"/>
            </a:lvl5pPr>
            <a:lvl6pPr lvl="5" algn="ctr">
              <a:lnSpc>
                <a:spcPct val="80000"/>
              </a:lnSpc>
              <a:spcBef>
                <a:spcPts val="0"/>
              </a:spcBef>
              <a:spcAft>
                <a:spcPts val="0"/>
              </a:spcAft>
              <a:buSzPts val="5300"/>
              <a:buNone/>
              <a:defRPr sz="5300"/>
            </a:lvl6pPr>
            <a:lvl7pPr lvl="6" algn="ctr">
              <a:lnSpc>
                <a:spcPct val="80000"/>
              </a:lnSpc>
              <a:spcBef>
                <a:spcPts val="0"/>
              </a:spcBef>
              <a:spcAft>
                <a:spcPts val="0"/>
              </a:spcAft>
              <a:buSzPts val="5300"/>
              <a:buNone/>
              <a:defRPr sz="5300"/>
            </a:lvl7pPr>
            <a:lvl8pPr lvl="7" algn="ctr">
              <a:lnSpc>
                <a:spcPct val="80000"/>
              </a:lnSpc>
              <a:spcBef>
                <a:spcPts val="0"/>
              </a:spcBef>
              <a:spcAft>
                <a:spcPts val="0"/>
              </a:spcAft>
              <a:buSzPts val="5300"/>
              <a:buNone/>
              <a:defRPr sz="5300"/>
            </a:lvl8pPr>
            <a:lvl9pPr lvl="8" algn="ctr">
              <a:lnSpc>
                <a:spcPct val="80000"/>
              </a:lnSpc>
              <a:spcBef>
                <a:spcPts val="0"/>
              </a:spcBef>
              <a:spcAft>
                <a:spcPts val="0"/>
              </a:spcAft>
              <a:buSzPts val="5300"/>
              <a:buNone/>
              <a:defRPr sz="5300"/>
            </a:lvl9pPr>
          </a:lstStyle>
          <a:p>
            <a:endParaRPr/>
          </a:p>
        </p:txBody>
      </p:sp>
      <p:sp>
        <p:nvSpPr>
          <p:cNvPr id="12" name="Google Shape;12;p2"/>
          <p:cNvSpPr txBox="1">
            <a:spLocks noGrp="1"/>
          </p:cNvSpPr>
          <p:nvPr>
            <p:ph type="subTitle" idx="1"/>
          </p:nvPr>
        </p:nvSpPr>
        <p:spPr>
          <a:xfrm>
            <a:off x="2272200" y="3614587"/>
            <a:ext cx="4599600" cy="373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2"/>
              </a:buClr>
              <a:buSzPts val="1700"/>
              <a:buNone/>
              <a:defRPr sz="1700">
                <a:solidFill>
                  <a:schemeClr val="dk2"/>
                </a:solidFill>
              </a:defRPr>
            </a:lvl1pPr>
            <a:lvl2pPr lvl="1" algn="ctr">
              <a:lnSpc>
                <a:spcPct val="100000"/>
              </a:lnSpc>
              <a:spcBef>
                <a:spcPts val="0"/>
              </a:spcBef>
              <a:spcAft>
                <a:spcPts val="0"/>
              </a:spcAft>
              <a:buClr>
                <a:schemeClr val="dk2"/>
              </a:buClr>
              <a:buSzPts val="1700"/>
              <a:buNone/>
              <a:defRPr sz="1700">
                <a:solidFill>
                  <a:schemeClr val="dk2"/>
                </a:solidFill>
              </a:defRPr>
            </a:lvl2pPr>
            <a:lvl3pPr lvl="2" algn="ctr">
              <a:lnSpc>
                <a:spcPct val="100000"/>
              </a:lnSpc>
              <a:spcBef>
                <a:spcPts val="0"/>
              </a:spcBef>
              <a:spcAft>
                <a:spcPts val="0"/>
              </a:spcAft>
              <a:buClr>
                <a:schemeClr val="dk2"/>
              </a:buClr>
              <a:buSzPts val="1700"/>
              <a:buNone/>
              <a:defRPr sz="1700">
                <a:solidFill>
                  <a:schemeClr val="dk2"/>
                </a:solidFill>
              </a:defRPr>
            </a:lvl3pPr>
            <a:lvl4pPr lvl="3" algn="ctr">
              <a:lnSpc>
                <a:spcPct val="100000"/>
              </a:lnSpc>
              <a:spcBef>
                <a:spcPts val="0"/>
              </a:spcBef>
              <a:spcAft>
                <a:spcPts val="0"/>
              </a:spcAft>
              <a:buClr>
                <a:schemeClr val="dk2"/>
              </a:buClr>
              <a:buSzPts val="1700"/>
              <a:buNone/>
              <a:defRPr sz="1700">
                <a:solidFill>
                  <a:schemeClr val="dk2"/>
                </a:solidFill>
              </a:defRPr>
            </a:lvl4pPr>
            <a:lvl5pPr lvl="4" algn="ctr">
              <a:lnSpc>
                <a:spcPct val="100000"/>
              </a:lnSpc>
              <a:spcBef>
                <a:spcPts val="0"/>
              </a:spcBef>
              <a:spcAft>
                <a:spcPts val="0"/>
              </a:spcAft>
              <a:buClr>
                <a:schemeClr val="dk2"/>
              </a:buClr>
              <a:buSzPts val="1700"/>
              <a:buNone/>
              <a:defRPr sz="1700">
                <a:solidFill>
                  <a:schemeClr val="dk2"/>
                </a:solidFill>
              </a:defRPr>
            </a:lvl5pPr>
            <a:lvl6pPr lvl="5" algn="ctr">
              <a:lnSpc>
                <a:spcPct val="100000"/>
              </a:lnSpc>
              <a:spcBef>
                <a:spcPts val="0"/>
              </a:spcBef>
              <a:spcAft>
                <a:spcPts val="0"/>
              </a:spcAft>
              <a:buClr>
                <a:schemeClr val="dk2"/>
              </a:buClr>
              <a:buSzPts val="1700"/>
              <a:buNone/>
              <a:defRPr sz="1700">
                <a:solidFill>
                  <a:schemeClr val="dk2"/>
                </a:solidFill>
              </a:defRPr>
            </a:lvl6pPr>
            <a:lvl7pPr lvl="6" algn="ctr">
              <a:lnSpc>
                <a:spcPct val="100000"/>
              </a:lnSpc>
              <a:spcBef>
                <a:spcPts val="0"/>
              </a:spcBef>
              <a:spcAft>
                <a:spcPts val="0"/>
              </a:spcAft>
              <a:buClr>
                <a:schemeClr val="dk2"/>
              </a:buClr>
              <a:buSzPts val="1700"/>
              <a:buNone/>
              <a:defRPr sz="1700">
                <a:solidFill>
                  <a:schemeClr val="dk2"/>
                </a:solidFill>
              </a:defRPr>
            </a:lvl7pPr>
            <a:lvl8pPr lvl="7" algn="ctr">
              <a:lnSpc>
                <a:spcPct val="100000"/>
              </a:lnSpc>
              <a:spcBef>
                <a:spcPts val="0"/>
              </a:spcBef>
              <a:spcAft>
                <a:spcPts val="0"/>
              </a:spcAft>
              <a:buClr>
                <a:schemeClr val="dk2"/>
              </a:buClr>
              <a:buSzPts val="1700"/>
              <a:buNone/>
              <a:defRPr sz="1700">
                <a:solidFill>
                  <a:schemeClr val="dk2"/>
                </a:solidFill>
              </a:defRPr>
            </a:lvl8pPr>
            <a:lvl9pPr lvl="8" algn="ctr">
              <a:lnSpc>
                <a:spcPct val="100000"/>
              </a:lnSpc>
              <a:spcBef>
                <a:spcPts val="0"/>
              </a:spcBef>
              <a:spcAft>
                <a:spcPts val="0"/>
              </a:spcAft>
              <a:buClr>
                <a:schemeClr val="dk2"/>
              </a:buClr>
              <a:buSzPts val="1700"/>
              <a:buNone/>
              <a:defRPr sz="1700">
                <a:solidFill>
                  <a:schemeClr val="dk2"/>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1750">
        <p14:honeycomb/>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3"/>
        <p:cNvGrpSpPr/>
        <p:nvPr/>
      </p:nvGrpSpPr>
      <p:grpSpPr>
        <a:xfrm>
          <a:off x="0" y="0"/>
          <a:ext cx="0" cy="0"/>
          <a:chOff x="0" y="0"/>
          <a:chExt cx="0" cy="0"/>
        </a:xfrm>
      </p:grpSpPr>
      <p:pic>
        <p:nvPicPr>
          <p:cNvPr id="14" name="Google Shape;14;p3"/>
          <p:cNvPicPr preferRelativeResize="0"/>
          <p:nvPr/>
        </p:nvPicPr>
        <p:blipFill>
          <a:blip r:embed="rId2">
            <a:alphaModFix/>
          </a:blip>
          <a:stretch>
            <a:fillRect/>
          </a:stretch>
        </p:blipFill>
        <p:spPr>
          <a:xfrm>
            <a:off x="-27538" y="-28787"/>
            <a:ext cx="9199075" cy="5201074"/>
          </a:xfrm>
          <a:prstGeom prst="rect">
            <a:avLst/>
          </a:prstGeom>
          <a:noFill/>
          <a:ln>
            <a:noFill/>
          </a:ln>
        </p:spPr>
      </p:pic>
      <p:pic>
        <p:nvPicPr>
          <p:cNvPr id="15" name="Google Shape;15;p3"/>
          <p:cNvPicPr preferRelativeResize="0"/>
          <p:nvPr/>
        </p:nvPicPr>
        <p:blipFill rotWithShape="1">
          <a:blip r:embed="rId3">
            <a:alphaModFix/>
          </a:blip>
          <a:srcRect/>
          <a:stretch/>
        </p:blipFill>
        <p:spPr>
          <a:xfrm>
            <a:off x="-36599" y="-36550"/>
            <a:ext cx="9217198" cy="5216599"/>
          </a:xfrm>
          <a:prstGeom prst="rect">
            <a:avLst/>
          </a:prstGeom>
          <a:noFill/>
          <a:ln>
            <a:noFill/>
          </a:ln>
        </p:spPr>
      </p:pic>
      <p:sp>
        <p:nvSpPr>
          <p:cNvPr id="16" name="Google Shape;16;p3"/>
          <p:cNvSpPr txBox="1">
            <a:spLocks noGrp="1"/>
          </p:cNvSpPr>
          <p:nvPr>
            <p:ph type="title"/>
          </p:nvPr>
        </p:nvSpPr>
        <p:spPr>
          <a:xfrm>
            <a:off x="2197650" y="2078738"/>
            <a:ext cx="4748700" cy="831900"/>
          </a:xfrm>
          <a:prstGeom prst="rect">
            <a:avLst/>
          </a:prstGeom>
        </p:spPr>
        <p:txBody>
          <a:bodyPr spcFirstLastPara="1" wrap="square" lIns="91425" tIns="91425" rIns="91425" bIns="91425" anchor="ctr" anchorCtr="0">
            <a:noAutofit/>
          </a:bodyPr>
          <a:lstStyle>
            <a:lvl1pPr lvl="0" algn="ctr">
              <a:spcBef>
                <a:spcPts val="0"/>
              </a:spcBef>
              <a:spcAft>
                <a:spcPts val="0"/>
              </a:spcAft>
              <a:buSzPts val="4500"/>
              <a:buNone/>
              <a:defRPr sz="4500"/>
            </a:lvl1pPr>
            <a:lvl2pPr lvl="1" algn="ctr">
              <a:spcBef>
                <a:spcPts val="0"/>
              </a:spcBef>
              <a:spcAft>
                <a:spcPts val="0"/>
              </a:spcAft>
              <a:buSzPts val="4500"/>
              <a:buNone/>
              <a:defRPr sz="4500"/>
            </a:lvl2pPr>
            <a:lvl3pPr lvl="2" algn="ctr">
              <a:spcBef>
                <a:spcPts val="0"/>
              </a:spcBef>
              <a:spcAft>
                <a:spcPts val="0"/>
              </a:spcAft>
              <a:buSzPts val="4500"/>
              <a:buNone/>
              <a:defRPr sz="4500"/>
            </a:lvl3pPr>
            <a:lvl4pPr lvl="3" algn="ctr">
              <a:spcBef>
                <a:spcPts val="0"/>
              </a:spcBef>
              <a:spcAft>
                <a:spcPts val="0"/>
              </a:spcAft>
              <a:buSzPts val="4500"/>
              <a:buNone/>
              <a:defRPr sz="4500"/>
            </a:lvl4pPr>
            <a:lvl5pPr lvl="4" algn="ctr">
              <a:spcBef>
                <a:spcPts val="0"/>
              </a:spcBef>
              <a:spcAft>
                <a:spcPts val="0"/>
              </a:spcAft>
              <a:buSzPts val="4500"/>
              <a:buNone/>
              <a:defRPr sz="4500"/>
            </a:lvl5pPr>
            <a:lvl6pPr lvl="5" algn="ctr">
              <a:spcBef>
                <a:spcPts val="0"/>
              </a:spcBef>
              <a:spcAft>
                <a:spcPts val="0"/>
              </a:spcAft>
              <a:buSzPts val="4500"/>
              <a:buNone/>
              <a:defRPr sz="4500"/>
            </a:lvl6pPr>
            <a:lvl7pPr lvl="6" algn="ctr">
              <a:spcBef>
                <a:spcPts val="0"/>
              </a:spcBef>
              <a:spcAft>
                <a:spcPts val="0"/>
              </a:spcAft>
              <a:buSzPts val="4500"/>
              <a:buNone/>
              <a:defRPr sz="4500"/>
            </a:lvl7pPr>
            <a:lvl8pPr lvl="7" algn="ctr">
              <a:spcBef>
                <a:spcPts val="0"/>
              </a:spcBef>
              <a:spcAft>
                <a:spcPts val="0"/>
              </a:spcAft>
              <a:buSzPts val="4500"/>
              <a:buNone/>
              <a:defRPr sz="4500"/>
            </a:lvl8pPr>
            <a:lvl9pPr lvl="8" algn="ctr">
              <a:spcBef>
                <a:spcPts val="0"/>
              </a:spcBef>
              <a:spcAft>
                <a:spcPts val="0"/>
              </a:spcAft>
              <a:buSzPts val="4500"/>
              <a:buNone/>
              <a:defRPr sz="4500"/>
            </a:lvl9pPr>
          </a:lstStyle>
          <a:p>
            <a:endParaRPr/>
          </a:p>
        </p:txBody>
      </p:sp>
      <p:sp>
        <p:nvSpPr>
          <p:cNvPr id="17" name="Google Shape;17;p3"/>
          <p:cNvSpPr txBox="1">
            <a:spLocks noGrp="1"/>
          </p:cNvSpPr>
          <p:nvPr>
            <p:ph type="subTitle" idx="1"/>
          </p:nvPr>
        </p:nvSpPr>
        <p:spPr>
          <a:xfrm>
            <a:off x="3044400" y="3178125"/>
            <a:ext cx="3055200" cy="526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8" name="Google Shape;18;p3"/>
          <p:cNvSpPr txBox="1">
            <a:spLocks noGrp="1"/>
          </p:cNvSpPr>
          <p:nvPr>
            <p:ph type="title" idx="2" hasCustomPrompt="1"/>
          </p:nvPr>
        </p:nvSpPr>
        <p:spPr>
          <a:xfrm>
            <a:off x="2197650" y="1282513"/>
            <a:ext cx="4748700" cy="8319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2"/>
              </a:buClr>
              <a:buSzPts val="6000"/>
              <a:buNone/>
              <a:defRPr sz="6000">
                <a:solidFill>
                  <a:schemeClr val="dk2"/>
                </a:solidFill>
              </a:defRPr>
            </a:lvl1pPr>
            <a:lvl2pPr lvl="1" algn="ctr" rtl="0">
              <a:spcBef>
                <a:spcPts val="0"/>
              </a:spcBef>
              <a:spcAft>
                <a:spcPts val="0"/>
              </a:spcAft>
              <a:buClr>
                <a:schemeClr val="dk2"/>
              </a:buClr>
              <a:buSzPts val="6000"/>
              <a:buNone/>
              <a:defRPr sz="6000">
                <a:solidFill>
                  <a:schemeClr val="dk2"/>
                </a:solidFill>
              </a:defRPr>
            </a:lvl2pPr>
            <a:lvl3pPr lvl="2" algn="ctr" rtl="0">
              <a:spcBef>
                <a:spcPts val="0"/>
              </a:spcBef>
              <a:spcAft>
                <a:spcPts val="0"/>
              </a:spcAft>
              <a:buClr>
                <a:schemeClr val="dk2"/>
              </a:buClr>
              <a:buSzPts val="6000"/>
              <a:buNone/>
              <a:defRPr sz="6000">
                <a:solidFill>
                  <a:schemeClr val="dk2"/>
                </a:solidFill>
              </a:defRPr>
            </a:lvl3pPr>
            <a:lvl4pPr lvl="3" algn="ctr" rtl="0">
              <a:spcBef>
                <a:spcPts val="0"/>
              </a:spcBef>
              <a:spcAft>
                <a:spcPts val="0"/>
              </a:spcAft>
              <a:buClr>
                <a:schemeClr val="dk2"/>
              </a:buClr>
              <a:buSzPts val="6000"/>
              <a:buNone/>
              <a:defRPr sz="6000">
                <a:solidFill>
                  <a:schemeClr val="dk2"/>
                </a:solidFill>
              </a:defRPr>
            </a:lvl4pPr>
            <a:lvl5pPr lvl="4" algn="ctr" rtl="0">
              <a:spcBef>
                <a:spcPts val="0"/>
              </a:spcBef>
              <a:spcAft>
                <a:spcPts val="0"/>
              </a:spcAft>
              <a:buClr>
                <a:schemeClr val="dk2"/>
              </a:buClr>
              <a:buSzPts val="6000"/>
              <a:buNone/>
              <a:defRPr sz="6000">
                <a:solidFill>
                  <a:schemeClr val="dk2"/>
                </a:solidFill>
              </a:defRPr>
            </a:lvl5pPr>
            <a:lvl6pPr lvl="5" algn="ctr" rtl="0">
              <a:spcBef>
                <a:spcPts val="0"/>
              </a:spcBef>
              <a:spcAft>
                <a:spcPts val="0"/>
              </a:spcAft>
              <a:buClr>
                <a:schemeClr val="dk2"/>
              </a:buClr>
              <a:buSzPts val="6000"/>
              <a:buNone/>
              <a:defRPr sz="6000">
                <a:solidFill>
                  <a:schemeClr val="dk2"/>
                </a:solidFill>
              </a:defRPr>
            </a:lvl6pPr>
            <a:lvl7pPr lvl="6" algn="ctr" rtl="0">
              <a:spcBef>
                <a:spcPts val="0"/>
              </a:spcBef>
              <a:spcAft>
                <a:spcPts val="0"/>
              </a:spcAft>
              <a:buClr>
                <a:schemeClr val="dk2"/>
              </a:buClr>
              <a:buSzPts val="6000"/>
              <a:buNone/>
              <a:defRPr sz="6000">
                <a:solidFill>
                  <a:schemeClr val="dk2"/>
                </a:solidFill>
              </a:defRPr>
            </a:lvl7pPr>
            <a:lvl8pPr lvl="7" algn="ctr" rtl="0">
              <a:spcBef>
                <a:spcPts val="0"/>
              </a:spcBef>
              <a:spcAft>
                <a:spcPts val="0"/>
              </a:spcAft>
              <a:buClr>
                <a:schemeClr val="dk2"/>
              </a:buClr>
              <a:buSzPts val="6000"/>
              <a:buNone/>
              <a:defRPr sz="6000">
                <a:solidFill>
                  <a:schemeClr val="dk2"/>
                </a:solidFill>
              </a:defRPr>
            </a:lvl8pPr>
            <a:lvl9pPr lvl="8" algn="ctr" rtl="0">
              <a:spcBef>
                <a:spcPts val="0"/>
              </a:spcBef>
              <a:spcAft>
                <a:spcPts val="0"/>
              </a:spcAft>
              <a:buClr>
                <a:schemeClr val="dk2"/>
              </a:buClr>
              <a:buSzPts val="6000"/>
              <a:buNone/>
              <a:defRPr sz="6000">
                <a:solidFill>
                  <a:schemeClr val="dk2"/>
                </a:solidFill>
              </a:defRPr>
            </a:lvl9pPr>
          </a:lstStyle>
          <a:p>
            <a:r>
              <a:t>xx%</a:t>
            </a:r>
          </a:p>
        </p:txBody>
      </p:sp>
    </p:spTree>
  </p:cSld>
  <p:clrMapOvr>
    <a:masterClrMapping/>
  </p:clrMapOvr>
  <mc:AlternateContent xmlns:mc="http://schemas.openxmlformats.org/markup-compatibility/2006" xmlns:p14="http://schemas.microsoft.com/office/powerpoint/2010/main">
    <mc:Choice Requires="p14">
      <p:transition spd="slow" p14:dur="1750">
        <p14:honeycomb/>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dk1"/>
        </a:solidFill>
        <a:effectLst/>
      </p:bgPr>
    </p:bg>
    <p:spTree>
      <p:nvGrpSpPr>
        <p:cNvPr id="1" name="Shape 19"/>
        <p:cNvGrpSpPr/>
        <p:nvPr/>
      </p:nvGrpSpPr>
      <p:grpSpPr>
        <a:xfrm>
          <a:off x="0" y="0"/>
          <a:ext cx="0" cy="0"/>
          <a:chOff x="0" y="0"/>
          <a:chExt cx="0" cy="0"/>
        </a:xfrm>
      </p:grpSpPr>
      <p:pic>
        <p:nvPicPr>
          <p:cNvPr id="20" name="Google Shape;20;p4"/>
          <p:cNvPicPr preferRelativeResize="0"/>
          <p:nvPr/>
        </p:nvPicPr>
        <p:blipFill>
          <a:blip r:embed="rId2">
            <a:alphaModFix/>
          </a:blip>
          <a:stretch>
            <a:fillRect/>
          </a:stretch>
        </p:blipFill>
        <p:spPr>
          <a:xfrm>
            <a:off x="-27538" y="-28787"/>
            <a:ext cx="9199075" cy="5201074"/>
          </a:xfrm>
          <a:prstGeom prst="rect">
            <a:avLst/>
          </a:prstGeom>
          <a:noFill/>
          <a:ln>
            <a:noFill/>
          </a:ln>
        </p:spPr>
      </p:pic>
      <p:pic>
        <p:nvPicPr>
          <p:cNvPr id="21" name="Google Shape;21;p4"/>
          <p:cNvPicPr preferRelativeResize="0"/>
          <p:nvPr/>
        </p:nvPicPr>
        <p:blipFill rotWithShape="1">
          <a:blip r:embed="rId3">
            <a:alphaModFix/>
          </a:blip>
          <a:srcRect/>
          <a:stretch/>
        </p:blipFill>
        <p:spPr>
          <a:xfrm>
            <a:off x="-36599" y="-36550"/>
            <a:ext cx="9217198" cy="5216599"/>
          </a:xfrm>
          <a:prstGeom prst="rect">
            <a:avLst/>
          </a:prstGeom>
          <a:noFill/>
          <a:ln>
            <a:noFill/>
          </a:ln>
        </p:spPr>
      </p:pic>
      <p:sp>
        <p:nvSpPr>
          <p:cNvPr id="22" name="Google Shape;22;p4"/>
          <p:cNvSpPr txBox="1">
            <a:spLocks noGrp="1"/>
          </p:cNvSpPr>
          <p:nvPr>
            <p:ph type="title"/>
          </p:nvPr>
        </p:nvSpPr>
        <p:spPr>
          <a:xfrm>
            <a:off x="713225" y="539525"/>
            <a:ext cx="7717500" cy="478200"/>
          </a:xfrm>
          <a:prstGeom prst="rect">
            <a:avLst/>
          </a:prstGeom>
        </p:spPr>
        <p:txBody>
          <a:bodyPr spcFirstLastPara="1" wrap="square" lIns="91425" tIns="91425" rIns="91425" bIns="91425" anchor="t" anchorCtr="0">
            <a:no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a:endParaRPr/>
          </a:p>
        </p:txBody>
      </p:sp>
      <p:sp>
        <p:nvSpPr>
          <p:cNvPr id="23" name="Google Shape;23;p4"/>
          <p:cNvSpPr txBox="1">
            <a:spLocks noGrp="1"/>
          </p:cNvSpPr>
          <p:nvPr>
            <p:ph type="body" idx="1"/>
          </p:nvPr>
        </p:nvSpPr>
        <p:spPr>
          <a:xfrm>
            <a:off x="713250" y="1297400"/>
            <a:ext cx="7717500" cy="3327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1750">
        <p14:honeycomb/>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1"/>
        </a:solidFill>
        <a:effectLst/>
      </p:bgPr>
    </p:bg>
    <p:spTree>
      <p:nvGrpSpPr>
        <p:cNvPr id="1" name="Shape 45"/>
        <p:cNvGrpSpPr/>
        <p:nvPr/>
      </p:nvGrpSpPr>
      <p:grpSpPr>
        <a:xfrm>
          <a:off x="0" y="0"/>
          <a:ext cx="0" cy="0"/>
          <a:chOff x="0" y="0"/>
          <a:chExt cx="0" cy="0"/>
        </a:xfrm>
      </p:grpSpPr>
      <p:pic>
        <p:nvPicPr>
          <p:cNvPr id="46" name="Google Shape;46;p9"/>
          <p:cNvPicPr preferRelativeResize="0"/>
          <p:nvPr/>
        </p:nvPicPr>
        <p:blipFill>
          <a:blip r:embed="rId2">
            <a:alphaModFix/>
          </a:blip>
          <a:stretch>
            <a:fillRect/>
          </a:stretch>
        </p:blipFill>
        <p:spPr>
          <a:xfrm>
            <a:off x="-27538" y="-28787"/>
            <a:ext cx="9199075" cy="5201074"/>
          </a:xfrm>
          <a:prstGeom prst="rect">
            <a:avLst/>
          </a:prstGeom>
          <a:noFill/>
          <a:ln>
            <a:noFill/>
          </a:ln>
        </p:spPr>
      </p:pic>
      <p:pic>
        <p:nvPicPr>
          <p:cNvPr id="47" name="Google Shape;47;p9"/>
          <p:cNvPicPr preferRelativeResize="0"/>
          <p:nvPr/>
        </p:nvPicPr>
        <p:blipFill rotWithShape="1">
          <a:blip r:embed="rId3">
            <a:alphaModFix/>
          </a:blip>
          <a:srcRect/>
          <a:stretch/>
        </p:blipFill>
        <p:spPr>
          <a:xfrm>
            <a:off x="-36599" y="-36550"/>
            <a:ext cx="9217198" cy="5216599"/>
          </a:xfrm>
          <a:prstGeom prst="rect">
            <a:avLst/>
          </a:prstGeom>
          <a:noFill/>
          <a:ln>
            <a:noFill/>
          </a:ln>
        </p:spPr>
      </p:pic>
      <p:sp>
        <p:nvSpPr>
          <p:cNvPr id="48" name="Google Shape;48;p9"/>
          <p:cNvSpPr txBox="1">
            <a:spLocks noGrp="1"/>
          </p:cNvSpPr>
          <p:nvPr>
            <p:ph type="title"/>
          </p:nvPr>
        </p:nvSpPr>
        <p:spPr>
          <a:xfrm>
            <a:off x="713250" y="1895350"/>
            <a:ext cx="3834900" cy="693000"/>
          </a:xfrm>
          <a:prstGeom prst="rect">
            <a:avLst/>
          </a:prstGeom>
        </p:spPr>
        <p:txBody>
          <a:bodyPr spcFirstLastPara="1" wrap="square" lIns="91425" tIns="91425" rIns="91425" bIns="91425" anchor="b" anchorCtr="0">
            <a:noAutofit/>
          </a:bodyPr>
          <a:lstStyle>
            <a:lvl1pPr lvl="0" algn="l">
              <a:spcBef>
                <a:spcPts val="0"/>
              </a:spcBef>
              <a:spcAft>
                <a:spcPts val="0"/>
              </a:spcAft>
              <a:buSzPts val="4300"/>
              <a:buNone/>
              <a:defRPr sz="4300"/>
            </a:lvl1pPr>
            <a:lvl2pPr lvl="1" algn="l">
              <a:spcBef>
                <a:spcPts val="0"/>
              </a:spcBef>
              <a:spcAft>
                <a:spcPts val="0"/>
              </a:spcAft>
              <a:buSzPts val="4300"/>
              <a:buNone/>
              <a:defRPr sz="4300"/>
            </a:lvl2pPr>
            <a:lvl3pPr lvl="2" algn="l">
              <a:spcBef>
                <a:spcPts val="0"/>
              </a:spcBef>
              <a:spcAft>
                <a:spcPts val="0"/>
              </a:spcAft>
              <a:buSzPts val="4300"/>
              <a:buNone/>
              <a:defRPr sz="4300"/>
            </a:lvl3pPr>
            <a:lvl4pPr lvl="3" algn="l">
              <a:spcBef>
                <a:spcPts val="0"/>
              </a:spcBef>
              <a:spcAft>
                <a:spcPts val="0"/>
              </a:spcAft>
              <a:buSzPts val="4300"/>
              <a:buNone/>
              <a:defRPr sz="4300"/>
            </a:lvl4pPr>
            <a:lvl5pPr lvl="4" algn="l">
              <a:spcBef>
                <a:spcPts val="0"/>
              </a:spcBef>
              <a:spcAft>
                <a:spcPts val="0"/>
              </a:spcAft>
              <a:buSzPts val="4300"/>
              <a:buNone/>
              <a:defRPr sz="4300"/>
            </a:lvl5pPr>
            <a:lvl6pPr lvl="5" algn="l">
              <a:spcBef>
                <a:spcPts val="0"/>
              </a:spcBef>
              <a:spcAft>
                <a:spcPts val="0"/>
              </a:spcAft>
              <a:buSzPts val="4300"/>
              <a:buNone/>
              <a:defRPr sz="4300"/>
            </a:lvl6pPr>
            <a:lvl7pPr lvl="6" algn="l">
              <a:spcBef>
                <a:spcPts val="0"/>
              </a:spcBef>
              <a:spcAft>
                <a:spcPts val="0"/>
              </a:spcAft>
              <a:buSzPts val="4300"/>
              <a:buNone/>
              <a:defRPr sz="4300"/>
            </a:lvl7pPr>
            <a:lvl8pPr lvl="7" algn="l">
              <a:spcBef>
                <a:spcPts val="0"/>
              </a:spcBef>
              <a:spcAft>
                <a:spcPts val="0"/>
              </a:spcAft>
              <a:buSzPts val="4300"/>
              <a:buNone/>
              <a:defRPr sz="4300"/>
            </a:lvl8pPr>
            <a:lvl9pPr lvl="8" algn="l">
              <a:spcBef>
                <a:spcPts val="0"/>
              </a:spcBef>
              <a:spcAft>
                <a:spcPts val="0"/>
              </a:spcAft>
              <a:buSzPts val="4300"/>
              <a:buNone/>
              <a:defRPr sz="4300"/>
            </a:lvl9pPr>
          </a:lstStyle>
          <a:p>
            <a:endParaRPr/>
          </a:p>
        </p:txBody>
      </p:sp>
      <p:sp>
        <p:nvSpPr>
          <p:cNvPr id="49" name="Google Shape;49;p9"/>
          <p:cNvSpPr txBox="1">
            <a:spLocks noGrp="1"/>
          </p:cNvSpPr>
          <p:nvPr>
            <p:ph type="subTitle" idx="1"/>
          </p:nvPr>
        </p:nvSpPr>
        <p:spPr>
          <a:xfrm>
            <a:off x="713250" y="2836050"/>
            <a:ext cx="3834900" cy="1235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1750">
        <p14:honeycomb/>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dk1"/>
        </a:solidFill>
        <a:effectLst/>
      </p:bgPr>
    </p:bg>
    <p:spTree>
      <p:nvGrpSpPr>
        <p:cNvPr id="1" name="Shape 59"/>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750">
        <p14:honeycomb/>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CUSTOM">
    <p:bg>
      <p:bgPr>
        <a:solidFill>
          <a:schemeClr val="dk1"/>
        </a:solidFill>
        <a:effectLst/>
      </p:bgPr>
    </p:bg>
    <p:spTree>
      <p:nvGrpSpPr>
        <p:cNvPr id="1" name="Shape 60"/>
        <p:cNvGrpSpPr/>
        <p:nvPr/>
      </p:nvGrpSpPr>
      <p:grpSpPr>
        <a:xfrm>
          <a:off x="0" y="0"/>
          <a:ext cx="0" cy="0"/>
          <a:chOff x="0" y="0"/>
          <a:chExt cx="0" cy="0"/>
        </a:xfrm>
      </p:grpSpPr>
      <p:pic>
        <p:nvPicPr>
          <p:cNvPr id="61" name="Google Shape;61;p13"/>
          <p:cNvPicPr preferRelativeResize="0"/>
          <p:nvPr/>
        </p:nvPicPr>
        <p:blipFill>
          <a:blip r:embed="rId2">
            <a:alphaModFix/>
          </a:blip>
          <a:stretch>
            <a:fillRect/>
          </a:stretch>
        </p:blipFill>
        <p:spPr>
          <a:xfrm>
            <a:off x="-27538" y="-28787"/>
            <a:ext cx="9199075" cy="5201074"/>
          </a:xfrm>
          <a:prstGeom prst="rect">
            <a:avLst/>
          </a:prstGeom>
          <a:noFill/>
          <a:ln>
            <a:noFill/>
          </a:ln>
        </p:spPr>
      </p:pic>
      <p:pic>
        <p:nvPicPr>
          <p:cNvPr id="62" name="Google Shape;62;p13"/>
          <p:cNvPicPr preferRelativeResize="0"/>
          <p:nvPr/>
        </p:nvPicPr>
        <p:blipFill rotWithShape="1">
          <a:blip r:embed="rId3">
            <a:alphaModFix/>
          </a:blip>
          <a:srcRect/>
          <a:stretch/>
        </p:blipFill>
        <p:spPr>
          <a:xfrm>
            <a:off x="-36599" y="-36550"/>
            <a:ext cx="9217198" cy="5216599"/>
          </a:xfrm>
          <a:prstGeom prst="rect">
            <a:avLst/>
          </a:prstGeom>
          <a:noFill/>
          <a:ln>
            <a:noFill/>
          </a:ln>
        </p:spPr>
      </p:pic>
      <p:sp>
        <p:nvSpPr>
          <p:cNvPr id="63" name="Google Shape;63;p13"/>
          <p:cNvSpPr txBox="1">
            <a:spLocks noGrp="1"/>
          </p:cNvSpPr>
          <p:nvPr>
            <p:ph type="title"/>
          </p:nvPr>
        </p:nvSpPr>
        <p:spPr>
          <a:xfrm>
            <a:off x="713225" y="539525"/>
            <a:ext cx="7717500" cy="478200"/>
          </a:xfrm>
          <a:prstGeom prst="rect">
            <a:avLst/>
          </a:prstGeom>
        </p:spPr>
        <p:txBody>
          <a:bodyPr spcFirstLastPara="1" wrap="square" lIns="91425" tIns="91425" rIns="91425" bIns="91425" anchor="t" anchorCtr="0">
            <a:no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a:endParaRPr/>
          </a:p>
        </p:txBody>
      </p:sp>
      <p:sp>
        <p:nvSpPr>
          <p:cNvPr id="64" name="Google Shape;64;p13"/>
          <p:cNvSpPr txBox="1">
            <a:spLocks noGrp="1"/>
          </p:cNvSpPr>
          <p:nvPr>
            <p:ph type="subTitle" idx="1"/>
          </p:nvPr>
        </p:nvSpPr>
        <p:spPr>
          <a:xfrm>
            <a:off x="713225" y="1932000"/>
            <a:ext cx="2399400" cy="334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Unna"/>
              <a:buNone/>
              <a:defRPr sz="2400">
                <a:latin typeface="Unna"/>
                <a:ea typeface="Unna"/>
                <a:cs typeface="Unna"/>
                <a:sym typeface="Unna"/>
              </a:defRPr>
            </a:lvl1pPr>
            <a:lvl2pPr lvl="1" rtl="0">
              <a:lnSpc>
                <a:spcPct val="100000"/>
              </a:lnSpc>
              <a:spcBef>
                <a:spcPts val="0"/>
              </a:spcBef>
              <a:spcAft>
                <a:spcPts val="0"/>
              </a:spcAft>
              <a:buSzPts val="2400"/>
              <a:buFont typeface="Unna"/>
              <a:buNone/>
              <a:defRPr sz="2400">
                <a:latin typeface="Unna"/>
                <a:ea typeface="Unna"/>
                <a:cs typeface="Unna"/>
                <a:sym typeface="Unna"/>
              </a:defRPr>
            </a:lvl2pPr>
            <a:lvl3pPr lvl="2" rtl="0">
              <a:lnSpc>
                <a:spcPct val="100000"/>
              </a:lnSpc>
              <a:spcBef>
                <a:spcPts val="0"/>
              </a:spcBef>
              <a:spcAft>
                <a:spcPts val="0"/>
              </a:spcAft>
              <a:buSzPts val="2400"/>
              <a:buFont typeface="Unna"/>
              <a:buNone/>
              <a:defRPr sz="2400">
                <a:latin typeface="Unna"/>
                <a:ea typeface="Unna"/>
                <a:cs typeface="Unna"/>
                <a:sym typeface="Unna"/>
              </a:defRPr>
            </a:lvl3pPr>
            <a:lvl4pPr lvl="3" rtl="0">
              <a:lnSpc>
                <a:spcPct val="100000"/>
              </a:lnSpc>
              <a:spcBef>
                <a:spcPts val="0"/>
              </a:spcBef>
              <a:spcAft>
                <a:spcPts val="0"/>
              </a:spcAft>
              <a:buSzPts val="2400"/>
              <a:buFont typeface="Unna"/>
              <a:buNone/>
              <a:defRPr sz="2400">
                <a:latin typeface="Unna"/>
                <a:ea typeface="Unna"/>
                <a:cs typeface="Unna"/>
                <a:sym typeface="Unna"/>
              </a:defRPr>
            </a:lvl4pPr>
            <a:lvl5pPr lvl="4" rtl="0">
              <a:lnSpc>
                <a:spcPct val="100000"/>
              </a:lnSpc>
              <a:spcBef>
                <a:spcPts val="0"/>
              </a:spcBef>
              <a:spcAft>
                <a:spcPts val="0"/>
              </a:spcAft>
              <a:buSzPts val="2400"/>
              <a:buFont typeface="Unna"/>
              <a:buNone/>
              <a:defRPr sz="2400">
                <a:latin typeface="Unna"/>
                <a:ea typeface="Unna"/>
                <a:cs typeface="Unna"/>
                <a:sym typeface="Unna"/>
              </a:defRPr>
            </a:lvl5pPr>
            <a:lvl6pPr lvl="5" rtl="0">
              <a:lnSpc>
                <a:spcPct val="100000"/>
              </a:lnSpc>
              <a:spcBef>
                <a:spcPts val="0"/>
              </a:spcBef>
              <a:spcAft>
                <a:spcPts val="0"/>
              </a:spcAft>
              <a:buSzPts val="2400"/>
              <a:buFont typeface="Unna"/>
              <a:buNone/>
              <a:defRPr sz="2400">
                <a:latin typeface="Unna"/>
                <a:ea typeface="Unna"/>
                <a:cs typeface="Unna"/>
                <a:sym typeface="Unna"/>
              </a:defRPr>
            </a:lvl6pPr>
            <a:lvl7pPr lvl="6" rtl="0">
              <a:lnSpc>
                <a:spcPct val="100000"/>
              </a:lnSpc>
              <a:spcBef>
                <a:spcPts val="0"/>
              </a:spcBef>
              <a:spcAft>
                <a:spcPts val="0"/>
              </a:spcAft>
              <a:buSzPts val="2400"/>
              <a:buFont typeface="Unna"/>
              <a:buNone/>
              <a:defRPr sz="2400">
                <a:latin typeface="Unna"/>
                <a:ea typeface="Unna"/>
                <a:cs typeface="Unna"/>
                <a:sym typeface="Unna"/>
              </a:defRPr>
            </a:lvl7pPr>
            <a:lvl8pPr lvl="7" rtl="0">
              <a:lnSpc>
                <a:spcPct val="100000"/>
              </a:lnSpc>
              <a:spcBef>
                <a:spcPts val="0"/>
              </a:spcBef>
              <a:spcAft>
                <a:spcPts val="0"/>
              </a:spcAft>
              <a:buSzPts val="2400"/>
              <a:buFont typeface="Unna"/>
              <a:buNone/>
              <a:defRPr sz="2400">
                <a:latin typeface="Unna"/>
                <a:ea typeface="Unna"/>
                <a:cs typeface="Unna"/>
                <a:sym typeface="Unna"/>
              </a:defRPr>
            </a:lvl8pPr>
            <a:lvl9pPr lvl="8" rtl="0">
              <a:lnSpc>
                <a:spcPct val="100000"/>
              </a:lnSpc>
              <a:spcBef>
                <a:spcPts val="0"/>
              </a:spcBef>
              <a:spcAft>
                <a:spcPts val="0"/>
              </a:spcAft>
              <a:buSzPts val="2400"/>
              <a:buFont typeface="Unna"/>
              <a:buNone/>
              <a:defRPr sz="2400">
                <a:latin typeface="Unna"/>
                <a:ea typeface="Unna"/>
                <a:cs typeface="Unna"/>
                <a:sym typeface="Unna"/>
              </a:defRPr>
            </a:lvl9pPr>
          </a:lstStyle>
          <a:p>
            <a:endParaRPr/>
          </a:p>
        </p:txBody>
      </p:sp>
      <p:sp>
        <p:nvSpPr>
          <p:cNvPr id="65" name="Google Shape;65;p13"/>
          <p:cNvSpPr txBox="1">
            <a:spLocks noGrp="1"/>
          </p:cNvSpPr>
          <p:nvPr>
            <p:ph type="subTitle" idx="2"/>
          </p:nvPr>
        </p:nvSpPr>
        <p:spPr>
          <a:xfrm>
            <a:off x="713225" y="2340475"/>
            <a:ext cx="2399400" cy="526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66" name="Google Shape;66;p13"/>
          <p:cNvSpPr txBox="1">
            <a:spLocks noGrp="1"/>
          </p:cNvSpPr>
          <p:nvPr>
            <p:ph type="title" idx="3" hasCustomPrompt="1"/>
          </p:nvPr>
        </p:nvSpPr>
        <p:spPr>
          <a:xfrm>
            <a:off x="713225" y="1407400"/>
            <a:ext cx="2399400" cy="4782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dk2"/>
              </a:buClr>
              <a:buSzPts val="3800"/>
              <a:buNone/>
              <a:defRPr sz="3800">
                <a:solidFill>
                  <a:schemeClr val="dk2"/>
                </a:solidFill>
              </a:defRPr>
            </a:lvl1pPr>
            <a:lvl2pPr lvl="1" algn="l" rtl="0">
              <a:spcBef>
                <a:spcPts val="0"/>
              </a:spcBef>
              <a:spcAft>
                <a:spcPts val="0"/>
              </a:spcAft>
              <a:buClr>
                <a:schemeClr val="dk2"/>
              </a:buClr>
              <a:buSzPts val="3800"/>
              <a:buNone/>
              <a:defRPr sz="3800">
                <a:solidFill>
                  <a:schemeClr val="dk2"/>
                </a:solidFill>
              </a:defRPr>
            </a:lvl2pPr>
            <a:lvl3pPr lvl="2" algn="l" rtl="0">
              <a:spcBef>
                <a:spcPts val="0"/>
              </a:spcBef>
              <a:spcAft>
                <a:spcPts val="0"/>
              </a:spcAft>
              <a:buClr>
                <a:schemeClr val="dk2"/>
              </a:buClr>
              <a:buSzPts val="3800"/>
              <a:buNone/>
              <a:defRPr sz="3800">
                <a:solidFill>
                  <a:schemeClr val="dk2"/>
                </a:solidFill>
              </a:defRPr>
            </a:lvl3pPr>
            <a:lvl4pPr lvl="3" algn="l" rtl="0">
              <a:spcBef>
                <a:spcPts val="0"/>
              </a:spcBef>
              <a:spcAft>
                <a:spcPts val="0"/>
              </a:spcAft>
              <a:buClr>
                <a:schemeClr val="dk2"/>
              </a:buClr>
              <a:buSzPts val="3800"/>
              <a:buNone/>
              <a:defRPr sz="3800">
                <a:solidFill>
                  <a:schemeClr val="dk2"/>
                </a:solidFill>
              </a:defRPr>
            </a:lvl4pPr>
            <a:lvl5pPr lvl="4" algn="l" rtl="0">
              <a:spcBef>
                <a:spcPts val="0"/>
              </a:spcBef>
              <a:spcAft>
                <a:spcPts val="0"/>
              </a:spcAft>
              <a:buClr>
                <a:schemeClr val="dk2"/>
              </a:buClr>
              <a:buSzPts val="3800"/>
              <a:buNone/>
              <a:defRPr sz="3800">
                <a:solidFill>
                  <a:schemeClr val="dk2"/>
                </a:solidFill>
              </a:defRPr>
            </a:lvl5pPr>
            <a:lvl6pPr lvl="5" algn="l" rtl="0">
              <a:spcBef>
                <a:spcPts val="0"/>
              </a:spcBef>
              <a:spcAft>
                <a:spcPts val="0"/>
              </a:spcAft>
              <a:buClr>
                <a:schemeClr val="dk2"/>
              </a:buClr>
              <a:buSzPts val="3800"/>
              <a:buNone/>
              <a:defRPr sz="3800">
                <a:solidFill>
                  <a:schemeClr val="dk2"/>
                </a:solidFill>
              </a:defRPr>
            </a:lvl6pPr>
            <a:lvl7pPr lvl="6" algn="l" rtl="0">
              <a:spcBef>
                <a:spcPts val="0"/>
              </a:spcBef>
              <a:spcAft>
                <a:spcPts val="0"/>
              </a:spcAft>
              <a:buClr>
                <a:schemeClr val="dk2"/>
              </a:buClr>
              <a:buSzPts val="3800"/>
              <a:buNone/>
              <a:defRPr sz="3800">
                <a:solidFill>
                  <a:schemeClr val="dk2"/>
                </a:solidFill>
              </a:defRPr>
            </a:lvl7pPr>
            <a:lvl8pPr lvl="7" algn="l" rtl="0">
              <a:spcBef>
                <a:spcPts val="0"/>
              </a:spcBef>
              <a:spcAft>
                <a:spcPts val="0"/>
              </a:spcAft>
              <a:buClr>
                <a:schemeClr val="dk2"/>
              </a:buClr>
              <a:buSzPts val="3800"/>
              <a:buNone/>
              <a:defRPr sz="3800">
                <a:solidFill>
                  <a:schemeClr val="dk2"/>
                </a:solidFill>
              </a:defRPr>
            </a:lvl8pPr>
            <a:lvl9pPr lvl="8" algn="l" rtl="0">
              <a:spcBef>
                <a:spcPts val="0"/>
              </a:spcBef>
              <a:spcAft>
                <a:spcPts val="0"/>
              </a:spcAft>
              <a:buClr>
                <a:schemeClr val="dk2"/>
              </a:buClr>
              <a:buSzPts val="3800"/>
              <a:buNone/>
              <a:defRPr sz="3800">
                <a:solidFill>
                  <a:schemeClr val="dk2"/>
                </a:solidFill>
              </a:defRPr>
            </a:lvl9pPr>
          </a:lstStyle>
          <a:p>
            <a:r>
              <a:t>xx%</a:t>
            </a:r>
          </a:p>
        </p:txBody>
      </p:sp>
      <p:sp>
        <p:nvSpPr>
          <p:cNvPr id="67" name="Google Shape;67;p13"/>
          <p:cNvSpPr txBox="1">
            <a:spLocks noGrp="1"/>
          </p:cNvSpPr>
          <p:nvPr>
            <p:ph type="subTitle" idx="4"/>
          </p:nvPr>
        </p:nvSpPr>
        <p:spPr>
          <a:xfrm>
            <a:off x="713225" y="3664450"/>
            <a:ext cx="2399400" cy="334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Unna"/>
              <a:buNone/>
              <a:defRPr sz="2400">
                <a:latin typeface="Unna"/>
                <a:ea typeface="Unna"/>
                <a:cs typeface="Unna"/>
                <a:sym typeface="Unna"/>
              </a:defRPr>
            </a:lvl1pPr>
            <a:lvl2pPr lvl="1" rtl="0">
              <a:lnSpc>
                <a:spcPct val="100000"/>
              </a:lnSpc>
              <a:spcBef>
                <a:spcPts val="0"/>
              </a:spcBef>
              <a:spcAft>
                <a:spcPts val="0"/>
              </a:spcAft>
              <a:buSzPts val="2400"/>
              <a:buFont typeface="Unna"/>
              <a:buNone/>
              <a:defRPr sz="2400">
                <a:latin typeface="Unna"/>
                <a:ea typeface="Unna"/>
                <a:cs typeface="Unna"/>
                <a:sym typeface="Unna"/>
              </a:defRPr>
            </a:lvl2pPr>
            <a:lvl3pPr lvl="2" rtl="0">
              <a:lnSpc>
                <a:spcPct val="100000"/>
              </a:lnSpc>
              <a:spcBef>
                <a:spcPts val="0"/>
              </a:spcBef>
              <a:spcAft>
                <a:spcPts val="0"/>
              </a:spcAft>
              <a:buSzPts val="2400"/>
              <a:buFont typeface="Unna"/>
              <a:buNone/>
              <a:defRPr sz="2400">
                <a:latin typeface="Unna"/>
                <a:ea typeface="Unna"/>
                <a:cs typeface="Unna"/>
                <a:sym typeface="Unna"/>
              </a:defRPr>
            </a:lvl3pPr>
            <a:lvl4pPr lvl="3" rtl="0">
              <a:lnSpc>
                <a:spcPct val="100000"/>
              </a:lnSpc>
              <a:spcBef>
                <a:spcPts val="0"/>
              </a:spcBef>
              <a:spcAft>
                <a:spcPts val="0"/>
              </a:spcAft>
              <a:buSzPts val="2400"/>
              <a:buFont typeface="Unna"/>
              <a:buNone/>
              <a:defRPr sz="2400">
                <a:latin typeface="Unna"/>
                <a:ea typeface="Unna"/>
                <a:cs typeface="Unna"/>
                <a:sym typeface="Unna"/>
              </a:defRPr>
            </a:lvl4pPr>
            <a:lvl5pPr lvl="4" rtl="0">
              <a:lnSpc>
                <a:spcPct val="100000"/>
              </a:lnSpc>
              <a:spcBef>
                <a:spcPts val="0"/>
              </a:spcBef>
              <a:spcAft>
                <a:spcPts val="0"/>
              </a:spcAft>
              <a:buSzPts val="2400"/>
              <a:buFont typeface="Unna"/>
              <a:buNone/>
              <a:defRPr sz="2400">
                <a:latin typeface="Unna"/>
                <a:ea typeface="Unna"/>
                <a:cs typeface="Unna"/>
                <a:sym typeface="Unna"/>
              </a:defRPr>
            </a:lvl5pPr>
            <a:lvl6pPr lvl="5" rtl="0">
              <a:lnSpc>
                <a:spcPct val="100000"/>
              </a:lnSpc>
              <a:spcBef>
                <a:spcPts val="0"/>
              </a:spcBef>
              <a:spcAft>
                <a:spcPts val="0"/>
              </a:spcAft>
              <a:buSzPts val="2400"/>
              <a:buFont typeface="Unna"/>
              <a:buNone/>
              <a:defRPr sz="2400">
                <a:latin typeface="Unna"/>
                <a:ea typeface="Unna"/>
                <a:cs typeface="Unna"/>
                <a:sym typeface="Unna"/>
              </a:defRPr>
            </a:lvl6pPr>
            <a:lvl7pPr lvl="6" rtl="0">
              <a:lnSpc>
                <a:spcPct val="100000"/>
              </a:lnSpc>
              <a:spcBef>
                <a:spcPts val="0"/>
              </a:spcBef>
              <a:spcAft>
                <a:spcPts val="0"/>
              </a:spcAft>
              <a:buSzPts val="2400"/>
              <a:buFont typeface="Unna"/>
              <a:buNone/>
              <a:defRPr sz="2400">
                <a:latin typeface="Unna"/>
                <a:ea typeface="Unna"/>
                <a:cs typeface="Unna"/>
                <a:sym typeface="Unna"/>
              </a:defRPr>
            </a:lvl7pPr>
            <a:lvl8pPr lvl="7" rtl="0">
              <a:lnSpc>
                <a:spcPct val="100000"/>
              </a:lnSpc>
              <a:spcBef>
                <a:spcPts val="0"/>
              </a:spcBef>
              <a:spcAft>
                <a:spcPts val="0"/>
              </a:spcAft>
              <a:buSzPts val="2400"/>
              <a:buFont typeface="Unna"/>
              <a:buNone/>
              <a:defRPr sz="2400">
                <a:latin typeface="Unna"/>
                <a:ea typeface="Unna"/>
                <a:cs typeface="Unna"/>
                <a:sym typeface="Unna"/>
              </a:defRPr>
            </a:lvl8pPr>
            <a:lvl9pPr lvl="8" rtl="0">
              <a:lnSpc>
                <a:spcPct val="100000"/>
              </a:lnSpc>
              <a:spcBef>
                <a:spcPts val="0"/>
              </a:spcBef>
              <a:spcAft>
                <a:spcPts val="0"/>
              </a:spcAft>
              <a:buSzPts val="2400"/>
              <a:buFont typeface="Unna"/>
              <a:buNone/>
              <a:defRPr sz="2400">
                <a:latin typeface="Unna"/>
                <a:ea typeface="Unna"/>
                <a:cs typeface="Unna"/>
                <a:sym typeface="Unna"/>
              </a:defRPr>
            </a:lvl9pPr>
          </a:lstStyle>
          <a:p>
            <a:endParaRPr/>
          </a:p>
        </p:txBody>
      </p:sp>
      <p:sp>
        <p:nvSpPr>
          <p:cNvPr id="68" name="Google Shape;68;p13"/>
          <p:cNvSpPr txBox="1">
            <a:spLocks noGrp="1"/>
          </p:cNvSpPr>
          <p:nvPr>
            <p:ph type="subTitle" idx="5"/>
          </p:nvPr>
        </p:nvSpPr>
        <p:spPr>
          <a:xfrm>
            <a:off x="713225" y="4072925"/>
            <a:ext cx="2399400" cy="526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69" name="Google Shape;69;p13"/>
          <p:cNvSpPr txBox="1">
            <a:spLocks noGrp="1"/>
          </p:cNvSpPr>
          <p:nvPr>
            <p:ph type="title" idx="6" hasCustomPrompt="1"/>
          </p:nvPr>
        </p:nvSpPr>
        <p:spPr>
          <a:xfrm>
            <a:off x="713225" y="3139850"/>
            <a:ext cx="2399400" cy="4782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dk2"/>
              </a:buClr>
              <a:buSzPts val="3800"/>
              <a:buNone/>
              <a:defRPr sz="3800">
                <a:solidFill>
                  <a:schemeClr val="dk2"/>
                </a:solidFill>
              </a:defRPr>
            </a:lvl1pPr>
            <a:lvl2pPr lvl="1" algn="l" rtl="0">
              <a:spcBef>
                <a:spcPts val="0"/>
              </a:spcBef>
              <a:spcAft>
                <a:spcPts val="0"/>
              </a:spcAft>
              <a:buClr>
                <a:schemeClr val="dk2"/>
              </a:buClr>
              <a:buSzPts val="3800"/>
              <a:buNone/>
              <a:defRPr sz="3800">
                <a:solidFill>
                  <a:schemeClr val="dk2"/>
                </a:solidFill>
              </a:defRPr>
            </a:lvl2pPr>
            <a:lvl3pPr lvl="2" algn="l" rtl="0">
              <a:spcBef>
                <a:spcPts val="0"/>
              </a:spcBef>
              <a:spcAft>
                <a:spcPts val="0"/>
              </a:spcAft>
              <a:buClr>
                <a:schemeClr val="dk2"/>
              </a:buClr>
              <a:buSzPts val="3800"/>
              <a:buNone/>
              <a:defRPr sz="3800">
                <a:solidFill>
                  <a:schemeClr val="dk2"/>
                </a:solidFill>
              </a:defRPr>
            </a:lvl3pPr>
            <a:lvl4pPr lvl="3" algn="l" rtl="0">
              <a:spcBef>
                <a:spcPts val="0"/>
              </a:spcBef>
              <a:spcAft>
                <a:spcPts val="0"/>
              </a:spcAft>
              <a:buClr>
                <a:schemeClr val="dk2"/>
              </a:buClr>
              <a:buSzPts val="3800"/>
              <a:buNone/>
              <a:defRPr sz="3800">
                <a:solidFill>
                  <a:schemeClr val="dk2"/>
                </a:solidFill>
              </a:defRPr>
            </a:lvl4pPr>
            <a:lvl5pPr lvl="4" algn="l" rtl="0">
              <a:spcBef>
                <a:spcPts val="0"/>
              </a:spcBef>
              <a:spcAft>
                <a:spcPts val="0"/>
              </a:spcAft>
              <a:buClr>
                <a:schemeClr val="dk2"/>
              </a:buClr>
              <a:buSzPts val="3800"/>
              <a:buNone/>
              <a:defRPr sz="3800">
                <a:solidFill>
                  <a:schemeClr val="dk2"/>
                </a:solidFill>
              </a:defRPr>
            </a:lvl5pPr>
            <a:lvl6pPr lvl="5" algn="l" rtl="0">
              <a:spcBef>
                <a:spcPts val="0"/>
              </a:spcBef>
              <a:spcAft>
                <a:spcPts val="0"/>
              </a:spcAft>
              <a:buClr>
                <a:schemeClr val="dk2"/>
              </a:buClr>
              <a:buSzPts val="3800"/>
              <a:buNone/>
              <a:defRPr sz="3800">
                <a:solidFill>
                  <a:schemeClr val="dk2"/>
                </a:solidFill>
              </a:defRPr>
            </a:lvl6pPr>
            <a:lvl7pPr lvl="6" algn="l" rtl="0">
              <a:spcBef>
                <a:spcPts val="0"/>
              </a:spcBef>
              <a:spcAft>
                <a:spcPts val="0"/>
              </a:spcAft>
              <a:buClr>
                <a:schemeClr val="dk2"/>
              </a:buClr>
              <a:buSzPts val="3800"/>
              <a:buNone/>
              <a:defRPr sz="3800">
                <a:solidFill>
                  <a:schemeClr val="dk2"/>
                </a:solidFill>
              </a:defRPr>
            </a:lvl7pPr>
            <a:lvl8pPr lvl="7" algn="l" rtl="0">
              <a:spcBef>
                <a:spcPts val="0"/>
              </a:spcBef>
              <a:spcAft>
                <a:spcPts val="0"/>
              </a:spcAft>
              <a:buClr>
                <a:schemeClr val="dk2"/>
              </a:buClr>
              <a:buSzPts val="3800"/>
              <a:buNone/>
              <a:defRPr sz="3800">
                <a:solidFill>
                  <a:schemeClr val="dk2"/>
                </a:solidFill>
              </a:defRPr>
            </a:lvl8pPr>
            <a:lvl9pPr lvl="8" algn="l" rtl="0">
              <a:spcBef>
                <a:spcPts val="0"/>
              </a:spcBef>
              <a:spcAft>
                <a:spcPts val="0"/>
              </a:spcAft>
              <a:buClr>
                <a:schemeClr val="dk2"/>
              </a:buClr>
              <a:buSzPts val="3800"/>
              <a:buNone/>
              <a:defRPr sz="3800">
                <a:solidFill>
                  <a:schemeClr val="dk2"/>
                </a:solidFill>
              </a:defRPr>
            </a:lvl9pPr>
          </a:lstStyle>
          <a:p>
            <a:r>
              <a:t>xx%</a:t>
            </a:r>
          </a:p>
        </p:txBody>
      </p:sp>
      <p:sp>
        <p:nvSpPr>
          <p:cNvPr id="70" name="Google Shape;70;p13"/>
          <p:cNvSpPr txBox="1">
            <a:spLocks noGrp="1"/>
          </p:cNvSpPr>
          <p:nvPr>
            <p:ph type="subTitle" idx="7"/>
          </p:nvPr>
        </p:nvSpPr>
        <p:spPr>
          <a:xfrm>
            <a:off x="6237400" y="1932000"/>
            <a:ext cx="2399400" cy="334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Unna"/>
              <a:buNone/>
              <a:defRPr sz="2400">
                <a:latin typeface="Unna"/>
                <a:ea typeface="Unna"/>
                <a:cs typeface="Unna"/>
                <a:sym typeface="Unna"/>
              </a:defRPr>
            </a:lvl1pPr>
            <a:lvl2pPr lvl="1" rtl="0">
              <a:lnSpc>
                <a:spcPct val="100000"/>
              </a:lnSpc>
              <a:spcBef>
                <a:spcPts val="0"/>
              </a:spcBef>
              <a:spcAft>
                <a:spcPts val="0"/>
              </a:spcAft>
              <a:buSzPts val="2400"/>
              <a:buFont typeface="Unna"/>
              <a:buNone/>
              <a:defRPr sz="2400">
                <a:latin typeface="Unna"/>
                <a:ea typeface="Unna"/>
                <a:cs typeface="Unna"/>
                <a:sym typeface="Unna"/>
              </a:defRPr>
            </a:lvl2pPr>
            <a:lvl3pPr lvl="2" rtl="0">
              <a:lnSpc>
                <a:spcPct val="100000"/>
              </a:lnSpc>
              <a:spcBef>
                <a:spcPts val="0"/>
              </a:spcBef>
              <a:spcAft>
                <a:spcPts val="0"/>
              </a:spcAft>
              <a:buSzPts val="2400"/>
              <a:buFont typeface="Unna"/>
              <a:buNone/>
              <a:defRPr sz="2400">
                <a:latin typeface="Unna"/>
                <a:ea typeface="Unna"/>
                <a:cs typeface="Unna"/>
                <a:sym typeface="Unna"/>
              </a:defRPr>
            </a:lvl3pPr>
            <a:lvl4pPr lvl="3" rtl="0">
              <a:lnSpc>
                <a:spcPct val="100000"/>
              </a:lnSpc>
              <a:spcBef>
                <a:spcPts val="0"/>
              </a:spcBef>
              <a:spcAft>
                <a:spcPts val="0"/>
              </a:spcAft>
              <a:buSzPts val="2400"/>
              <a:buFont typeface="Unna"/>
              <a:buNone/>
              <a:defRPr sz="2400">
                <a:latin typeface="Unna"/>
                <a:ea typeface="Unna"/>
                <a:cs typeface="Unna"/>
                <a:sym typeface="Unna"/>
              </a:defRPr>
            </a:lvl4pPr>
            <a:lvl5pPr lvl="4" rtl="0">
              <a:lnSpc>
                <a:spcPct val="100000"/>
              </a:lnSpc>
              <a:spcBef>
                <a:spcPts val="0"/>
              </a:spcBef>
              <a:spcAft>
                <a:spcPts val="0"/>
              </a:spcAft>
              <a:buSzPts val="2400"/>
              <a:buFont typeface="Unna"/>
              <a:buNone/>
              <a:defRPr sz="2400">
                <a:latin typeface="Unna"/>
                <a:ea typeface="Unna"/>
                <a:cs typeface="Unna"/>
                <a:sym typeface="Unna"/>
              </a:defRPr>
            </a:lvl5pPr>
            <a:lvl6pPr lvl="5" rtl="0">
              <a:lnSpc>
                <a:spcPct val="100000"/>
              </a:lnSpc>
              <a:spcBef>
                <a:spcPts val="0"/>
              </a:spcBef>
              <a:spcAft>
                <a:spcPts val="0"/>
              </a:spcAft>
              <a:buSzPts val="2400"/>
              <a:buFont typeface="Unna"/>
              <a:buNone/>
              <a:defRPr sz="2400">
                <a:latin typeface="Unna"/>
                <a:ea typeface="Unna"/>
                <a:cs typeface="Unna"/>
                <a:sym typeface="Unna"/>
              </a:defRPr>
            </a:lvl6pPr>
            <a:lvl7pPr lvl="6" rtl="0">
              <a:lnSpc>
                <a:spcPct val="100000"/>
              </a:lnSpc>
              <a:spcBef>
                <a:spcPts val="0"/>
              </a:spcBef>
              <a:spcAft>
                <a:spcPts val="0"/>
              </a:spcAft>
              <a:buSzPts val="2400"/>
              <a:buFont typeface="Unna"/>
              <a:buNone/>
              <a:defRPr sz="2400">
                <a:latin typeface="Unna"/>
                <a:ea typeface="Unna"/>
                <a:cs typeface="Unna"/>
                <a:sym typeface="Unna"/>
              </a:defRPr>
            </a:lvl7pPr>
            <a:lvl8pPr lvl="7" rtl="0">
              <a:lnSpc>
                <a:spcPct val="100000"/>
              </a:lnSpc>
              <a:spcBef>
                <a:spcPts val="0"/>
              </a:spcBef>
              <a:spcAft>
                <a:spcPts val="0"/>
              </a:spcAft>
              <a:buSzPts val="2400"/>
              <a:buFont typeface="Unna"/>
              <a:buNone/>
              <a:defRPr sz="2400">
                <a:latin typeface="Unna"/>
                <a:ea typeface="Unna"/>
                <a:cs typeface="Unna"/>
                <a:sym typeface="Unna"/>
              </a:defRPr>
            </a:lvl8pPr>
            <a:lvl9pPr lvl="8" rtl="0">
              <a:lnSpc>
                <a:spcPct val="100000"/>
              </a:lnSpc>
              <a:spcBef>
                <a:spcPts val="0"/>
              </a:spcBef>
              <a:spcAft>
                <a:spcPts val="0"/>
              </a:spcAft>
              <a:buSzPts val="2400"/>
              <a:buFont typeface="Unna"/>
              <a:buNone/>
              <a:defRPr sz="2400">
                <a:latin typeface="Unna"/>
                <a:ea typeface="Unna"/>
                <a:cs typeface="Unna"/>
                <a:sym typeface="Unna"/>
              </a:defRPr>
            </a:lvl9pPr>
          </a:lstStyle>
          <a:p>
            <a:endParaRPr/>
          </a:p>
        </p:txBody>
      </p:sp>
      <p:sp>
        <p:nvSpPr>
          <p:cNvPr id="71" name="Google Shape;71;p13"/>
          <p:cNvSpPr txBox="1">
            <a:spLocks noGrp="1"/>
          </p:cNvSpPr>
          <p:nvPr>
            <p:ph type="subTitle" idx="8"/>
          </p:nvPr>
        </p:nvSpPr>
        <p:spPr>
          <a:xfrm>
            <a:off x="6237400" y="2340475"/>
            <a:ext cx="2399400" cy="526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72" name="Google Shape;72;p13"/>
          <p:cNvSpPr txBox="1">
            <a:spLocks noGrp="1"/>
          </p:cNvSpPr>
          <p:nvPr>
            <p:ph type="title" idx="9" hasCustomPrompt="1"/>
          </p:nvPr>
        </p:nvSpPr>
        <p:spPr>
          <a:xfrm>
            <a:off x="6237400" y="1407400"/>
            <a:ext cx="2399400" cy="4782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dk2"/>
              </a:buClr>
              <a:buSzPts val="3800"/>
              <a:buNone/>
              <a:defRPr sz="3800">
                <a:solidFill>
                  <a:schemeClr val="dk2"/>
                </a:solidFill>
              </a:defRPr>
            </a:lvl1pPr>
            <a:lvl2pPr lvl="1" algn="l" rtl="0">
              <a:spcBef>
                <a:spcPts val="0"/>
              </a:spcBef>
              <a:spcAft>
                <a:spcPts val="0"/>
              </a:spcAft>
              <a:buClr>
                <a:schemeClr val="dk2"/>
              </a:buClr>
              <a:buSzPts val="3800"/>
              <a:buNone/>
              <a:defRPr sz="3800">
                <a:solidFill>
                  <a:schemeClr val="dk2"/>
                </a:solidFill>
              </a:defRPr>
            </a:lvl2pPr>
            <a:lvl3pPr lvl="2" algn="l" rtl="0">
              <a:spcBef>
                <a:spcPts val="0"/>
              </a:spcBef>
              <a:spcAft>
                <a:spcPts val="0"/>
              </a:spcAft>
              <a:buClr>
                <a:schemeClr val="dk2"/>
              </a:buClr>
              <a:buSzPts val="3800"/>
              <a:buNone/>
              <a:defRPr sz="3800">
                <a:solidFill>
                  <a:schemeClr val="dk2"/>
                </a:solidFill>
              </a:defRPr>
            </a:lvl3pPr>
            <a:lvl4pPr lvl="3" algn="l" rtl="0">
              <a:spcBef>
                <a:spcPts val="0"/>
              </a:spcBef>
              <a:spcAft>
                <a:spcPts val="0"/>
              </a:spcAft>
              <a:buClr>
                <a:schemeClr val="dk2"/>
              </a:buClr>
              <a:buSzPts val="3800"/>
              <a:buNone/>
              <a:defRPr sz="3800">
                <a:solidFill>
                  <a:schemeClr val="dk2"/>
                </a:solidFill>
              </a:defRPr>
            </a:lvl4pPr>
            <a:lvl5pPr lvl="4" algn="l" rtl="0">
              <a:spcBef>
                <a:spcPts val="0"/>
              </a:spcBef>
              <a:spcAft>
                <a:spcPts val="0"/>
              </a:spcAft>
              <a:buClr>
                <a:schemeClr val="dk2"/>
              </a:buClr>
              <a:buSzPts val="3800"/>
              <a:buNone/>
              <a:defRPr sz="3800">
                <a:solidFill>
                  <a:schemeClr val="dk2"/>
                </a:solidFill>
              </a:defRPr>
            </a:lvl5pPr>
            <a:lvl6pPr lvl="5" algn="l" rtl="0">
              <a:spcBef>
                <a:spcPts val="0"/>
              </a:spcBef>
              <a:spcAft>
                <a:spcPts val="0"/>
              </a:spcAft>
              <a:buClr>
                <a:schemeClr val="dk2"/>
              </a:buClr>
              <a:buSzPts val="3800"/>
              <a:buNone/>
              <a:defRPr sz="3800">
                <a:solidFill>
                  <a:schemeClr val="dk2"/>
                </a:solidFill>
              </a:defRPr>
            </a:lvl6pPr>
            <a:lvl7pPr lvl="6" algn="l" rtl="0">
              <a:spcBef>
                <a:spcPts val="0"/>
              </a:spcBef>
              <a:spcAft>
                <a:spcPts val="0"/>
              </a:spcAft>
              <a:buClr>
                <a:schemeClr val="dk2"/>
              </a:buClr>
              <a:buSzPts val="3800"/>
              <a:buNone/>
              <a:defRPr sz="3800">
                <a:solidFill>
                  <a:schemeClr val="dk2"/>
                </a:solidFill>
              </a:defRPr>
            </a:lvl7pPr>
            <a:lvl8pPr lvl="7" algn="l" rtl="0">
              <a:spcBef>
                <a:spcPts val="0"/>
              </a:spcBef>
              <a:spcAft>
                <a:spcPts val="0"/>
              </a:spcAft>
              <a:buClr>
                <a:schemeClr val="dk2"/>
              </a:buClr>
              <a:buSzPts val="3800"/>
              <a:buNone/>
              <a:defRPr sz="3800">
                <a:solidFill>
                  <a:schemeClr val="dk2"/>
                </a:solidFill>
              </a:defRPr>
            </a:lvl8pPr>
            <a:lvl9pPr lvl="8" algn="l" rtl="0">
              <a:spcBef>
                <a:spcPts val="0"/>
              </a:spcBef>
              <a:spcAft>
                <a:spcPts val="0"/>
              </a:spcAft>
              <a:buClr>
                <a:schemeClr val="dk2"/>
              </a:buClr>
              <a:buSzPts val="3800"/>
              <a:buNone/>
              <a:defRPr sz="3800">
                <a:solidFill>
                  <a:schemeClr val="dk2"/>
                </a:solidFill>
              </a:defRPr>
            </a:lvl9pPr>
          </a:lstStyle>
          <a:p>
            <a:r>
              <a:t>xx%</a:t>
            </a:r>
          </a:p>
        </p:txBody>
      </p:sp>
      <p:sp>
        <p:nvSpPr>
          <p:cNvPr id="73" name="Google Shape;73;p13"/>
          <p:cNvSpPr txBox="1">
            <a:spLocks noGrp="1"/>
          </p:cNvSpPr>
          <p:nvPr>
            <p:ph type="subTitle" idx="13"/>
          </p:nvPr>
        </p:nvSpPr>
        <p:spPr>
          <a:xfrm>
            <a:off x="6237400" y="3664450"/>
            <a:ext cx="2399400" cy="334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Unna"/>
              <a:buNone/>
              <a:defRPr sz="2400">
                <a:latin typeface="Unna"/>
                <a:ea typeface="Unna"/>
                <a:cs typeface="Unna"/>
                <a:sym typeface="Unna"/>
              </a:defRPr>
            </a:lvl1pPr>
            <a:lvl2pPr lvl="1" rtl="0">
              <a:lnSpc>
                <a:spcPct val="100000"/>
              </a:lnSpc>
              <a:spcBef>
                <a:spcPts val="0"/>
              </a:spcBef>
              <a:spcAft>
                <a:spcPts val="0"/>
              </a:spcAft>
              <a:buSzPts val="2400"/>
              <a:buFont typeface="Unna"/>
              <a:buNone/>
              <a:defRPr sz="2400">
                <a:latin typeface="Unna"/>
                <a:ea typeface="Unna"/>
                <a:cs typeface="Unna"/>
                <a:sym typeface="Unna"/>
              </a:defRPr>
            </a:lvl2pPr>
            <a:lvl3pPr lvl="2" rtl="0">
              <a:lnSpc>
                <a:spcPct val="100000"/>
              </a:lnSpc>
              <a:spcBef>
                <a:spcPts val="0"/>
              </a:spcBef>
              <a:spcAft>
                <a:spcPts val="0"/>
              </a:spcAft>
              <a:buSzPts val="2400"/>
              <a:buFont typeface="Unna"/>
              <a:buNone/>
              <a:defRPr sz="2400">
                <a:latin typeface="Unna"/>
                <a:ea typeface="Unna"/>
                <a:cs typeface="Unna"/>
                <a:sym typeface="Unna"/>
              </a:defRPr>
            </a:lvl3pPr>
            <a:lvl4pPr lvl="3" rtl="0">
              <a:lnSpc>
                <a:spcPct val="100000"/>
              </a:lnSpc>
              <a:spcBef>
                <a:spcPts val="0"/>
              </a:spcBef>
              <a:spcAft>
                <a:spcPts val="0"/>
              </a:spcAft>
              <a:buSzPts val="2400"/>
              <a:buFont typeface="Unna"/>
              <a:buNone/>
              <a:defRPr sz="2400">
                <a:latin typeface="Unna"/>
                <a:ea typeface="Unna"/>
                <a:cs typeface="Unna"/>
                <a:sym typeface="Unna"/>
              </a:defRPr>
            </a:lvl4pPr>
            <a:lvl5pPr lvl="4" rtl="0">
              <a:lnSpc>
                <a:spcPct val="100000"/>
              </a:lnSpc>
              <a:spcBef>
                <a:spcPts val="0"/>
              </a:spcBef>
              <a:spcAft>
                <a:spcPts val="0"/>
              </a:spcAft>
              <a:buSzPts val="2400"/>
              <a:buFont typeface="Unna"/>
              <a:buNone/>
              <a:defRPr sz="2400">
                <a:latin typeface="Unna"/>
                <a:ea typeface="Unna"/>
                <a:cs typeface="Unna"/>
                <a:sym typeface="Unna"/>
              </a:defRPr>
            </a:lvl5pPr>
            <a:lvl6pPr lvl="5" rtl="0">
              <a:lnSpc>
                <a:spcPct val="100000"/>
              </a:lnSpc>
              <a:spcBef>
                <a:spcPts val="0"/>
              </a:spcBef>
              <a:spcAft>
                <a:spcPts val="0"/>
              </a:spcAft>
              <a:buSzPts val="2400"/>
              <a:buFont typeface="Unna"/>
              <a:buNone/>
              <a:defRPr sz="2400">
                <a:latin typeface="Unna"/>
                <a:ea typeface="Unna"/>
                <a:cs typeface="Unna"/>
                <a:sym typeface="Unna"/>
              </a:defRPr>
            </a:lvl6pPr>
            <a:lvl7pPr lvl="6" rtl="0">
              <a:lnSpc>
                <a:spcPct val="100000"/>
              </a:lnSpc>
              <a:spcBef>
                <a:spcPts val="0"/>
              </a:spcBef>
              <a:spcAft>
                <a:spcPts val="0"/>
              </a:spcAft>
              <a:buSzPts val="2400"/>
              <a:buFont typeface="Unna"/>
              <a:buNone/>
              <a:defRPr sz="2400">
                <a:latin typeface="Unna"/>
                <a:ea typeface="Unna"/>
                <a:cs typeface="Unna"/>
                <a:sym typeface="Unna"/>
              </a:defRPr>
            </a:lvl7pPr>
            <a:lvl8pPr lvl="7" rtl="0">
              <a:lnSpc>
                <a:spcPct val="100000"/>
              </a:lnSpc>
              <a:spcBef>
                <a:spcPts val="0"/>
              </a:spcBef>
              <a:spcAft>
                <a:spcPts val="0"/>
              </a:spcAft>
              <a:buSzPts val="2400"/>
              <a:buFont typeface="Unna"/>
              <a:buNone/>
              <a:defRPr sz="2400">
                <a:latin typeface="Unna"/>
                <a:ea typeface="Unna"/>
                <a:cs typeface="Unna"/>
                <a:sym typeface="Unna"/>
              </a:defRPr>
            </a:lvl8pPr>
            <a:lvl9pPr lvl="8" rtl="0">
              <a:lnSpc>
                <a:spcPct val="100000"/>
              </a:lnSpc>
              <a:spcBef>
                <a:spcPts val="0"/>
              </a:spcBef>
              <a:spcAft>
                <a:spcPts val="0"/>
              </a:spcAft>
              <a:buSzPts val="2400"/>
              <a:buFont typeface="Unna"/>
              <a:buNone/>
              <a:defRPr sz="2400">
                <a:latin typeface="Unna"/>
                <a:ea typeface="Unna"/>
                <a:cs typeface="Unna"/>
                <a:sym typeface="Unna"/>
              </a:defRPr>
            </a:lvl9pPr>
          </a:lstStyle>
          <a:p>
            <a:endParaRPr/>
          </a:p>
        </p:txBody>
      </p:sp>
      <p:sp>
        <p:nvSpPr>
          <p:cNvPr id="74" name="Google Shape;74;p13"/>
          <p:cNvSpPr txBox="1">
            <a:spLocks noGrp="1"/>
          </p:cNvSpPr>
          <p:nvPr>
            <p:ph type="subTitle" idx="14"/>
          </p:nvPr>
        </p:nvSpPr>
        <p:spPr>
          <a:xfrm>
            <a:off x="6237400" y="4072925"/>
            <a:ext cx="2399400" cy="526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75" name="Google Shape;75;p13"/>
          <p:cNvSpPr txBox="1">
            <a:spLocks noGrp="1"/>
          </p:cNvSpPr>
          <p:nvPr>
            <p:ph type="title" idx="15" hasCustomPrompt="1"/>
          </p:nvPr>
        </p:nvSpPr>
        <p:spPr>
          <a:xfrm>
            <a:off x="6237400" y="3139850"/>
            <a:ext cx="2399400" cy="4782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dk2"/>
              </a:buClr>
              <a:buSzPts val="3800"/>
              <a:buNone/>
              <a:defRPr sz="3800">
                <a:solidFill>
                  <a:schemeClr val="dk2"/>
                </a:solidFill>
              </a:defRPr>
            </a:lvl1pPr>
            <a:lvl2pPr lvl="1" algn="l" rtl="0">
              <a:spcBef>
                <a:spcPts val="0"/>
              </a:spcBef>
              <a:spcAft>
                <a:spcPts val="0"/>
              </a:spcAft>
              <a:buClr>
                <a:schemeClr val="dk2"/>
              </a:buClr>
              <a:buSzPts val="3800"/>
              <a:buNone/>
              <a:defRPr sz="3800">
                <a:solidFill>
                  <a:schemeClr val="dk2"/>
                </a:solidFill>
              </a:defRPr>
            </a:lvl2pPr>
            <a:lvl3pPr lvl="2" algn="l" rtl="0">
              <a:spcBef>
                <a:spcPts val="0"/>
              </a:spcBef>
              <a:spcAft>
                <a:spcPts val="0"/>
              </a:spcAft>
              <a:buClr>
                <a:schemeClr val="dk2"/>
              </a:buClr>
              <a:buSzPts val="3800"/>
              <a:buNone/>
              <a:defRPr sz="3800">
                <a:solidFill>
                  <a:schemeClr val="dk2"/>
                </a:solidFill>
              </a:defRPr>
            </a:lvl3pPr>
            <a:lvl4pPr lvl="3" algn="l" rtl="0">
              <a:spcBef>
                <a:spcPts val="0"/>
              </a:spcBef>
              <a:spcAft>
                <a:spcPts val="0"/>
              </a:spcAft>
              <a:buClr>
                <a:schemeClr val="dk2"/>
              </a:buClr>
              <a:buSzPts val="3800"/>
              <a:buNone/>
              <a:defRPr sz="3800">
                <a:solidFill>
                  <a:schemeClr val="dk2"/>
                </a:solidFill>
              </a:defRPr>
            </a:lvl4pPr>
            <a:lvl5pPr lvl="4" algn="l" rtl="0">
              <a:spcBef>
                <a:spcPts val="0"/>
              </a:spcBef>
              <a:spcAft>
                <a:spcPts val="0"/>
              </a:spcAft>
              <a:buClr>
                <a:schemeClr val="dk2"/>
              </a:buClr>
              <a:buSzPts val="3800"/>
              <a:buNone/>
              <a:defRPr sz="3800">
                <a:solidFill>
                  <a:schemeClr val="dk2"/>
                </a:solidFill>
              </a:defRPr>
            </a:lvl5pPr>
            <a:lvl6pPr lvl="5" algn="l" rtl="0">
              <a:spcBef>
                <a:spcPts val="0"/>
              </a:spcBef>
              <a:spcAft>
                <a:spcPts val="0"/>
              </a:spcAft>
              <a:buClr>
                <a:schemeClr val="dk2"/>
              </a:buClr>
              <a:buSzPts val="3800"/>
              <a:buNone/>
              <a:defRPr sz="3800">
                <a:solidFill>
                  <a:schemeClr val="dk2"/>
                </a:solidFill>
              </a:defRPr>
            </a:lvl6pPr>
            <a:lvl7pPr lvl="6" algn="l" rtl="0">
              <a:spcBef>
                <a:spcPts val="0"/>
              </a:spcBef>
              <a:spcAft>
                <a:spcPts val="0"/>
              </a:spcAft>
              <a:buClr>
                <a:schemeClr val="dk2"/>
              </a:buClr>
              <a:buSzPts val="3800"/>
              <a:buNone/>
              <a:defRPr sz="3800">
                <a:solidFill>
                  <a:schemeClr val="dk2"/>
                </a:solidFill>
              </a:defRPr>
            </a:lvl7pPr>
            <a:lvl8pPr lvl="7" algn="l" rtl="0">
              <a:spcBef>
                <a:spcPts val="0"/>
              </a:spcBef>
              <a:spcAft>
                <a:spcPts val="0"/>
              </a:spcAft>
              <a:buClr>
                <a:schemeClr val="dk2"/>
              </a:buClr>
              <a:buSzPts val="3800"/>
              <a:buNone/>
              <a:defRPr sz="3800">
                <a:solidFill>
                  <a:schemeClr val="dk2"/>
                </a:solidFill>
              </a:defRPr>
            </a:lvl8pPr>
            <a:lvl9pPr lvl="8" algn="l" rtl="0">
              <a:spcBef>
                <a:spcPts val="0"/>
              </a:spcBef>
              <a:spcAft>
                <a:spcPts val="0"/>
              </a:spcAft>
              <a:buClr>
                <a:schemeClr val="dk2"/>
              </a:buClr>
              <a:buSzPts val="3800"/>
              <a:buNone/>
              <a:defRPr sz="3800">
                <a:solidFill>
                  <a:schemeClr val="dk2"/>
                </a:solidFill>
              </a:defRPr>
            </a:lvl9pPr>
          </a:lstStyle>
          <a:p>
            <a:r>
              <a:t>xx%</a:t>
            </a:r>
          </a:p>
        </p:txBody>
      </p:sp>
      <p:sp>
        <p:nvSpPr>
          <p:cNvPr id="76" name="Google Shape;76;p13"/>
          <p:cNvSpPr txBox="1">
            <a:spLocks noGrp="1"/>
          </p:cNvSpPr>
          <p:nvPr>
            <p:ph type="subTitle" idx="16"/>
          </p:nvPr>
        </p:nvSpPr>
        <p:spPr>
          <a:xfrm>
            <a:off x="3475313" y="1932000"/>
            <a:ext cx="2399400" cy="334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Unna"/>
              <a:buNone/>
              <a:defRPr sz="2400">
                <a:latin typeface="Unna"/>
                <a:ea typeface="Unna"/>
                <a:cs typeface="Unna"/>
                <a:sym typeface="Unna"/>
              </a:defRPr>
            </a:lvl1pPr>
            <a:lvl2pPr lvl="1" rtl="0">
              <a:lnSpc>
                <a:spcPct val="100000"/>
              </a:lnSpc>
              <a:spcBef>
                <a:spcPts val="0"/>
              </a:spcBef>
              <a:spcAft>
                <a:spcPts val="0"/>
              </a:spcAft>
              <a:buSzPts val="2400"/>
              <a:buFont typeface="Unna"/>
              <a:buNone/>
              <a:defRPr sz="2400">
                <a:latin typeface="Unna"/>
                <a:ea typeface="Unna"/>
                <a:cs typeface="Unna"/>
                <a:sym typeface="Unna"/>
              </a:defRPr>
            </a:lvl2pPr>
            <a:lvl3pPr lvl="2" rtl="0">
              <a:lnSpc>
                <a:spcPct val="100000"/>
              </a:lnSpc>
              <a:spcBef>
                <a:spcPts val="0"/>
              </a:spcBef>
              <a:spcAft>
                <a:spcPts val="0"/>
              </a:spcAft>
              <a:buSzPts val="2400"/>
              <a:buFont typeface="Unna"/>
              <a:buNone/>
              <a:defRPr sz="2400">
                <a:latin typeface="Unna"/>
                <a:ea typeface="Unna"/>
                <a:cs typeface="Unna"/>
                <a:sym typeface="Unna"/>
              </a:defRPr>
            </a:lvl3pPr>
            <a:lvl4pPr lvl="3" rtl="0">
              <a:lnSpc>
                <a:spcPct val="100000"/>
              </a:lnSpc>
              <a:spcBef>
                <a:spcPts val="0"/>
              </a:spcBef>
              <a:spcAft>
                <a:spcPts val="0"/>
              </a:spcAft>
              <a:buSzPts val="2400"/>
              <a:buFont typeface="Unna"/>
              <a:buNone/>
              <a:defRPr sz="2400">
                <a:latin typeface="Unna"/>
                <a:ea typeface="Unna"/>
                <a:cs typeface="Unna"/>
                <a:sym typeface="Unna"/>
              </a:defRPr>
            </a:lvl4pPr>
            <a:lvl5pPr lvl="4" rtl="0">
              <a:lnSpc>
                <a:spcPct val="100000"/>
              </a:lnSpc>
              <a:spcBef>
                <a:spcPts val="0"/>
              </a:spcBef>
              <a:spcAft>
                <a:spcPts val="0"/>
              </a:spcAft>
              <a:buSzPts val="2400"/>
              <a:buFont typeface="Unna"/>
              <a:buNone/>
              <a:defRPr sz="2400">
                <a:latin typeface="Unna"/>
                <a:ea typeface="Unna"/>
                <a:cs typeface="Unna"/>
                <a:sym typeface="Unna"/>
              </a:defRPr>
            </a:lvl5pPr>
            <a:lvl6pPr lvl="5" rtl="0">
              <a:lnSpc>
                <a:spcPct val="100000"/>
              </a:lnSpc>
              <a:spcBef>
                <a:spcPts val="0"/>
              </a:spcBef>
              <a:spcAft>
                <a:spcPts val="0"/>
              </a:spcAft>
              <a:buSzPts val="2400"/>
              <a:buFont typeface="Unna"/>
              <a:buNone/>
              <a:defRPr sz="2400">
                <a:latin typeface="Unna"/>
                <a:ea typeface="Unna"/>
                <a:cs typeface="Unna"/>
                <a:sym typeface="Unna"/>
              </a:defRPr>
            </a:lvl6pPr>
            <a:lvl7pPr lvl="6" rtl="0">
              <a:lnSpc>
                <a:spcPct val="100000"/>
              </a:lnSpc>
              <a:spcBef>
                <a:spcPts val="0"/>
              </a:spcBef>
              <a:spcAft>
                <a:spcPts val="0"/>
              </a:spcAft>
              <a:buSzPts val="2400"/>
              <a:buFont typeface="Unna"/>
              <a:buNone/>
              <a:defRPr sz="2400">
                <a:latin typeface="Unna"/>
                <a:ea typeface="Unna"/>
                <a:cs typeface="Unna"/>
                <a:sym typeface="Unna"/>
              </a:defRPr>
            </a:lvl7pPr>
            <a:lvl8pPr lvl="7" rtl="0">
              <a:lnSpc>
                <a:spcPct val="100000"/>
              </a:lnSpc>
              <a:spcBef>
                <a:spcPts val="0"/>
              </a:spcBef>
              <a:spcAft>
                <a:spcPts val="0"/>
              </a:spcAft>
              <a:buSzPts val="2400"/>
              <a:buFont typeface="Unna"/>
              <a:buNone/>
              <a:defRPr sz="2400">
                <a:latin typeface="Unna"/>
                <a:ea typeface="Unna"/>
                <a:cs typeface="Unna"/>
                <a:sym typeface="Unna"/>
              </a:defRPr>
            </a:lvl8pPr>
            <a:lvl9pPr lvl="8" rtl="0">
              <a:lnSpc>
                <a:spcPct val="100000"/>
              </a:lnSpc>
              <a:spcBef>
                <a:spcPts val="0"/>
              </a:spcBef>
              <a:spcAft>
                <a:spcPts val="0"/>
              </a:spcAft>
              <a:buSzPts val="2400"/>
              <a:buFont typeface="Unna"/>
              <a:buNone/>
              <a:defRPr sz="2400">
                <a:latin typeface="Unna"/>
                <a:ea typeface="Unna"/>
                <a:cs typeface="Unna"/>
                <a:sym typeface="Unna"/>
              </a:defRPr>
            </a:lvl9pPr>
          </a:lstStyle>
          <a:p>
            <a:endParaRPr/>
          </a:p>
        </p:txBody>
      </p:sp>
      <p:sp>
        <p:nvSpPr>
          <p:cNvPr id="77" name="Google Shape;77;p13"/>
          <p:cNvSpPr txBox="1">
            <a:spLocks noGrp="1"/>
          </p:cNvSpPr>
          <p:nvPr>
            <p:ph type="subTitle" idx="17"/>
          </p:nvPr>
        </p:nvSpPr>
        <p:spPr>
          <a:xfrm>
            <a:off x="3475313" y="2340475"/>
            <a:ext cx="2399400" cy="526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78" name="Google Shape;78;p13"/>
          <p:cNvSpPr txBox="1">
            <a:spLocks noGrp="1"/>
          </p:cNvSpPr>
          <p:nvPr>
            <p:ph type="title" idx="18" hasCustomPrompt="1"/>
          </p:nvPr>
        </p:nvSpPr>
        <p:spPr>
          <a:xfrm>
            <a:off x="3475313" y="1407400"/>
            <a:ext cx="2399400" cy="4782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dk2"/>
              </a:buClr>
              <a:buSzPts val="3800"/>
              <a:buNone/>
              <a:defRPr sz="3800">
                <a:solidFill>
                  <a:schemeClr val="dk2"/>
                </a:solidFill>
              </a:defRPr>
            </a:lvl1pPr>
            <a:lvl2pPr lvl="1" algn="l" rtl="0">
              <a:spcBef>
                <a:spcPts val="0"/>
              </a:spcBef>
              <a:spcAft>
                <a:spcPts val="0"/>
              </a:spcAft>
              <a:buClr>
                <a:schemeClr val="dk2"/>
              </a:buClr>
              <a:buSzPts val="3800"/>
              <a:buNone/>
              <a:defRPr sz="3800">
                <a:solidFill>
                  <a:schemeClr val="dk2"/>
                </a:solidFill>
              </a:defRPr>
            </a:lvl2pPr>
            <a:lvl3pPr lvl="2" algn="l" rtl="0">
              <a:spcBef>
                <a:spcPts val="0"/>
              </a:spcBef>
              <a:spcAft>
                <a:spcPts val="0"/>
              </a:spcAft>
              <a:buClr>
                <a:schemeClr val="dk2"/>
              </a:buClr>
              <a:buSzPts val="3800"/>
              <a:buNone/>
              <a:defRPr sz="3800">
                <a:solidFill>
                  <a:schemeClr val="dk2"/>
                </a:solidFill>
              </a:defRPr>
            </a:lvl3pPr>
            <a:lvl4pPr lvl="3" algn="l" rtl="0">
              <a:spcBef>
                <a:spcPts val="0"/>
              </a:spcBef>
              <a:spcAft>
                <a:spcPts val="0"/>
              </a:spcAft>
              <a:buClr>
                <a:schemeClr val="dk2"/>
              </a:buClr>
              <a:buSzPts val="3800"/>
              <a:buNone/>
              <a:defRPr sz="3800">
                <a:solidFill>
                  <a:schemeClr val="dk2"/>
                </a:solidFill>
              </a:defRPr>
            </a:lvl4pPr>
            <a:lvl5pPr lvl="4" algn="l" rtl="0">
              <a:spcBef>
                <a:spcPts val="0"/>
              </a:spcBef>
              <a:spcAft>
                <a:spcPts val="0"/>
              </a:spcAft>
              <a:buClr>
                <a:schemeClr val="dk2"/>
              </a:buClr>
              <a:buSzPts val="3800"/>
              <a:buNone/>
              <a:defRPr sz="3800">
                <a:solidFill>
                  <a:schemeClr val="dk2"/>
                </a:solidFill>
              </a:defRPr>
            </a:lvl5pPr>
            <a:lvl6pPr lvl="5" algn="l" rtl="0">
              <a:spcBef>
                <a:spcPts val="0"/>
              </a:spcBef>
              <a:spcAft>
                <a:spcPts val="0"/>
              </a:spcAft>
              <a:buClr>
                <a:schemeClr val="dk2"/>
              </a:buClr>
              <a:buSzPts val="3800"/>
              <a:buNone/>
              <a:defRPr sz="3800">
                <a:solidFill>
                  <a:schemeClr val="dk2"/>
                </a:solidFill>
              </a:defRPr>
            </a:lvl6pPr>
            <a:lvl7pPr lvl="6" algn="l" rtl="0">
              <a:spcBef>
                <a:spcPts val="0"/>
              </a:spcBef>
              <a:spcAft>
                <a:spcPts val="0"/>
              </a:spcAft>
              <a:buClr>
                <a:schemeClr val="dk2"/>
              </a:buClr>
              <a:buSzPts val="3800"/>
              <a:buNone/>
              <a:defRPr sz="3800">
                <a:solidFill>
                  <a:schemeClr val="dk2"/>
                </a:solidFill>
              </a:defRPr>
            </a:lvl7pPr>
            <a:lvl8pPr lvl="7" algn="l" rtl="0">
              <a:spcBef>
                <a:spcPts val="0"/>
              </a:spcBef>
              <a:spcAft>
                <a:spcPts val="0"/>
              </a:spcAft>
              <a:buClr>
                <a:schemeClr val="dk2"/>
              </a:buClr>
              <a:buSzPts val="3800"/>
              <a:buNone/>
              <a:defRPr sz="3800">
                <a:solidFill>
                  <a:schemeClr val="dk2"/>
                </a:solidFill>
              </a:defRPr>
            </a:lvl8pPr>
            <a:lvl9pPr lvl="8" algn="l" rtl="0">
              <a:spcBef>
                <a:spcPts val="0"/>
              </a:spcBef>
              <a:spcAft>
                <a:spcPts val="0"/>
              </a:spcAft>
              <a:buClr>
                <a:schemeClr val="dk2"/>
              </a:buClr>
              <a:buSzPts val="3800"/>
              <a:buNone/>
              <a:defRPr sz="3800">
                <a:solidFill>
                  <a:schemeClr val="dk2"/>
                </a:solidFill>
              </a:defRPr>
            </a:lvl9pPr>
          </a:lstStyle>
          <a:p>
            <a:r>
              <a:t>xx%</a:t>
            </a:r>
          </a:p>
        </p:txBody>
      </p:sp>
      <p:sp>
        <p:nvSpPr>
          <p:cNvPr id="79" name="Google Shape;79;p13"/>
          <p:cNvSpPr txBox="1">
            <a:spLocks noGrp="1"/>
          </p:cNvSpPr>
          <p:nvPr>
            <p:ph type="subTitle" idx="19"/>
          </p:nvPr>
        </p:nvSpPr>
        <p:spPr>
          <a:xfrm>
            <a:off x="3475313" y="3664450"/>
            <a:ext cx="2399400" cy="334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Unna"/>
              <a:buNone/>
              <a:defRPr sz="2400">
                <a:latin typeface="Unna"/>
                <a:ea typeface="Unna"/>
                <a:cs typeface="Unna"/>
                <a:sym typeface="Unna"/>
              </a:defRPr>
            </a:lvl1pPr>
            <a:lvl2pPr lvl="1" rtl="0">
              <a:lnSpc>
                <a:spcPct val="100000"/>
              </a:lnSpc>
              <a:spcBef>
                <a:spcPts val="0"/>
              </a:spcBef>
              <a:spcAft>
                <a:spcPts val="0"/>
              </a:spcAft>
              <a:buSzPts val="2400"/>
              <a:buFont typeface="Unna"/>
              <a:buNone/>
              <a:defRPr sz="2400">
                <a:latin typeface="Unna"/>
                <a:ea typeface="Unna"/>
                <a:cs typeface="Unna"/>
                <a:sym typeface="Unna"/>
              </a:defRPr>
            </a:lvl2pPr>
            <a:lvl3pPr lvl="2" rtl="0">
              <a:lnSpc>
                <a:spcPct val="100000"/>
              </a:lnSpc>
              <a:spcBef>
                <a:spcPts val="0"/>
              </a:spcBef>
              <a:spcAft>
                <a:spcPts val="0"/>
              </a:spcAft>
              <a:buSzPts val="2400"/>
              <a:buFont typeface="Unna"/>
              <a:buNone/>
              <a:defRPr sz="2400">
                <a:latin typeface="Unna"/>
                <a:ea typeface="Unna"/>
                <a:cs typeface="Unna"/>
                <a:sym typeface="Unna"/>
              </a:defRPr>
            </a:lvl3pPr>
            <a:lvl4pPr lvl="3" rtl="0">
              <a:lnSpc>
                <a:spcPct val="100000"/>
              </a:lnSpc>
              <a:spcBef>
                <a:spcPts val="0"/>
              </a:spcBef>
              <a:spcAft>
                <a:spcPts val="0"/>
              </a:spcAft>
              <a:buSzPts val="2400"/>
              <a:buFont typeface="Unna"/>
              <a:buNone/>
              <a:defRPr sz="2400">
                <a:latin typeface="Unna"/>
                <a:ea typeface="Unna"/>
                <a:cs typeface="Unna"/>
                <a:sym typeface="Unna"/>
              </a:defRPr>
            </a:lvl4pPr>
            <a:lvl5pPr lvl="4" rtl="0">
              <a:lnSpc>
                <a:spcPct val="100000"/>
              </a:lnSpc>
              <a:spcBef>
                <a:spcPts val="0"/>
              </a:spcBef>
              <a:spcAft>
                <a:spcPts val="0"/>
              </a:spcAft>
              <a:buSzPts val="2400"/>
              <a:buFont typeface="Unna"/>
              <a:buNone/>
              <a:defRPr sz="2400">
                <a:latin typeface="Unna"/>
                <a:ea typeface="Unna"/>
                <a:cs typeface="Unna"/>
                <a:sym typeface="Unna"/>
              </a:defRPr>
            </a:lvl5pPr>
            <a:lvl6pPr lvl="5" rtl="0">
              <a:lnSpc>
                <a:spcPct val="100000"/>
              </a:lnSpc>
              <a:spcBef>
                <a:spcPts val="0"/>
              </a:spcBef>
              <a:spcAft>
                <a:spcPts val="0"/>
              </a:spcAft>
              <a:buSzPts val="2400"/>
              <a:buFont typeface="Unna"/>
              <a:buNone/>
              <a:defRPr sz="2400">
                <a:latin typeface="Unna"/>
                <a:ea typeface="Unna"/>
                <a:cs typeface="Unna"/>
                <a:sym typeface="Unna"/>
              </a:defRPr>
            </a:lvl6pPr>
            <a:lvl7pPr lvl="6" rtl="0">
              <a:lnSpc>
                <a:spcPct val="100000"/>
              </a:lnSpc>
              <a:spcBef>
                <a:spcPts val="0"/>
              </a:spcBef>
              <a:spcAft>
                <a:spcPts val="0"/>
              </a:spcAft>
              <a:buSzPts val="2400"/>
              <a:buFont typeface="Unna"/>
              <a:buNone/>
              <a:defRPr sz="2400">
                <a:latin typeface="Unna"/>
                <a:ea typeface="Unna"/>
                <a:cs typeface="Unna"/>
                <a:sym typeface="Unna"/>
              </a:defRPr>
            </a:lvl7pPr>
            <a:lvl8pPr lvl="7" rtl="0">
              <a:lnSpc>
                <a:spcPct val="100000"/>
              </a:lnSpc>
              <a:spcBef>
                <a:spcPts val="0"/>
              </a:spcBef>
              <a:spcAft>
                <a:spcPts val="0"/>
              </a:spcAft>
              <a:buSzPts val="2400"/>
              <a:buFont typeface="Unna"/>
              <a:buNone/>
              <a:defRPr sz="2400">
                <a:latin typeface="Unna"/>
                <a:ea typeface="Unna"/>
                <a:cs typeface="Unna"/>
                <a:sym typeface="Unna"/>
              </a:defRPr>
            </a:lvl8pPr>
            <a:lvl9pPr lvl="8" rtl="0">
              <a:lnSpc>
                <a:spcPct val="100000"/>
              </a:lnSpc>
              <a:spcBef>
                <a:spcPts val="0"/>
              </a:spcBef>
              <a:spcAft>
                <a:spcPts val="0"/>
              </a:spcAft>
              <a:buSzPts val="2400"/>
              <a:buFont typeface="Unna"/>
              <a:buNone/>
              <a:defRPr sz="2400">
                <a:latin typeface="Unna"/>
                <a:ea typeface="Unna"/>
                <a:cs typeface="Unna"/>
                <a:sym typeface="Unna"/>
              </a:defRPr>
            </a:lvl9pPr>
          </a:lstStyle>
          <a:p>
            <a:endParaRPr/>
          </a:p>
        </p:txBody>
      </p:sp>
      <p:sp>
        <p:nvSpPr>
          <p:cNvPr id="80" name="Google Shape;80;p13"/>
          <p:cNvSpPr txBox="1">
            <a:spLocks noGrp="1"/>
          </p:cNvSpPr>
          <p:nvPr>
            <p:ph type="subTitle" idx="20"/>
          </p:nvPr>
        </p:nvSpPr>
        <p:spPr>
          <a:xfrm>
            <a:off x="3475313" y="4072925"/>
            <a:ext cx="2399400" cy="526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81" name="Google Shape;81;p13"/>
          <p:cNvSpPr txBox="1">
            <a:spLocks noGrp="1"/>
          </p:cNvSpPr>
          <p:nvPr>
            <p:ph type="title" idx="21" hasCustomPrompt="1"/>
          </p:nvPr>
        </p:nvSpPr>
        <p:spPr>
          <a:xfrm>
            <a:off x="3475313" y="3139850"/>
            <a:ext cx="2399400" cy="4782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dk2"/>
              </a:buClr>
              <a:buSzPts val="3800"/>
              <a:buNone/>
              <a:defRPr sz="3800">
                <a:solidFill>
                  <a:schemeClr val="dk2"/>
                </a:solidFill>
              </a:defRPr>
            </a:lvl1pPr>
            <a:lvl2pPr lvl="1" algn="l" rtl="0">
              <a:spcBef>
                <a:spcPts val="0"/>
              </a:spcBef>
              <a:spcAft>
                <a:spcPts val="0"/>
              </a:spcAft>
              <a:buClr>
                <a:schemeClr val="dk2"/>
              </a:buClr>
              <a:buSzPts val="3800"/>
              <a:buNone/>
              <a:defRPr sz="3800">
                <a:solidFill>
                  <a:schemeClr val="dk2"/>
                </a:solidFill>
              </a:defRPr>
            </a:lvl2pPr>
            <a:lvl3pPr lvl="2" algn="l" rtl="0">
              <a:spcBef>
                <a:spcPts val="0"/>
              </a:spcBef>
              <a:spcAft>
                <a:spcPts val="0"/>
              </a:spcAft>
              <a:buClr>
                <a:schemeClr val="dk2"/>
              </a:buClr>
              <a:buSzPts val="3800"/>
              <a:buNone/>
              <a:defRPr sz="3800">
                <a:solidFill>
                  <a:schemeClr val="dk2"/>
                </a:solidFill>
              </a:defRPr>
            </a:lvl3pPr>
            <a:lvl4pPr lvl="3" algn="l" rtl="0">
              <a:spcBef>
                <a:spcPts val="0"/>
              </a:spcBef>
              <a:spcAft>
                <a:spcPts val="0"/>
              </a:spcAft>
              <a:buClr>
                <a:schemeClr val="dk2"/>
              </a:buClr>
              <a:buSzPts val="3800"/>
              <a:buNone/>
              <a:defRPr sz="3800">
                <a:solidFill>
                  <a:schemeClr val="dk2"/>
                </a:solidFill>
              </a:defRPr>
            </a:lvl4pPr>
            <a:lvl5pPr lvl="4" algn="l" rtl="0">
              <a:spcBef>
                <a:spcPts val="0"/>
              </a:spcBef>
              <a:spcAft>
                <a:spcPts val="0"/>
              </a:spcAft>
              <a:buClr>
                <a:schemeClr val="dk2"/>
              </a:buClr>
              <a:buSzPts val="3800"/>
              <a:buNone/>
              <a:defRPr sz="3800">
                <a:solidFill>
                  <a:schemeClr val="dk2"/>
                </a:solidFill>
              </a:defRPr>
            </a:lvl5pPr>
            <a:lvl6pPr lvl="5" algn="l" rtl="0">
              <a:spcBef>
                <a:spcPts val="0"/>
              </a:spcBef>
              <a:spcAft>
                <a:spcPts val="0"/>
              </a:spcAft>
              <a:buClr>
                <a:schemeClr val="dk2"/>
              </a:buClr>
              <a:buSzPts val="3800"/>
              <a:buNone/>
              <a:defRPr sz="3800">
                <a:solidFill>
                  <a:schemeClr val="dk2"/>
                </a:solidFill>
              </a:defRPr>
            </a:lvl6pPr>
            <a:lvl7pPr lvl="6" algn="l" rtl="0">
              <a:spcBef>
                <a:spcPts val="0"/>
              </a:spcBef>
              <a:spcAft>
                <a:spcPts val="0"/>
              </a:spcAft>
              <a:buClr>
                <a:schemeClr val="dk2"/>
              </a:buClr>
              <a:buSzPts val="3800"/>
              <a:buNone/>
              <a:defRPr sz="3800">
                <a:solidFill>
                  <a:schemeClr val="dk2"/>
                </a:solidFill>
              </a:defRPr>
            </a:lvl7pPr>
            <a:lvl8pPr lvl="7" algn="l" rtl="0">
              <a:spcBef>
                <a:spcPts val="0"/>
              </a:spcBef>
              <a:spcAft>
                <a:spcPts val="0"/>
              </a:spcAft>
              <a:buClr>
                <a:schemeClr val="dk2"/>
              </a:buClr>
              <a:buSzPts val="3800"/>
              <a:buNone/>
              <a:defRPr sz="3800">
                <a:solidFill>
                  <a:schemeClr val="dk2"/>
                </a:solidFill>
              </a:defRPr>
            </a:lvl8pPr>
            <a:lvl9pPr lvl="8" algn="l" rtl="0">
              <a:spcBef>
                <a:spcPts val="0"/>
              </a:spcBef>
              <a:spcAft>
                <a:spcPts val="0"/>
              </a:spcAft>
              <a:buClr>
                <a:schemeClr val="dk2"/>
              </a:buClr>
              <a:buSzPts val="3800"/>
              <a:buNone/>
              <a:defRPr sz="3800">
                <a:solidFill>
                  <a:schemeClr val="dk2"/>
                </a:solidFill>
              </a:defRPr>
            </a:lvl9pPr>
          </a:lstStyle>
          <a:p>
            <a:r>
              <a:t>xx%</a:t>
            </a:r>
          </a:p>
        </p:txBody>
      </p:sp>
    </p:spTree>
  </p:cSld>
  <p:clrMapOvr>
    <a:masterClrMapping/>
  </p:clrMapOvr>
  <mc:AlternateContent xmlns:mc="http://schemas.openxmlformats.org/markup-compatibility/2006" xmlns:p14="http://schemas.microsoft.com/office/powerpoint/2010/main">
    <mc:Choice Requires="p14">
      <p:transition spd="slow" p14:dur="1750">
        <p14:honeycomb/>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p:cSld name="CUSTOM_2_1_1_1">
    <p:bg>
      <p:bgPr>
        <a:solidFill>
          <a:schemeClr val="dk1"/>
        </a:solidFill>
        <a:effectLst/>
      </p:bgPr>
    </p:bg>
    <p:spTree>
      <p:nvGrpSpPr>
        <p:cNvPr id="1" name="Shape 104"/>
        <p:cNvGrpSpPr/>
        <p:nvPr/>
      </p:nvGrpSpPr>
      <p:grpSpPr>
        <a:xfrm>
          <a:off x="0" y="0"/>
          <a:ext cx="0" cy="0"/>
          <a:chOff x="0" y="0"/>
          <a:chExt cx="0" cy="0"/>
        </a:xfrm>
      </p:grpSpPr>
      <p:pic>
        <p:nvPicPr>
          <p:cNvPr id="105" name="Google Shape;105;p18"/>
          <p:cNvPicPr preferRelativeResize="0"/>
          <p:nvPr/>
        </p:nvPicPr>
        <p:blipFill>
          <a:blip r:embed="rId2">
            <a:alphaModFix/>
          </a:blip>
          <a:stretch>
            <a:fillRect/>
          </a:stretch>
        </p:blipFill>
        <p:spPr>
          <a:xfrm>
            <a:off x="-27538" y="-28787"/>
            <a:ext cx="9199075" cy="5201074"/>
          </a:xfrm>
          <a:prstGeom prst="rect">
            <a:avLst/>
          </a:prstGeom>
          <a:noFill/>
          <a:ln>
            <a:noFill/>
          </a:ln>
        </p:spPr>
      </p:pic>
      <p:pic>
        <p:nvPicPr>
          <p:cNvPr id="106" name="Google Shape;106;p18"/>
          <p:cNvPicPr preferRelativeResize="0"/>
          <p:nvPr/>
        </p:nvPicPr>
        <p:blipFill rotWithShape="1">
          <a:blip r:embed="rId3">
            <a:alphaModFix/>
          </a:blip>
          <a:srcRect/>
          <a:stretch/>
        </p:blipFill>
        <p:spPr>
          <a:xfrm>
            <a:off x="-36599" y="-36550"/>
            <a:ext cx="9217198" cy="5216599"/>
          </a:xfrm>
          <a:prstGeom prst="rect">
            <a:avLst/>
          </a:prstGeom>
          <a:noFill/>
          <a:ln>
            <a:noFill/>
          </a:ln>
        </p:spPr>
      </p:pic>
      <p:sp>
        <p:nvSpPr>
          <p:cNvPr id="107" name="Google Shape;107;p18"/>
          <p:cNvSpPr txBox="1">
            <a:spLocks noGrp="1"/>
          </p:cNvSpPr>
          <p:nvPr>
            <p:ph type="title"/>
          </p:nvPr>
        </p:nvSpPr>
        <p:spPr>
          <a:xfrm>
            <a:off x="2833050" y="1425500"/>
            <a:ext cx="3477900" cy="978000"/>
          </a:xfrm>
          <a:prstGeom prst="rect">
            <a:avLst/>
          </a:prstGeom>
        </p:spPr>
        <p:txBody>
          <a:bodyPr spcFirstLastPara="1" wrap="square" lIns="91425" tIns="91425" rIns="91425" bIns="91425" anchor="t" anchorCtr="0">
            <a:noAutofit/>
          </a:bodyPr>
          <a:lstStyle>
            <a:lvl1pPr lvl="0" rtl="0">
              <a:spcBef>
                <a:spcPts val="0"/>
              </a:spcBef>
              <a:spcAft>
                <a:spcPts val="0"/>
              </a:spcAft>
              <a:buSzPts val="8300"/>
              <a:buNone/>
              <a:defRPr sz="8300"/>
            </a:lvl1pPr>
            <a:lvl2pPr lvl="1" rtl="0">
              <a:spcBef>
                <a:spcPts val="0"/>
              </a:spcBef>
              <a:spcAft>
                <a:spcPts val="0"/>
              </a:spcAft>
              <a:buSzPts val="8300"/>
              <a:buNone/>
              <a:defRPr sz="8300"/>
            </a:lvl2pPr>
            <a:lvl3pPr lvl="2" rtl="0">
              <a:spcBef>
                <a:spcPts val="0"/>
              </a:spcBef>
              <a:spcAft>
                <a:spcPts val="0"/>
              </a:spcAft>
              <a:buSzPts val="8300"/>
              <a:buNone/>
              <a:defRPr sz="8300"/>
            </a:lvl3pPr>
            <a:lvl4pPr lvl="3" rtl="0">
              <a:spcBef>
                <a:spcPts val="0"/>
              </a:spcBef>
              <a:spcAft>
                <a:spcPts val="0"/>
              </a:spcAft>
              <a:buSzPts val="8300"/>
              <a:buNone/>
              <a:defRPr sz="8300"/>
            </a:lvl4pPr>
            <a:lvl5pPr lvl="4" rtl="0">
              <a:spcBef>
                <a:spcPts val="0"/>
              </a:spcBef>
              <a:spcAft>
                <a:spcPts val="0"/>
              </a:spcAft>
              <a:buSzPts val="8300"/>
              <a:buNone/>
              <a:defRPr sz="8300"/>
            </a:lvl5pPr>
            <a:lvl6pPr lvl="5" rtl="0">
              <a:spcBef>
                <a:spcPts val="0"/>
              </a:spcBef>
              <a:spcAft>
                <a:spcPts val="0"/>
              </a:spcAft>
              <a:buSzPts val="8300"/>
              <a:buNone/>
              <a:defRPr sz="8300"/>
            </a:lvl6pPr>
            <a:lvl7pPr lvl="6" rtl="0">
              <a:spcBef>
                <a:spcPts val="0"/>
              </a:spcBef>
              <a:spcAft>
                <a:spcPts val="0"/>
              </a:spcAft>
              <a:buSzPts val="8300"/>
              <a:buNone/>
              <a:defRPr sz="8300"/>
            </a:lvl7pPr>
            <a:lvl8pPr lvl="7" rtl="0">
              <a:spcBef>
                <a:spcPts val="0"/>
              </a:spcBef>
              <a:spcAft>
                <a:spcPts val="0"/>
              </a:spcAft>
              <a:buSzPts val="8300"/>
              <a:buNone/>
              <a:defRPr sz="8300"/>
            </a:lvl8pPr>
            <a:lvl9pPr lvl="8" rtl="0">
              <a:spcBef>
                <a:spcPts val="0"/>
              </a:spcBef>
              <a:spcAft>
                <a:spcPts val="0"/>
              </a:spcAft>
              <a:buSzPts val="8300"/>
              <a:buNone/>
              <a:defRPr sz="8300"/>
            </a:lvl9pPr>
          </a:lstStyle>
          <a:p>
            <a:endParaRPr/>
          </a:p>
        </p:txBody>
      </p:sp>
      <p:sp>
        <p:nvSpPr>
          <p:cNvPr id="108" name="Google Shape;108;p18"/>
          <p:cNvSpPr txBox="1">
            <a:spLocks noGrp="1"/>
          </p:cNvSpPr>
          <p:nvPr>
            <p:ph type="subTitle" idx="1"/>
          </p:nvPr>
        </p:nvSpPr>
        <p:spPr>
          <a:xfrm>
            <a:off x="3095550" y="2631988"/>
            <a:ext cx="2952900" cy="1008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700"/>
              <a:buNone/>
              <a:defRPr sz="1700"/>
            </a:lvl1pPr>
            <a:lvl2pPr lvl="1" algn="ctr" rtl="0">
              <a:lnSpc>
                <a:spcPct val="100000"/>
              </a:lnSpc>
              <a:spcBef>
                <a:spcPts val="0"/>
              </a:spcBef>
              <a:spcAft>
                <a:spcPts val="0"/>
              </a:spcAft>
              <a:buSzPts val="1700"/>
              <a:buNone/>
              <a:defRPr sz="1700"/>
            </a:lvl2pPr>
            <a:lvl3pPr lvl="2" algn="ctr" rtl="0">
              <a:lnSpc>
                <a:spcPct val="100000"/>
              </a:lnSpc>
              <a:spcBef>
                <a:spcPts val="0"/>
              </a:spcBef>
              <a:spcAft>
                <a:spcPts val="0"/>
              </a:spcAft>
              <a:buSzPts val="1700"/>
              <a:buNone/>
              <a:defRPr sz="1700"/>
            </a:lvl3pPr>
            <a:lvl4pPr lvl="3" algn="ctr" rtl="0">
              <a:lnSpc>
                <a:spcPct val="100000"/>
              </a:lnSpc>
              <a:spcBef>
                <a:spcPts val="0"/>
              </a:spcBef>
              <a:spcAft>
                <a:spcPts val="0"/>
              </a:spcAft>
              <a:buSzPts val="1700"/>
              <a:buNone/>
              <a:defRPr sz="1700"/>
            </a:lvl4pPr>
            <a:lvl5pPr lvl="4" algn="ctr" rtl="0">
              <a:lnSpc>
                <a:spcPct val="100000"/>
              </a:lnSpc>
              <a:spcBef>
                <a:spcPts val="0"/>
              </a:spcBef>
              <a:spcAft>
                <a:spcPts val="0"/>
              </a:spcAft>
              <a:buSzPts val="1700"/>
              <a:buNone/>
              <a:defRPr sz="1700"/>
            </a:lvl5pPr>
            <a:lvl6pPr lvl="5" algn="ctr" rtl="0">
              <a:lnSpc>
                <a:spcPct val="100000"/>
              </a:lnSpc>
              <a:spcBef>
                <a:spcPts val="0"/>
              </a:spcBef>
              <a:spcAft>
                <a:spcPts val="0"/>
              </a:spcAft>
              <a:buSzPts val="1700"/>
              <a:buNone/>
              <a:defRPr sz="1700"/>
            </a:lvl6pPr>
            <a:lvl7pPr lvl="6" algn="ctr" rtl="0">
              <a:lnSpc>
                <a:spcPct val="100000"/>
              </a:lnSpc>
              <a:spcBef>
                <a:spcPts val="0"/>
              </a:spcBef>
              <a:spcAft>
                <a:spcPts val="0"/>
              </a:spcAft>
              <a:buSzPts val="1700"/>
              <a:buNone/>
              <a:defRPr sz="1700"/>
            </a:lvl7pPr>
            <a:lvl8pPr lvl="7" algn="ctr" rtl="0">
              <a:lnSpc>
                <a:spcPct val="100000"/>
              </a:lnSpc>
              <a:spcBef>
                <a:spcPts val="0"/>
              </a:spcBef>
              <a:spcAft>
                <a:spcPts val="0"/>
              </a:spcAft>
              <a:buSzPts val="1700"/>
              <a:buNone/>
              <a:defRPr sz="1700"/>
            </a:lvl8pPr>
            <a:lvl9pPr lvl="8" algn="ctr" rtl="0">
              <a:lnSpc>
                <a:spcPct val="100000"/>
              </a:lnSpc>
              <a:spcBef>
                <a:spcPts val="0"/>
              </a:spcBef>
              <a:spcAft>
                <a:spcPts val="0"/>
              </a:spcAft>
              <a:buSzPts val="1700"/>
              <a:buNone/>
              <a:defRPr sz="1700"/>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1750">
        <p14:honeycomb/>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hree columns 1">
  <p:cSld name="CUSTOM_4_1">
    <p:bg>
      <p:bgPr>
        <a:solidFill>
          <a:schemeClr val="dk1"/>
        </a:solidFill>
        <a:effectLst/>
      </p:bgPr>
    </p:bg>
    <p:spTree>
      <p:nvGrpSpPr>
        <p:cNvPr id="1" name="Shape 156"/>
        <p:cNvGrpSpPr/>
        <p:nvPr/>
      </p:nvGrpSpPr>
      <p:grpSpPr>
        <a:xfrm>
          <a:off x="0" y="0"/>
          <a:ext cx="0" cy="0"/>
          <a:chOff x="0" y="0"/>
          <a:chExt cx="0" cy="0"/>
        </a:xfrm>
      </p:grpSpPr>
      <p:pic>
        <p:nvPicPr>
          <p:cNvPr id="157" name="Google Shape;157;p27"/>
          <p:cNvPicPr preferRelativeResize="0"/>
          <p:nvPr/>
        </p:nvPicPr>
        <p:blipFill>
          <a:blip r:embed="rId2">
            <a:alphaModFix/>
          </a:blip>
          <a:stretch>
            <a:fillRect/>
          </a:stretch>
        </p:blipFill>
        <p:spPr>
          <a:xfrm>
            <a:off x="-27538" y="-28787"/>
            <a:ext cx="9199075" cy="5201074"/>
          </a:xfrm>
          <a:prstGeom prst="rect">
            <a:avLst/>
          </a:prstGeom>
          <a:noFill/>
          <a:ln>
            <a:noFill/>
          </a:ln>
        </p:spPr>
      </p:pic>
      <p:pic>
        <p:nvPicPr>
          <p:cNvPr id="158" name="Google Shape;158;p27"/>
          <p:cNvPicPr preferRelativeResize="0"/>
          <p:nvPr/>
        </p:nvPicPr>
        <p:blipFill rotWithShape="1">
          <a:blip r:embed="rId3">
            <a:alphaModFix/>
          </a:blip>
          <a:srcRect/>
          <a:stretch/>
        </p:blipFill>
        <p:spPr>
          <a:xfrm>
            <a:off x="-36599" y="-36550"/>
            <a:ext cx="9217198" cy="5216599"/>
          </a:xfrm>
          <a:prstGeom prst="rect">
            <a:avLst/>
          </a:prstGeom>
          <a:noFill/>
          <a:ln>
            <a:noFill/>
          </a:ln>
        </p:spPr>
      </p:pic>
      <p:sp>
        <p:nvSpPr>
          <p:cNvPr id="159" name="Google Shape;159;p27"/>
          <p:cNvSpPr txBox="1">
            <a:spLocks noGrp="1"/>
          </p:cNvSpPr>
          <p:nvPr>
            <p:ph type="title"/>
          </p:nvPr>
        </p:nvSpPr>
        <p:spPr>
          <a:xfrm>
            <a:off x="713225" y="539525"/>
            <a:ext cx="7717500" cy="4782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160" name="Google Shape;160;p27"/>
          <p:cNvSpPr txBox="1">
            <a:spLocks noGrp="1"/>
          </p:cNvSpPr>
          <p:nvPr>
            <p:ph type="subTitle" idx="1"/>
          </p:nvPr>
        </p:nvSpPr>
        <p:spPr>
          <a:xfrm>
            <a:off x="994050" y="2614450"/>
            <a:ext cx="2138700" cy="33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Unna"/>
              <a:buNone/>
              <a:defRPr sz="2400">
                <a:latin typeface="Unna"/>
                <a:ea typeface="Unna"/>
                <a:cs typeface="Unna"/>
                <a:sym typeface="Unna"/>
              </a:defRPr>
            </a:lvl1pPr>
            <a:lvl2pPr lvl="1" algn="ctr" rtl="0">
              <a:lnSpc>
                <a:spcPct val="100000"/>
              </a:lnSpc>
              <a:spcBef>
                <a:spcPts val="0"/>
              </a:spcBef>
              <a:spcAft>
                <a:spcPts val="0"/>
              </a:spcAft>
              <a:buSzPts val="2400"/>
              <a:buFont typeface="Unna"/>
              <a:buNone/>
              <a:defRPr sz="2400">
                <a:latin typeface="Unna"/>
                <a:ea typeface="Unna"/>
                <a:cs typeface="Unna"/>
                <a:sym typeface="Unna"/>
              </a:defRPr>
            </a:lvl2pPr>
            <a:lvl3pPr lvl="2" algn="ctr" rtl="0">
              <a:lnSpc>
                <a:spcPct val="100000"/>
              </a:lnSpc>
              <a:spcBef>
                <a:spcPts val="0"/>
              </a:spcBef>
              <a:spcAft>
                <a:spcPts val="0"/>
              </a:spcAft>
              <a:buSzPts val="2400"/>
              <a:buFont typeface="Unna"/>
              <a:buNone/>
              <a:defRPr sz="2400">
                <a:latin typeface="Unna"/>
                <a:ea typeface="Unna"/>
                <a:cs typeface="Unna"/>
                <a:sym typeface="Unna"/>
              </a:defRPr>
            </a:lvl3pPr>
            <a:lvl4pPr lvl="3" algn="ctr" rtl="0">
              <a:lnSpc>
                <a:spcPct val="100000"/>
              </a:lnSpc>
              <a:spcBef>
                <a:spcPts val="0"/>
              </a:spcBef>
              <a:spcAft>
                <a:spcPts val="0"/>
              </a:spcAft>
              <a:buSzPts val="2400"/>
              <a:buFont typeface="Unna"/>
              <a:buNone/>
              <a:defRPr sz="2400">
                <a:latin typeface="Unna"/>
                <a:ea typeface="Unna"/>
                <a:cs typeface="Unna"/>
                <a:sym typeface="Unna"/>
              </a:defRPr>
            </a:lvl4pPr>
            <a:lvl5pPr lvl="4" algn="ctr" rtl="0">
              <a:lnSpc>
                <a:spcPct val="100000"/>
              </a:lnSpc>
              <a:spcBef>
                <a:spcPts val="0"/>
              </a:spcBef>
              <a:spcAft>
                <a:spcPts val="0"/>
              </a:spcAft>
              <a:buSzPts val="2400"/>
              <a:buFont typeface="Unna"/>
              <a:buNone/>
              <a:defRPr sz="2400">
                <a:latin typeface="Unna"/>
                <a:ea typeface="Unna"/>
                <a:cs typeface="Unna"/>
                <a:sym typeface="Unna"/>
              </a:defRPr>
            </a:lvl5pPr>
            <a:lvl6pPr lvl="5" algn="ctr" rtl="0">
              <a:lnSpc>
                <a:spcPct val="100000"/>
              </a:lnSpc>
              <a:spcBef>
                <a:spcPts val="0"/>
              </a:spcBef>
              <a:spcAft>
                <a:spcPts val="0"/>
              </a:spcAft>
              <a:buSzPts val="2400"/>
              <a:buFont typeface="Unna"/>
              <a:buNone/>
              <a:defRPr sz="2400">
                <a:latin typeface="Unna"/>
                <a:ea typeface="Unna"/>
                <a:cs typeface="Unna"/>
                <a:sym typeface="Unna"/>
              </a:defRPr>
            </a:lvl6pPr>
            <a:lvl7pPr lvl="6" algn="ctr" rtl="0">
              <a:lnSpc>
                <a:spcPct val="100000"/>
              </a:lnSpc>
              <a:spcBef>
                <a:spcPts val="0"/>
              </a:spcBef>
              <a:spcAft>
                <a:spcPts val="0"/>
              </a:spcAft>
              <a:buSzPts val="2400"/>
              <a:buFont typeface="Unna"/>
              <a:buNone/>
              <a:defRPr sz="2400">
                <a:latin typeface="Unna"/>
                <a:ea typeface="Unna"/>
                <a:cs typeface="Unna"/>
                <a:sym typeface="Unna"/>
              </a:defRPr>
            </a:lvl7pPr>
            <a:lvl8pPr lvl="7" algn="ctr" rtl="0">
              <a:lnSpc>
                <a:spcPct val="100000"/>
              </a:lnSpc>
              <a:spcBef>
                <a:spcPts val="0"/>
              </a:spcBef>
              <a:spcAft>
                <a:spcPts val="0"/>
              </a:spcAft>
              <a:buSzPts val="2400"/>
              <a:buFont typeface="Unna"/>
              <a:buNone/>
              <a:defRPr sz="2400">
                <a:latin typeface="Unna"/>
                <a:ea typeface="Unna"/>
                <a:cs typeface="Unna"/>
                <a:sym typeface="Unna"/>
              </a:defRPr>
            </a:lvl8pPr>
            <a:lvl9pPr lvl="8" algn="ctr" rtl="0">
              <a:lnSpc>
                <a:spcPct val="100000"/>
              </a:lnSpc>
              <a:spcBef>
                <a:spcPts val="0"/>
              </a:spcBef>
              <a:spcAft>
                <a:spcPts val="0"/>
              </a:spcAft>
              <a:buSzPts val="2400"/>
              <a:buFont typeface="Unna"/>
              <a:buNone/>
              <a:defRPr sz="2400">
                <a:latin typeface="Unna"/>
                <a:ea typeface="Unna"/>
                <a:cs typeface="Unna"/>
                <a:sym typeface="Unna"/>
              </a:defRPr>
            </a:lvl9pPr>
          </a:lstStyle>
          <a:p>
            <a:endParaRPr/>
          </a:p>
        </p:txBody>
      </p:sp>
      <p:sp>
        <p:nvSpPr>
          <p:cNvPr id="161" name="Google Shape;161;p27"/>
          <p:cNvSpPr txBox="1">
            <a:spLocks noGrp="1"/>
          </p:cNvSpPr>
          <p:nvPr>
            <p:ph type="subTitle" idx="2"/>
          </p:nvPr>
        </p:nvSpPr>
        <p:spPr>
          <a:xfrm>
            <a:off x="994050" y="3022925"/>
            <a:ext cx="2138700" cy="71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2" name="Google Shape;162;p27"/>
          <p:cNvSpPr txBox="1">
            <a:spLocks noGrp="1"/>
          </p:cNvSpPr>
          <p:nvPr>
            <p:ph type="subTitle" idx="3"/>
          </p:nvPr>
        </p:nvSpPr>
        <p:spPr>
          <a:xfrm>
            <a:off x="6011275" y="2614450"/>
            <a:ext cx="2138700" cy="33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Unna"/>
              <a:buNone/>
              <a:defRPr sz="2400">
                <a:latin typeface="Unna"/>
                <a:ea typeface="Unna"/>
                <a:cs typeface="Unna"/>
                <a:sym typeface="Unna"/>
              </a:defRPr>
            </a:lvl1pPr>
            <a:lvl2pPr lvl="1" algn="ctr" rtl="0">
              <a:lnSpc>
                <a:spcPct val="100000"/>
              </a:lnSpc>
              <a:spcBef>
                <a:spcPts val="0"/>
              </a:spcBef>
              <a:spcAft>
                <a:spcPts val="0"/>
              </a:spcAft>
              <a:buSzPts val="2400"/>
              <a:buFont typeface="Unna"/>
              <a:buNone/>
              <a:defRPr sz="2400">
                <a:latin typeface="Unna"/>
                <a:ea typeface="Unna"/>
                <a:cs typeface="Unna"/>
                <a:sym typeface="Unna"/>
              </a:defRPr>
            </a:lvl2pPr>
            <a:lvl3pPr lvl="2" algn="ctr" rtl="0">
              <a:lnSpc>
                <a:spcPct val="100000"/>
              </a:lnSpc>
              <a:spcBef>
                <a:spcPts val="0"/>
              </a:spcBef>
              <a:spcAft>
                <a:spcPts val="0"/>
              </a:spcAft>
              <a:buSzPts val="2400"/>
              <a:buFont typeface="Unna"/>
              <a:buNone/>
              <a:defRPr sz="2400">
                <a:latin typeface="Unna"/>
                <a:ea typeface="Unna"/>
                <a:cs typeface="Unna"/>
                <a:sym typeface="Unna"/>
              </a:defRPr>
            </a:lvl3pPr>
            <a:lvl4pPr lvl="3" algn="ctr" rtl="0">
              <a:lnSpc>
                <a:spcPct val="100000"/>
              </a:lnSpc>
              <a:spcBef>
                <a:spcPts val="0"/>
              </a:spcBef>
              <a:spcAft>
                <a:spcPts val="0"/>
              </a:spcAft>
              <a:buSzPts val="2400"/>
              <a:buFont typeface="Unna"/>
              <a:buNone/>
              <a:defRPr sz="2400">
                <a:latin typeface="Unna"/>
                <a:ea typeface="Unna"/>
                <a:cs typeface="Unna"/>
                <a:sym typeface="Unna"/>
              </a:defRPr>
            </a:lvl4pPr>
            <a:lvl5pPr lvl="4" algn="ctr" rtl="0">
              <a:lnSpc>
                <a:spcPct val="100000"/>
              </a:lnSpc>
              <a:spcBef>
                <a:spcPts val="0"/>
              </a:spcBef>
              <a:spcAft>
                <a:spcPts val="0"/>
              </a:spcAft>
              <a:buSzPts val="2400"/>
              <a:buFont typeface="Unna"/>
              <a:buNone/>
              <a:defRPr sz="2400">
                <a:latin typeface="Unna"/>
                <a:ea typeface="Unna"/>
                <a:cs typeface="Unna"/>
                <a:sym typeface="Unna"/>
              </a:defRPr>
            </a:lvl5pPr>
            <a:lvl6pPr lvl="5" algn="ctr" rtl="0">
              <a:lnSpc>
                <a:spcPct val="100000"/>
              </a:lnSpc>
              <a:spcBef>
                <a:spcPts val="0"/>
              </a:spcBef>
              <a:spcAft>
                <a:spcPts val="0"/>
              </a:spcAft>
              <a:buSzPts val="2400"/>
              <a:buFont typeface="Unna"/>
              <a:buNone/>
              <a:defRPr sz="2400">
                <a:latin typeface="Unna"/>
                <a:ea typeface="Unna"/>
                <a:cs typeface="Unna"/>
                <a:sym typeface="Unna"/>
              </a:defRPr>
            </a:lvl6pPr>
            <a:lvl7pPr lvl="6" algn="ctr" rtl="0">
              <a:lnSpc>
                <a:spcPct val="100000"/>
              </a:lnSpc>
              <a:spcBef>
                <a:spcPts val="0"/>
              </a:spcBef>
              <a:spcAft>
                <a:spcPts val="0"/>
              </a:spcAft>
              <a:buSzPts val="2400"/>
              <a:buFont typeface="Unna"/>
              <a:buNone/>
              <a:defRPr sz="2400">
                <a:latin typeface="Unna"/>
                <a:ea typeface="Unna"/>
                <a:cs typeface="Unna"/>
                <a:sym typeface="Unna"/>
              </a:defRPr>
            </a:lvl7pPr>
            <a:lvl8pPr lvl="7" algn="ctr" rtl="0">
              <a:lnSpc>
                <a:spcPct val="100000"/>
              </a:lnSpc>
              <a:spcBef>
                <a:spcPts val="0"/>
              </a:spcBef>
              <a:spcAft>
                <a:spcPts val="0"/>
              </a:spcAft>
              <a:buSzPts val="2400"/>
              <a:buFont typeface="Unna"/>
              <a:buNone/>
              <a:defRPr sz="2400">
                <a:latin typeface="Unna"/>
                <a:ea typeface="Unna"/>
                <a:cs typeface="Unna"/>
                <a:sym typeface="Unna"/>
              </a:defRPr>
            </a:lvl8pPr>
            <a:lvl9pPr lvl="8" algn="ctr" rtl="0">
              <a:lnSpc>
                <a:spcPct val="100000"/>
              </a:lnSpc>
              <a:spcBef>
                <a:spcPts val="0"/>
              </a:spcBef>
              <a:spcAft>
                <a:spcPts val="0"/>
              </a:spcAft>
              <a:buSzPts val="2400"/>
              <a:buFont typeface="Unna"/>
              <a:buNone/>
              <a:defRPr sz="2400">
                <a:latin typeface="Unna"/>
                <a:ea typeface="Unna"/>
                <a:cs typeface="Unna"/>
                <a:sym typeface="Unna"/>
              </a:defRPr>
            </a:lvl9pPr>
          </a:lstStyle>
          <a:p>
            <a:endParaRPr/>
          </a:p>
        </p:txBody>
      </p:sp>
      <p:sp>
        <p:nvSpPr>
          <p:cNvPr id="163" name="Google Shape;163;p27"/>
          <p:cNvSpPr txBox="1">
            <a:spLocks noGrp="1"/>
          </p:cNvSpPr>
          <p:nvPr>
            <p:ph type="subTitle" idx="4"/>
          </p:nvPr>
        </p:nvSpPr>
        <p:spPr>
          <a:xfrm>
            <a:off x="6011275" y="3022925"/>
            <a:ext cx="2138700" cy="71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4" name="Google Shape;164;p27"/>
          <p:cNvSpPr txBox="1">
            <a:spLocks noGrp="1"/>
          </p:cNvSpPr>
          <p:nvPr>
            <p:ph type="subTitle" idx="5"/>
          </p:nvPr>
        </p:nvSpPr>
        <p:spPr>
          <a:xfrm>
            <a:off x="3502662" y="2614450"/>
            <a:ext cx="2138700" cy="33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Unna"/>
              <a:buNone/>
              <a:defRPr sz="2400">
                <a:latin typeface="Unna"/>
                <a:ea typeface="Unna"/>
                <a:cs typeface="Unna"/>
                <a:sym typeface="Unna"/>
              </a:defRPr>
            </a:lvl1pPr>
            <a:lvl2pPr lvl="1" algn="ctr" rtl="0">
              <a:lnSpc>
                <a:spcPct val="100000"/>
              </a:lnSpc>
              <a:spcBef>
                <a:spcPts val="0"/>
              </a:spcBef>
              <a:spcAft>
                <a:spcPts val="0"/>
              </a:spcAft>
              <a:buSzPts val="2400"/>
              <a:buFont typeface="Unna"/>
              <a:buNone/>
              <a:defRPr sz="2400">
                <a:latin typeface="Unna"/>
                <a:ea typeface="Unna"/>
                <a:cs typeface="Unna"/>
                <a:sym typeface="Unna"/>
              </a:defRPr>
            </a:lvl2pPr>
            <a:lvl3pPr lvl="2" algn="ctr" rtl="0">
              <a:lnSpc>
                <a:spcPct val="100000"/>
              </a:lnSpc>
              <a:spcBef>
                <a:spcPts val="0"/>
              </a:spcBef>
              <a:spcAft>
                <a:spcPts val="0"/>
              </a:spcAft>
              <a:buSzPts val="2400"/>
              <a:buFont typeface="Unna"/>
              <a:buNone/>
              <a:defRPr sz="2400">
                <a:latin typeface="Unna"/>
                <a:ea typeface="Unna"/>
                <a:cs typeface="Unna"/>
                <a:sym typeface="Unna"/>
              </a:defRPr>
            </a:lvl3pPr>
            <a:lvl4pPr lvl="3" algn="ctr" rtl="0">
              <a:lnSpc>
                <a:spcPct val="100000"/>
              </a:lnSpc>
              <a:spcBef>
                <a:spcPts val="0"/>
              </a:spcBef>
              <a:spcAft>
                <a:spcPts val="0"/>
              </a:spcAft>
              <a:buSzPts val="2400"/>
              <a:buFont typeface="Unna"/>
              <a:buNone/>
              <a:defRPr sz="2400">
                <a:latin typeface="Unna"/>
                <a:ea typeface="Unna"/>
                <a:cs typeface="Unna"/>
                <a:sym typeface="Unna"/>
              </a:defRPr>
            </a:lvl4pPr>
            <a:lvl5pPr lvl="4" algn="ctr" rtl="0">
              <a:lnSpc>
                <a:spcPct val="100000"/>
              </a:lnSpc>
              <a:spcBef>
                <a:spcPts val="0"/>
              </a:spcBef>
              <a:spcAft>
                <a:spcPts val="0"/>
              </a:spcAft>
              <a:buSzPts val="2400"/>
              <a:buFont typeface="Unna"/>
              <a:buNone/>
              <a:defRPr sz="2400">
                <a:latin typeface="Unna"/>
                <a:ea typeface="Unna"/>
                <a:cs typeface="Unna"/>
                <a:sym typeface="Unna"/>
              </a:defRPr>
            </a:lvl5pPr>
            <a:lvl6pPr lvl="5" algn="ctr" rtl="0">
              <a:lnSpc>
                <a:spcPct val="100000"/>
              </a:lnSpc>
              <a:spcBef>
                <a:spcPts val="0"/>
              </a:spcBef>
              <a:spcAft>
                <a:spcPts val="0"/>
              </a:spcAft>
              <a:buSzPts val="2400"/>
              <a:buFont typeface="Unna"/>
              <a:buNone/>
              <a:defRPr sz="2400">
                <a:latin typeface="Unna"/>
                <a:ea typeface="Unna"/>
                <a:cs typeface="Unna"/>
                <a:sym typeface="Unna"/>
              </a:defRPr>
            </a:lvl6pPr>
            <a:lvl7pPr lvl="6" algn="ctr" rtl="0">
              <a:lnSpc>
                <a:spcPct val="100000"/>
              </a:lnSpc>
              <a:spcBef>
                <a:spcPts val="0"/>
              </a:spcBef>
              <a:spcAft>
                <a:spcPts val="0"/>
              </a:spcAft>
              <a:buSzPts val="2400"/>
              <a:buFont typeface="Unna"/>
              <a:buNone/>
              <a:defRPr sz="2400">
                <a:latin typeface="Unna"/>
                <a:ea typeface="Unna"/>
                <a:cs typeface="Unna"/>
                <a:sym typeface="Unna"/>
              </a:defRPr>
            </a:lvl7pPr>
            <a:lvl8pPr lvl="7" algn="ctr" rtl="0">
              <a:lnSpc>
                <a:spcPct val="100000"/>
              </a:lnSpc>
              <a:spcBef>
                <a:spcPts val="0"/>
              </a:spcBef>
              <a:spcAft>
                <a:spcPts val="0"/>
              </a:spcAft>
              <a:buSzPts val="2400"/>
              <a:buFont typeface="Unna"/>
              <a:buNone/>
              <a:defRPr sz="2400">
                <a:latin typeface="Unna"/>
                <a:ea typeface="Unna"/>
                <a:cs typeface="Unna"/>
                <a:sym typeface="Unna"/>
              </a:defRPr>
            </a:lvl8pPr>
            <a:lvl9pPr lvl="8" algn="ctr" rtl="0">
              <a:lnSpc>
                <a:spcPct val="100000"/>
              </a:lnSpc>
              <a:spcBef>
                <a:spcPts val="0"/>
              </a:spcBef>
              <a:spcAft>
                <a:spcPts val="0"/>
              </a:spcAft>
              <a:buSzPts val="2400"/>
              <a:buFont typeface="Unna"/>
              <a:buNone/>
              <a:defRPr sz="2400">
                <a:latin typeface="Unna"/>
                <a:ea typeface="Unna"/>
                <a:cs typeface="Unna"/>
                <a:sym typeface="Unna"/>
              </a:defRPr>
            </a:lvl9pPr>
          </a:lstStyle>
          <a:p>
            <a:endParaRPr/>
          </a:p>
        </p:txBody>
      </p:sp>
      <p:sp>
        <p:nvSpPr>
          <p:cNvPr id="165" name="Google Shape;165;p27"/>
          <p:cNvSpPr txBox="1">
            <a:spLocks noGrp="1"/>
          </p:cNvSpPr>
          <p:nvPr>
            <p:ph type="subTitle" idx="6"/>
          </p:nvPr>
        </p:nvSpPr>
        <p:spPr>
          <a:xfrm>
            <a:off x="3502663" y="3022925"/>
            <a:ext cx="2138700" cy="71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1750">
        <p14:honeycomb/>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four columns">
  <p:cSld name="CUSTOM_6">
    <p:bg>
      <p:bgPr>
        <a:solidFill>
          <a:schemeClr val="dk1"/>
        </a:solidFill>
        <a:effectLst/>
      </p:bgPr>
    </p:bg>
    <p:spTree>
      <p:nvGrpSpPr>
        <p:cNvPr id="1" name="Shape 166"/>
        <p:cNvGrpSpPr/>
        <p:nvPr/>
      </p:nvGrpSpPr>
      <p:grpSpPr>
        <a:xfrm>
          <a:off x="0" y="0"/>
          <a:ext cx="0" cy="0"/>
          <a:chOff x="0" y="0"/>
          <a:chExt cx="0" cy="0"/>
        </a:xfrm>
      </p:grpSpPr>
      <p:pic>
        <p:nvPicPr>
          <p:cNvPr id="167" name="Google Shape;167;p28"/>
          <p:cNvPicPr preferRelativeResize="0"/>
          <p:nvPr/>
        </p:nvPicPr>
        <p:blipFill>
          <a:blip r:embed="rId2">
            <a:alphaModFix/>
          </a:blip>
          <a:stretch>
            <a:fillRect/>
          </a:stretch>
        </p:blipFill>
        <p:spPr>
          <a:xfrm>
            <a:off x="-27538" y="-28787"/>
            <a:ext cx="9199075" cy="5201074"/>
          </a:xfrm>
          <a:prstGeom prst="rect">
            <a:avLst/>
          </a:prstGeom>
          <a:noFill/>
          <a:ln>
            <a:noFill/>
          </a:ln>
        </p:spPr>
      </p:pic>
      <p:pic>
        <p:nvPicPr>
          <p:cNvPr id="168" name="Google Shape;168;p28"/>
          <p:cNvPicPr preferRelativeResize="0"/>
          <p:nvPr/>
        </p:nvPicPr>
        <p:blipFill rotWithShape="1">
          <a:blip r:embed="rId3">
            <a:alphaModFix/>
          </a:blip>
          <a:srcRect/>
          <a:stretch/>
        </p:blipFill>
        <p:spPr>
          <a:xfrm>
            <a:off x="-36599" y="-36550"/>
            <a:ext cx="9217198" cy="5216599"/>
          </a:xfrm>
          <a:prstGeom prst="rect">
            <a:avLst/>
          </a:prstGeom>
          <a:noFill/>
          <a:ln>
            <a:noFill/>
          </a:ln>
        </p:spPr>
      </p:pic>
      <p:sp>
        <p:nvSpPr>
          <p:cNvPr id="169" name="Google Shape;169;p28"/>
          <p:cNvSpPr txBox="1">
            <a:spLocks noGrp="1"/>
          </p:cNvSpPr>
          <p:nvPr>
            <p:ph type="title"/>
          </p:nvPr>
        </p:nvSpPr>
        <p:spPr>
          <a:xfrm>
            <a:off x="713225" y="539525"/>
            <a:ext cx="7717500" cy="478200"/>
          </a:xfrm>
          <a:prstGeom prst="rect">
            <a:avLst/>
          </a:prstGeom>
        </p:spPr>
        <p:txBody>
          <a:bodyPr spcFirstLastPara="1" wrap="square" lIns="91425" tIns="91425" rIns="91425" bIns="91425" anchor="t" anchorCtr="0">
            <a:no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a:endParaRPr/>
          </a:p>
        </p:txBody>
      </p:sp>
      <p:sp>
        <p:nvSpPr>
          <p:cNvPr id="170" name="Google Shape;170;p28"/>
          <p:cNvSpPr txBox="1">
            <a:spLocks noGrp="1"/>
          </p:cNvSpPr>
          <p:nvPr>
            <p:ph type="subTitle" idx="1"/>
          </p:nvPr>
        </p:nvSpPr>
        <p:spPr>
          <a:xfrm>
            <a:off x="2104250" y="1515025"/>
            <a:ext cx="2197500" cy="334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Unna"/>
              <a:buNone/>
              <a:defRPr sz="2400">
                <a:latin typeface="Unna"/>
                <a:ea typeface="Unna"/>
                <a:cs typeface="Unna"/>
                <a:sym typeface="Unna"/>
              </a:defRPr>
            </a:lvl1pPr>
            <a:lvl2pPr lvl="1" rtl="0">
              <a:lnSpc>
                <a:spcPct val="100000"/>
              </a:lnSpc>
              <a:spcBef>
                <a:spcPts val="0"/>
              </a:spcBef>
              <a:spcAft>
                <a:spcPts val="0"/>
              </a:spcAft>
              <a:buSzPts val="2400"/>
              <a:buFont typeface="Unna"/>
              <a:buNone/>
              <a:defRPr sz="2400">
                <a:latin typeface="Unna"/>
                <a:ea typeface="Unna"/>
                <a:cs typeface="Unna"/>
                <a:sym typeface="Unna"/>
              </a:defRPr>
            </a:lvl2pPr>
            <a:lvl3pPr lvl="2" rtl="0">
              <a:lnSpc>
                <a:spcPct val="100000"/>
              </a:lnSpc>
              <a:spcBef>
                <a:spcPts val="0"/>
              </a:spcBef>
              <a:spcAft>
                <a:spcPts val="0"/>
              </a:spcAft>
              <a:buSzPts val="2400"/>
              <a:buFont typeface="Unna"/>
              <a:buNone/>
              <a:defRPr sz="2400">
                <a:latin typeface="Unna"/>
                <a:ea typeface="Unna"/>
                <a:cs typeface="Unna"/>
                <a:sym typeface="Unna"/>
              </a:defRPr>
            </a:lvl3pPr>
            <a:lvl4pPr lvl="3" rtl="0">
              <a:lnSpc>
                <a:spcPct val="100000"/>
              </a:lnSpc>
              <a:spcBef>
                <a:spcPts val="0"/>
              </a:spcBef>
              <a:spcAft>
                <a:spcPts val="0"/>
              </a:spcAft>
              <a:buSzPts val="2400"/>
              <a:buFont typeface="Unna"/>
              <a:buNone/>
              <a:defRPr sz="2400">
                <a:latin typeface="Unna"/>
                <a:ea typeface="Unna"/>
                <a:cs typeface="Unna"/>
                <a:sym typeface="Unna"/>
              </a:defRPr>
            </a:lvl4pPr>
            <a:lvl5pPr lvl="4" rtl="0">
              <a:lnSpc>
                <a:spcPct val="100000"/>
              </a:lnSpc>
              <a:spcBef>
                <a:spcPts val="0"/>
              </a:spcBef>
              <a:spcAft>
                <a:spcPts val="0"/>
              </a:spcAft>
              <a:buSzPts val="2400"/>
              <a:buFont typeface="Unna"/>
              <a:buNone/>
              <a:defRPr sz="2400">
                <a:latin typeface="Unna"/>
                <a:ea typeface="Unna"/>
                <a:cs typeface="Unna"/>
                <a:sym typeface="Unna"/>
              </a:defRPr>
            </a:lvl5pPr>
            <a:lvl6pPr lvl="5" rtl="0">
              <a:lnSpc>
                <a:spcPct val="100000"/>
              </a:lnSpc>
              <a:spcBef>
                <a:spcPts val="0"/>
              </a:spcBef>
              <a:spcAft>
                <a:spcPts val="0"/>
              </a:spcAft>
              <a:buSzPts val="2400"/>
              <a:buFont typeface="Unna"/>
              <a:buNone/>
              <a:defRPr sz="2400">
                <a:latin typeface="Unna"/>
                <a:ea typeface="Unna"/>
                <a:cs typeface="Unna"/>
                <a:sym typeface="Unna"/>
              </a:defRPr>
            </a:lvl6pPr>
            <a:lvl7pPr lvl="6" rtl="0">
              <a:lnSpc>
                <a:spcPct val="100000"/>
              </a:lnSpc>
              <a:spcBef>
                <a:spcPts val="0"/>
              </a:spcBef>
              <a:spcAft>
                <a:spcPts val="0"/>
              </a:spcAft>
              <a:buSzPts val="2400"/>
              <a:buFont typeface="Unna"/>
              <a:buNone/>
              <a:defRPr sz="2400">
                <a:latin typeface="Unna"/>
                <a:ea typeface="Unna"/>
                <a:cs typeface="Unna"/>
                <a:sym typeface="Unna"/>
              </a:defRPr>
            </a:lvl7pPr>
            <a:lvl8pPr lvl="7" rtl="0">
              <a:lnSpc>
                <a:spcPct val="100000"/>
              </a:lnSpc>
              <a:spcBef>
                <a:spcPts val="0"/>
              </a:spcBef>
              <a:spcAft>
                <a:spcPts val="0"/>
              </a:spcAft>
              <a:buSzPts val="2400"/>
              <a:buFont typeface="Unna"/>
              <a:buNone/>
              <a:defRPr sz="2400">
                <a:latin typeface="Unna"/>
                <a:ea typeface="Unna"/>
                <a:cs typeface="Unna"/>
                <a:sym typeface="Unna"/>
              </a:defRPr>
            </a:lvl8pPr>
            <a:lvl9pPr lvl="8" rtl="0">
              <a:lnSpc>
                <a:spcPct val="100000"/>
              </a:lnSpc>
              <a:spcBef>
                <a:spcPts val="0"/>
              </a:spcBef>
              <a:spcAft>
                <a:spcPts val="0"/>
              </a:spcAft>
              <a:buSzPts val="2400"/>
              <a:buFont typeface="Unna"/>
              <a:buNone/>
              <a:defRPr sz="2400">
                <a:latin typeface="Unna"/>
                <a:ea typeface="Unna"/>
                <a:cs typeface="Unna"/>
                <a:sym typeface="Unna"/>
              </a:defRPr>
            </a:lvl9pPr>
          </a:lstStyle>
          <a:p>
            <a:endParaRPr/>
          </a:p>
        </p:txBody>
      </p:sp>
      <p:sp>
        <p:nvSpPr>
          <p:cNvPr id="171" name="Google Shape;171;p28"/>
          <p:cNvSpPr txBox="1">
            <a:spLocks noGrp="1"/>
          </p:cNvSpPr>
          <p:nvPr>
            <p:ph type="subTitle" idx="2"/>
          </p:nvPr>
        </p:nvSpPr>
        <p:spPr>
          <a:xfrm>
            <a:off x="2104261" y="1923500"/>
            <a:ext cx="2197500" cy="710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72" name="Google Shape;172;p28"/>
          <p:cNvSpPr txBox="1">
            <a:spLocks noGrp="1"/>
          </p:cNvSpPr>
          <p:nvPr>
            <p:ph type="subTitle" idx="3"/>
          </p:nvPr>
        </p:nvSpPr>
        <p:spPr>
          <a:xfrm>
            <a:off x="2104250" y="3036850"/>
            <a:ext cx="2197500" cy="334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Unna"/>
              <a:buNone/>
              <a:defRPr sz="2400">
                <a:latin typeface="Unna"/>
                <a:ea typeface="Unna"/>
                <a:cs typeface="Unna"/>
                <a:sym typeface="Unna"/>
              </a:defRPr>
            </a:lvl1pPr>
            <a:lvl2pPr lvl="1" rtl="0">
              <a:lnSpc>
                <a:spcPct val="100000"/>
              </a:lnSpc>
              <a:spcBef>
                <a:spcPts val="0"/>
              </a:spcBef>
              <a:spcAft>
                <a:spcPts val="0"/>
              </a:spcAft>
              <a:buSzPts val="2400"/>
              <a:buFont typeface="Unna"/>
              <a:buNone/>
              <a:defRPr sz="2400">
                <a:latin typeface="Unna"/>
                <a:ea typeface="Unna"/>
                <a:cs typeface="Unna"/>
                <a:sym typeface="Unna"/>
              </a:defRPr>
            </a:lvl2pPr>
            <a:lvl3pPr lvl="2" rtl="0">
              <a:lnSpc>
                <a:spcPct val="100000"/>
              </a:lnSpc>
              <a:spcBef>
                <a:spcPts val="0"/>
              </a:spcBef>
              <a:spcAft>
                <a:spcPts val="0"/>
              </a:spcAft>
              <a:buSzPts val="2400"/>
              <a:buFont typeface="Unna"/>
              <a:buNone/>
              <a:defRPr sz="2400">
                <a:latin typeface="Unna"/>
                <a:ea typeface="Unna"/>
                <a:cs typeface="Unna"/>
                <a:sym typeface="Unna"/>
              </a:defRPr>
            </a:lvl3pPr>
            <a:lvl4pPr lvl="3" rtl="0">
              <a:lnSpc>
                <a:spcPct val="100000"/>
              </a:lnSpc>
              <a:spcBef>
                <a:spcPts val="0"/>
              </a:spcBef>
              <a:spcAft>
                <a:spcPts val="0"/>
              </a:spcAft>
              <a:buSzPts val="2400"/>
              <a:buFont typeface="Unna"/>
              <a:buNone/>
              <a:defRPr sz="2400">
                <a:latin typeface="Unna"/>
                <a:ea typeface="Unna"/>
                <a:cs typeface="Unna"/>
                <a:sym typeface="Unna"/>
              </a:defRPr>
            </a:lvl4pPr>
            <a:lvl5pPr lvl="4" rtl="0">
              <a:lnSpc>
                <a:spcPct val="100000"/>
              </a:lnSpc>
              <a:spcBef>
                <a:spcPts val="0"/>
              </a:spcBef>
              <a:spcAft>
                <a:spcPts val="0"/>
              </a:spcAft>
              <a:buSzPts val="2400"/>
              <a:buFont typeface="Unna"/>
              <a:buNone/>
              <a:defRPr sz="2400">
                <a:latin typeface="Unna"/>
                <a:ea typeface="Unna"/>
                <a:cs typeface="Unna"/>
                <a:sym typeface="Unna"/>
              </a:defRPr>
            </a:lvl5pPr>
            <a:lvl6pPr lvl="5" rtl="0">
              <a:lnSpc>
                <a:spcPct val="100000"/>
              </a:lnSpc>
              <a:spcBef>
                <a:spcPts val="0"/>
              </a:spcBef>
              <a:spcAft>
                <a:spcPts val="0"/>
              </a:spcAft>
              <a:buSzPts val="2400"/>
              <a:buFont typeface="Unna"/>
              <a:buNone/>
              <a:defRPr sz="2400">
                <a:latin typeface="Unna"/>
                <a:ea typeface="Unna"/>
                <a:cs typeface="Unna"/>
                <a:sym typeface="Unna"/>
              </a:defRPr>
            </a:lvl6pPr>
            <a:lvl7pPr lvl="6" rtl="0">
              <a:lnSpc>
                <a:spcPct val="100000"/>
              </a:lnSpc>
              <a:spcBef>
                <a:spcPts val="0"/>
              </a:spcBef>
              <a:spcAft>
                <a:spcPts val="0"/>
              </a:spcAft>
              <a:buSzPts val="2400"/>
              <a:buFont typeface="Unna"/>
              <a:buNone/>
              <a:defRPr sz="2400">
                <a:latin typeface="Unna"/>
                <a:ea typeface="Unna"/>
                <a:cs typeface="Unna"/>
                <a:sym typeface="Unna"/>
              </a:defRPr>
            </a:lvl7pPr>
            <a:lvl8pPr lvl="7" rtl="0">
              <a:lnSpc>
                <a:spcPct val="100000"/>
              </a:lnSpc>
              <a:spcBef>
                <a:spcPts val="0"/>
              </a:spcBef>
              <a:spcAft>
                <a:spcPts val="0"/>
              </a:spcAft>
              <a:buSzPts val="2400"/>
              <a:buFont typeface="Unna"/>
              <a:buNone/>
              <a:defRPr sz="2400">
                <a:latin typeface="Unna"/>
                <a:ea typeface="Unna"/>
                <a:cs typeface="Unna"/>
                <a:sym typeface="Unna"/>
              </a:defRPr>
            </a:lvl8pPr>
            <a:lvl9pPr lvl="8" rtl="0">
              <a:lnSpc>
                <a:spcPct val="100000"/>
              </a:lnSpc>
              <a:spcBef>
                <a:spcPts val="0"/>
              </a:spcBef>
              <a:spcAft>
                <a:spcPts val="0"/>
              </a:spcAft>
              <a:buSzPts val="2400"/>
              <a:buFont typeface="Unna"/>
              <a:buNone/>
              <a:defRPr sz="2400">
                <a:latin typeface="Unna"/>
                <a:ea typeface="Unna"/>
                <a:cs typeface="Unna"/>
                <a:sym typeface="Unna"/>
              </a:defRPr>
            </a:lvl9pPr>
          </a:lstStyle>
          <a:p>
            <a:endParaRPr/>
          </a:p>
        </p:txBody>
      </p:sp>
      <p:sp>
        <p:nvSpPr>
          <p:cNvPr id="173" name="Google Shape;173;p28"/>
          <p:cNvSpPr txBox="1">
            <a:spLocks noGrp="1"/>
          </p:cNvSpPr>
          <p:nvPr>
            <p:ph type="subTitle" idx="4"/>
          </p:nvPr>
        </p:nvSpPr>
        <p:spPr>
          <a:xfrm>
            <a:off x="2104261" y="3445325"/>
            <a:ext cx="2197500" cy="710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74" name="Google Shape;174;p28"/>
          <p:cNvSpPr txBox="1">
            <a:spLocks noGrp="1"/>
          </p:cNvSpPr>
          <p:nvPr>
            <p:ph type="subTitle" idx="5"/>
          </p:nvPr>
        </p:nvSpPr>
        <p:spPr>
          <a:xfrm>
            <a:off x="5661200" y="1515025"/>
            <a:ext cx="2197500" cy="334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Unna"/>
              <a:buNone/>
              <a:defRPr sz="2400">
                <a:latin typeface="Unna"/>
                <a:ea typeface="Unna"/>
                <a:cs typeface="Unna"/>
                <a:sym typeface="Unna"/>
              </a:defRPr>
            </a:lvl1pPr>
            <a:lvl2pPr lvl="1" rtl="0">
              <a:lnSpc>
                <a:spcPct val="100000"/>
              </a:lnSpc>
              <a:spcBef>
                <a:spcPts val="0"/>
              </a:spcBef>
              <a:spcAft>
                <a:spcPts val="0"/>
              </a:spcAft>
              <a:buSzPts val="2400"/>
              <a:buFont typeface="Unna"/>
              <a:buNone/>
              <a:defRPr sz="2400">
                <a:latin typeface="Unna"/>
                <a:ea typeface="Unna"/>
                <a:cs typeface="Unna"/>
                <a:sym typeface="Unna"/>
              </a:defRPr>
            </a:lvl2pPr>
            <a:lvl3pPr lvl="2" rtl="0">
              <a:lnSpc>
                <a:spcPct val="100000"/>
              </a:lnSpc>
              <a:spcBef>
                <a:spcPts val="0"/>
              </a:spcBef>
              <a:spcAft>
                <a:spcPts val="0"/>
              </a:spcAft>
              <a:buSzPts val="2400"/>
              <a:buFont typeface="Unna"/>
              <a:buNone/>
              <a:defRPr sz="2400">
                <a:latin typeface="Unna"/>
                <a:ea typeface="Unna"/>
                <a:cs typeface="Unna"/>
                <a:sym typeface="Unna"/>
              </a:defRPr>
            </a:lvl3pPr>
            <a:lvl4pPr lvl="3" rtl="0">
              <a:lnSpc>
                <a:spcPct val="100000"/>
              </a:lnSpc>
              <a:spcBef>
                <a:spcPts val="0"/>
              </a:spcBef>
              <a:spcAft>
                <a:spcPts val="0"/>
              </a:spcAft>
              <a:buSzPts val="2400"/>
              <a:buFont typeface="Unna"/>
              <a:buNone/>
              <a:defRPr sz="2400">
                <a:latin typeface="Unna"/>
                <a:ea typeface="Unna"/>
                <a:cs typeface="Unna"/>
                <a:sym typeface="Unna"/>
              </a:defRPr>
            </a:lvl4pPr>
            <a:lvl5pPr lvl="4" rtl="0">
              <a:lnSpc>
                <a:spcPct val="100000"/>
              </a:lnSpc>
              <a:spcBef>
                <a:spcPts val="0"/>
              </a:spcBef>
              <a:spcAft>
                <a:spcPts val="0"/>
              </a:spcAft>
              <a:buSzPts val="2400"/>
              <a:buFont typeface="Unna"/>
              <a:buNone/>
              <a:defRPr sz="2400">
                <a:latin typeface="Unna"/>
                <a:ea typeface="Unna"/>
                <a:cs typeface="Unna"/>
                <a:sym typeface="Unna"/>
              </a:defRPr>
            </a:lvl5pPr>
            <a:lvl6pPr lvl="5" rtl="0">
              <a:lnSpc>
                <a:spcPct val="100000"/>
              </a:lnSpc>
              <a:spcBef>
                <a:spcPts val="0"/>
              </a:spcBef>
              <a:spcAft>
                <a:spcPts val="0"/>
              </a:spcAft>
              <a:buSzPts val="2400"/>
              <a:buFont typeface="Unna"/>
              <a:buNone/>
              <a:defRPr sz="2400">
                <a:latin typeface="Unna"/>
                <a:ea typeface="Unna"/>
                <a:cs typeface="Unna"/>
                <a:sym typeface="Unna"/>
              </a:defRPr>
            </a:lvl6pPr>
            <a:lvl7pPr lvl="6" rtl="0">
              <a:lnSpc>
                <a:spcPct val="100000"/>
              </a:lnSpc>
              <a:spcBef>
                <a:spcPts val="0"/>
              </a:spcBef>
              <a:spcAft>
                <a:spcPts val="0"/>
              </a:spcAft>
              <a:buSzPts val="2400"/>
              <a:buFont typeface="Unna"/>
              <a:buNone/>
              <a:defRPr sz="2400">
                <a:latin typeface="Unna"/>
                <a:ea typeface="Unna"/>
                <a:cs typeface="Unna"/>
                <a:sym typeface="Unna"/>
              </a:defRPr>
            </a:lvl7pPr>
            <a:lvl8pPr lvl="7" rtl="0">
              <a:lnSpc>
                <a:spcPct val="100000"/>
              </a:lnSpc>
              <a:spcBef>
                <a:spcPts val="0"/>
              </a:spcBef>
              <a:spcAft>
                <a:spcPts val="0"/>
              </a:spcAft>
              <a:buSzPts val="2400"/>
              <a:buFont typeface="Unna"/>
              <a:buNone/>
              <a:defRPr sz="2400">
                <a:latin typeface="Unna"/>
                <a:ea typeface="Unna"/>
                <a:cs typeface="Unna"/>
                <a:sym typeface="Unna"/>
              </a:defRPr>
            </a:lvl8pPr>
            <a:lvl9pPr lvl="8" rtl="0">
              <a:lnSpc>
                <a:spcPct val="100000"/>
              </a:lnSpc>
              <a:spcBef>
                <a:spcPts val="0"/>
              </a:spcBef>
              <a:spcAft>
                <a:spcPts val="0"/>
              </a:spcAft>
              <a:buSzPts val="2400"/>
              <a:buFont typeface="Unna"/>
              <a:buNone/>
              <a:defRPr sz="2400">
                <a:latin typeface="Unna"/>
                <a:ea typeface="Unna"/>
                <a:cs typeface="Unna"/>
                <a:sym typeface="Unna"/>
              </a:defRPr>
            </a:lvl9pPr>
          </a:lstStyle>
          <a:p>
            <a:endParaRPr/>
          </a:p>
        </p:txBody>
      </p:sp>
      <p:sp>
        <p:nvSpPr>
          <p:cNvPr id="175" name="Google Shape;175;p28"/>
          <p:cNvSpPr txBox="1">
            <a:spLocks noGrp="1"/>
          </p:cNvSpPr>
          <p:nvPr>
            <p:ph type="subTitle" idx="6"/>
          </p:nvPr>
        </p:nvSpPr>
        <p:spPr>
          <a:xfrm>
            <a:off x="5661211" y="1923500"/>
            <a:ext cx="2197500" cy="710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76" name="Google Shape;176;p28"/>
          <p:cNvSpPr txBox="1">
            <a:spLocks noGrp="1"/>
          </p:cNvSpPr>
          <p:nvPr>
            <p:ph type="subTitle" idx="7"/>
          </p:nvPr>
        </p:nvSpPr>
        <p:spPr>
          <a:xfrm>
            <a:off x="5661200" y="3036850"/>
            <a:ext cx="2197500" cy="334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Unna"/>
              <a:buNone/>
              <a:defRPr sz="2400">
                <a:latin typeface="Unna"/>
                <a:ea typeface="Unna"/>
                <a:cs typeface="Unna"/>
                <a:sym typeface="Unna"/>
              </a:defRPr>
            </a:lvl1pPr>
            <a:lvl2pPr lvl="1" rtl="0">
              <a:lnSpc>
                <a:spcPct val="100000"/>
              </a:lnSpc>
              <a:spcBef>
                <a:spcPts val="0"/>
              </a:spcBef>
              <a:spcAft>
                <a:spcPts val="0"/>
              </a:spcAft>
              <a:buSzPts val="2400"/>
              <a:buFont typeface="Unna"/>
              <a:buNone/>
              <a:defRPr sz="2400">
                <a:latin typeface="Unna"/>
                <a:ea typeface="Unna"/>
                <a:cs typeface="Unna"/>
                <a:sym typeface="Unna"/>
              </a:defRPr>
            </a:lvl2pPr>
            <a:lvl3pPr lvl="2" rtl="0">
              <a:lnSpc>
                <a:spcPct val="100000"/>
              </a:lnSpc>
              <a:spcBef>
                <a:spcPts val="0"/>
              </a:spcBef>
              <a:spcAft>
                <a:spcPts val="0"/>
              </a:spcAft>
              <a:buSzPts val="2400"/>
              <a:buFont typeface="Unna"/>
              <a:buNone/>
              <a:defRPr sz="2400">
                <a:latin typeface="Unna"/>
                <a:ea typeface="Unna"/>
                <a:cs typeface="Unna"/>
                <a:sym typeface="Unna"/>
              </a:defRPr>
            </a:lvl3pPr>
            <a:lvl4pPr lvl="3" rtl="0">
              <a:lnSpc>
                <a:spcPct val="100000"/>
              </a:lnSpc>
              <a:spcBef>
                <a:spcPts val="0"/>
              </a:spcBef>
              <a:spcAft>
                <a:spcPts val="0"/>
              </a:spcAft>
              <a:buSzPts val="2400"/>
              <a:buFont typeface="Unna"/>
              <a:buNone/>
              <a:defRPr sz="2400">
                <a:latin typeface="Unna"/>
                <a:ea typeface="Unna"/>
                <a:cs typeface="Unna"/>
                <a:sym typeface="Unna"/>
              </a:defRPr>
            </a:lvl4pPr>
            <a:lvl5pPr lvl="4" rtl="0">
              <a:lnSpc>
                <a:spcPct val="100000"/>
              </a:lnSpc>
              <a:spcBef>
                <a:spcPts val="0"/>
              </a:spcBef>
              <a:spcAft>
                <a:spcPts val="0"/>
              </a:spcAft>
              <a:buSzPts val="2400"/>
              <a:buFont typeface="Unna"/>
              <a:buNone/>
              <a:defRPr sz="2400">
                <a:latin typeface="Unna"/>
                <a:ea typeface="Unna"/>
                <a:cs typeface="Unna"/>
                <a:sym typeface="Unna"/>
              </a:defRPr>
            </a:lvl5pPr>
            <a:lvl6pPr lvl="5" rtl="0">
              <a:lnSpc>
                <a:spcPct val="100000"/>
              </a:lnSpc>
              <a:spcBef>
                <a:spcPts val="0"/>
              </a:spcBef>
              <a:spcAft>
                <a:spcPts val="0"/>
              </a:spcAft>
              <a:buSzPts val="2400"/>
              <a:buFont typeface="Unna"/>
              <a:buNone/>
              <a:defRPr sz="2400">
                <a:latin typeface="Unna"/>
                <a:ea typeface="Unna"/>
                <a:cs typeface="Unna"/>
                <a:sym typeface="Unna"/>
              </a:defRPr>
            </a:lvl6pPr>
            <a:lvl7pPr lvl="6" rtl="0">
              <a:lnSpc>
                <a:spcPct val="100000"/>
              </a:lnSpc>
              <a:spcBef>
                <a:spcPts val="0"/>
              </a:spcBef>
              <a:spcAft>
                <a:spcPts val="0"/>
              </a:spcAft>
              <a:buSzPts val="2400"/>
              <a:buFont typeface="Unna"/>
              <a:buNone/>
              <a:defRPr sz="2400">
                <a:latin typeface="Unna"/>
                <a:ea typeface="Unna"/>
                <a:cs typeface="Unna"/>
                <a:sym typeface="Unna"/>
              </a:defRPr>
            </a:lvl7pPr>
            <a:lvl8pPr lvl="7" rtl="0">
              <a:lnSpc>
                <a:spcPct val="100000"/>
              </a:lnSpc>
              <a:spcBef>
                <a:spcPts val="0"/>
              </a:spcBef>
              <a:spcAft>
                <a:spcPts val="0"/>
              </a:spcAft>
              <a:buSzPts val="2400"/>
              <a:buFont typeface="Unna"/>
              <a:buNone/>
              <a:defRPr sz="2400">
                <a:latin typeface="Unna"/>
                <a:ea typeface="Unna"/>
                <a:cs typeface="Unna"/>
                <a:sym typeface="Unna"/>
              </a:defRPr>
            </a:lvl8pPr>
            <a:lvl9pPr lvl="8" rtl="0">
              <a:lnSpc>
                <a:spcPct val="100000"/>
              </a:lnSpc>
              <a:spcBef>
                <a:spcPts val="0"/>
              </a:spcBef>
              <a:spcAft>
                <a:spcPts val="0"/>
              </a:spcAft>
              <a:buSzPts val="2400"/>
              <a:buFont typeface="Unna"/>
              <a:buNone/>
              <a:defRPr sz="2400">
                <a:latin typeface="Unna"/>
                <a:ea typeface="Unna"/>
                <a:cs typeface="Unna"/>
                <a:sym typeface="Unna"/>
              </a:defRPr>
            </a:lvl9pPr>
          </a:lstStyle>
          <a:p>
            <a:endParaRPr/>
          </a:p>
        </p:txBody>
      </p:sp>
      <p:sp>
        <p:nvSpPr>
          <p:cNvPr id="177" name="Google Shape;177;p28"/>
          <p:cNvSpPr txBox="1">
            <a:spLocks noGrp="1"/>
          </p:cNvSpPr>
          <p:nvPr>
            <p:ph type="subTitle" idx="8"/>
          </p:nvPr>
        </p:nvSpPr>
        <p:spPr>
          <a:xfrm>
            <a:off x="5661211" y="3445325"/>
            <a:ext cx="2197500" cy="710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1750">
        <p14:honeycomb/>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CUSTOM_9">
    <p:bg>
      <p:bgPr>
        <a:solidFill>
          <a:schemeClr val="dk1"/>
        </a:solidFill>
        <a:effectLst/>
      </p:bgPr>
    </p:bg>
    <p:spTree>
      <p:nvGrpSpPr>
        <p:cNvPr id="1" name="Shape 201"/>
        <p:cNvGrpSpPr/>
        <p:nvPr/>
      </p:nvGrpSpPr>
      <p:grpSpPr>
        <a:xfrm>
          <a:off x="0" y="0"/>
          <a:ext cx="0" cy="0"/>
          <a:chOff x="0" y="0"/>
          <a:chExt cx="0" cy="0"/>
        </a:xfrm>
      </p:grpSpPr>
      <p:pic>
        <p:nvPicPr>
          <p:cNvPr id="202" name="Google Shape;202;p31"/>
          <p:cNvPicPr preferRelativeResize="0"/>
          <p:nvPr/>
        </p:nvPicPr>
        <p:blipFill>
          <a:blip r:embed="rId2">
            <a:alphaModFix/>
          </a:blip>
          <a:stretch>
            <a:fillRect/>
          </a:stretch>
        </p:blipFill>
        <p:spPr>
          <a:xfrm>
            <a:off x="-27538" y="-28787"/>
            <a:ext cx="9199075" cy="5201074"/>
          </a:xfrm>
          <a:prstGeom prst="rect">
            <a:avLst/>
          </a:prstGeom>
          <a:noFill/>
          <a:ln>
            <a:noFill/>
          </a:ln>
        </p:spPr>
      </p:pic>
      <p:pic>
        <p:nvPicPr>
          <p:cNvPr id="203" name="Google Shape;203;p31"/>
          <p:cNvPicPr preferRelativeResize="0"/>
          <p:nvPr/>
        </p:nvPicPr>
        <p:blipFill rotWithShape="1">
          <a:blip r:embed="rId3">
            <a:alphaModFix/>
          </a:blip>
          <a:srcRect/>
          <a:stretch/>
        </p:blipFill>
        <p:spPr>
          <a:xfrm>
            <a:off x="-36599" y="-36550"/>
            <a:ext cx="9217198" cy="521659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750">
        <p14:honeycomb/>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CUSTOM_10">
    <p:bg>
      <p:bgPr>
        <a:solidFill>
          <a:schemeClr val="dk1"/>
        </a:solidFill>
        <a:effectLst/>
      </p:bgPr>
    </p:bg>
    <p:spTree>
      <p:nvGrpSpPr>
        <p:cNvPr id="1" name="Shape 204"/>
        <p:cNvGrpSpPr/>
        <p:nvPr/>
      </p:nvGrpSpPr>
      <p:grpSpPr>
        <a:xfrm>
          <a:off x="0" y="0"/>
          <a:ext cx="0" cy="0"/>
          <a:chOff x="0" y="0"/>
          <a:chExt cx="0" cy="0"/>
        </a:xfrm>
      </p:grpSpPr>
      <p:pic>
        <p:nvPicPr>
          <p:cNvPr id="205" name="Google Shape;205;p32"/>
          <p:cNvPicPr preferRelativeResize="0"/>
          <p:nvPr/>
        </p:nvPicPr>
        <p:blipFill>
          <a:blip r:embed="rId2">
            <a:alphaModFix/>
          </a:blip>
          <a:stretch>
            <a:fillRect/>
          </a:stretch>
        </p:blipFill>
        <p:spPr>
          <a:xfrm>
            <a:off x="-27538" y="-28787"/>
            <a:ext cx="9199075" cy="5201074"/>
          </a:xfrm>
          <a:prstGeom prst="rect">
            <a:avLst/>
          </a:prstGeom>
          <a:noFill/>
          <a:ln>
            <a:noFill/>
          </a:ln>
        </p:spPr>
      </p:pic>
      <p:pic>
        <p:nvPicPr>
          <p:cNvPr id="206" name="Google Shape;206;p32"/>
          <p:cNvPicPr preferRelativeResize="0"/>
          <p:nvPr/>
        </p:nvPicPr>
        <p:blipFill rotWithShape="1">
          <a:blip r:embed="rId3">
            <a:alphaModFix/>
          </a:blip>
          <a:srcRect/>
          <a:stretch/>
        </p:blipFill>
        <p:spPr>
          <a:xfrm>
            <a:off x="-36599" y="-36550"/>
            <a:ext cx="9217198" cy="521659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750">
        <p14:honeycomb/>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25"/>
            <a:ext cx="7717500" cy="4782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chemeClr val="dk1"/>
              </a:buClr>
              <a:buSzPts val="3300"/>
              <a:buFont typeface="Unna"/>
              <a:buNone/>
              <a:defRPr sz="3300">
                <a:solidFill>
                  <a:schemeClr val="dk1"/>
                </a:solidFill>
                <a:latin typeface="Unna"/>
                <a:ea typeface="Unna"/>
                <a:cs typeface="Unna"/>
                <a:sym typeface="Unna"/>
              </a:defRPr>
            </a:lvl1pPr>
            <a:lvl2pPr lvl="1" algn="ctr">
              <a:spcBef>
                <a:spcPts val="0"/>
              </a:spcBef>
              <a:spcAft>
                <a:spcPts val="0"/>
              </a:spcAft>
              <a:buClr>
                <a:schemeClr val="dk1"/>
              </a:buClr>
              <a:buSzPts val="3300"/>
              <a:buFont typeface="Unna"/>
              <a:buNone/>
              <a:defRPr sz="3300">
                <a:solidFill>
                  <a:schemeClr val="dk1"/>
                </a:solidFill>
                <a:latin typeface="Unna"/>
                <a:ea typeface="Unna"/>
                <a:cs typeface="Unna"/>
                <a:sym typeface="Unna"/>
              </a:defRPr>
            </a:lvl2pPr>
            <a:lvl3pPr lvl="2" algn="ctr">
              <a:spcBef>
                <a:spcPts val="0"/>
              </a:spcBef>
              <a:spcAft>
                <a:spcPts val="0"/>
              </a:spcAft>
              <a:buClr>
                <a:schemeClr val="dk1"/>
              </a:buClr>
              <a:buSzPts val="3300"/>
              <a:buFont typeface="Unna"/>
              <a:buNone/>
              <a:defRPr sz="3300">
                <a:solidFill>
                  <a:schemeClr val="dk1"/>
                </a:solidFill>
                <a:latin typeface="Unna"/>
                <a:ea typeface="Unna"/>
                <a:cs typeface="Unna"/>
                <a:sym typeface="Unna"/>
              </a:defRPr>
            </a:lvl3pPr>
            <a:lvl4pPr lvl="3" algn="ctr">
              <a:spcBef>
                <a:spcPts val="0"/>
              </a:spcBef>
              <a:spcAft>
                <a:spcPts val="0"/>
              </a:spcAft>
              <a:buClr>
                <a:schemeClr val="dk1"/>
              </a:buClr>
              <a:buSzPts val="3300"/>
              <a:buFont typeface="Unna"/>
              <a:buNone/>
              <a:defRPr sz="3300">
                <a:solidFill>
                  <a:schemeClr val="dk1"/>
                </a:solidFill>
                <a:latin typeface="Unna"/>
                <a:ea typeface="Unna"/>
                <a:cs typeface="Unna"/>
                <a:sym typeface="Unna"/>
              </a:defRPr>
            </a:lvl4pPr>
            <a:lvl5pPr lvl="4" algn="ctr">
              <a:spcBef>
                <a:spcPts val="0"/>
              </a:spcBef>
              <a:spcAft>
                <a:spcPts val="0"/>
              </a:spcAft>
              <a:buClr>
                <a:schemeClr val="dk1"/>
              </a:buClr>
              <a:buSzPts val="3300"/>
              <a:buFont typeface="Unna"/>
              <a:buNone/>
              <a:defRPr sz="3300">
                <a:solidFill>
                  <a:schemeClr val="dk1"/>
                </a:solidFill>
                <a:latin typeface="Unna"/>
                <a:ea typeface="Unna"/>
                <a:cs typeface="Unna"/>
                <a:sym typeface="Unna"/>
              </a:defRPr>
            </a:lvl5pPr>
            <a:lvl6pPr lvl="5" algn="ctr">
              <a:spcBef>
                <a:spcPts val="0"/>
              </a:spcBef>
              <a:spcAft>
                <a:spcPts val="0"/>
              </a:spcAft>
              <a:buClr>
                <a:schemeClr val="dk1"/>
              </a:buClr>
              <a:buSzPts val="3300"/>
              <a:buFont typeface="Unna"/>
              <a:buNone/>
              <a:defRPr sz="3300">
                <a:solidFill>
                  <a:schemeClr val="dk1"/>
                </a:solidFill>
                <a:latin typeface="Unna"/>
                <a:ea typeface="Unna"/>
                <a:cs typeface="Unna"/>
                <a:sym typeface="Unna"/>
              </a:defRPr>
            </a:lvl6pPr>
            <a:lvl7pPr lvl="6" algn="ctr">
              <a:spcBef>
                <a:spcPts val="0"/>
              </a:spcBef>
              <a:spcAft>
                <a:spcPts val="0"/>
              </a:spcAft>
              <a:buClr>
                <a:schemeClr val="dk1"/>
              </a:buClr>
              <a:buSzPts val="3300"/>
              <a:buFont typeface="Unna"/>
              <a:buNone/>
              <a:defRPr sz="3300">
                <a:solidFill>
                  <a:schemeClr val="dk1"/>
                </a:solidFill>
                <a:latin typeface="Unna"/>
                <a:ea typeface="Unna"/>
                <a:cs typeface="Unna"/>
                <a:sym typeface="Unna"/>
              </a:defRPr>
            </a:lvl7pPr>
            <a:lvl8pPr lvl="7" algn="ctr">
              <a:spcBef>
                <a:spcPts val="0"/>
              </a:spcBef>
              <a:spcAft>
                <a:spcPts val="0"/>
              </a:spcAft>
              <a:buClr>
                <a:schemeClr val="dk1"/>
              </a:buClr>
              <a:buSzPts val="3300"/>
              <a:buFont typeface="Unna"/>
              <a:buNone/>
              <a:defRPr sz="3300">
                <a:solidFill>
                  <a:schemeClr val="dk1"/>
                </a:solidFill>
                <a:latin typeface="Unna"/>
                <a:ea typeface="Unna"/>
                <a:cs typeface="Unna"/>
                <a:sym typeface="Unna"/>
              </a:defRPr>
            </a:lvl8pPr>
            <a:lvl9pPr lvl="8" algn="ctr">
              <a:spcBef>
                <a:spcPts val="0"/>
              </a:spcBef>
              <a:spcAft>
                <a:spcPts val="0"/>
              </a:spcAft>
              <a:buClr>
                <a:schemeClr val="dk1"/>
              </a:buClr>
              <a:buSzPts val="3300"/>
              <a:buFont typeface="Unna"/>
              <a:buNone/>
              <a:defRPr sz="3300">
                <a:solidFill>
                  <a:schemeClr val="dk1"/>
                </a:solidFill>
                <a:latin typeface="Unna"/>
                <a:ea typeface="Unna"/>
                <a:cs typeface="Unna"/>
                <a:sym typeface="Unna"/>
              </a:defRPr>
            </a:lvl9pPr>
          </a:lstStyle>
          <a:p>
            <a:endParaRPr/>
          </a:p>
        </p:txBody>
      </p:sp>
      <p:sp>
        <p:nvSpPr>
          <p:cNvPr id="7" name="Google Shape;7;p1"/>
          <p:cNvSpPr txBox="1">
            <a:spLocks noGrp="1"/>
          </p:cNvSpPr>
          <p:nvPr>
            <p:ph type="body" idx="1"/>
          </p:nvPr>
        </p:nvSpPr>
        <p:spPr>
          <a:xfrm>
            <a:off x="713225" y="1297400"/>
            <a:ext cx="7717500" cy="32715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1pPr>
            <a:lvl2pPr marL="914400" lvl="1" indent="-31750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2pPr>
            <a:lvl3pPr marL="1371600" lvl="2" indent="-31750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3pPr>
            <a:lvl4pPr marL="1828800" lvl="3" indent="-31750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4pPr>
            <a:lvl5pPr marL="2286000" lvl="4" indent="-31750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5pPr>
            <a:lvl6pPr marL="2743200" lvl="5" indent="-31750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6pPr>
            <a:lvl7pPr marL="3200400" lvl="6" indent="-31750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7pPr>
            <a:lvl8pPr marL="3657600" lvl="7" indent="-31750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8pPr>
            <a:lvl9pPr marL="4114800" lvl="8" indent="-317500">
              <a:lnSpc>
                <a:spcPct val="100000"/>
              </a:lnSpc>
              <a:spcBef>
                <a:spcPts val="1600"/>
              </a:spcBef>
              <a:spcAft>
                <a:spcPts val="1600"/>
              </a:spcAft>
              <a:buClr>
                <a:schemeClr val="dk1"/>
              </a:buClr>
              <a:buSzPts val="1400"/>
              <a:buFont typeface="Raleway"/>
              <a:buChar char="■"/>
              <a:defRPr>
                <a:solidFill>
                  <a:schemeClr val="dk1"/>
                </a:solidFill>
                <a:latin typeface="Raleway"/>
                <a:ea typeface="Raleway"/>
                <a:cs typeface="Raleway"/>
                <a:sym typeface="Raleway"/>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5" r:id="rId4"/>
    <p:sldLayoutId id="2147483658" r:id="rId5"/>
    <p:sldLayoutId id="2147483659" r:id="rId6"/>
    <p:sldLayoutId id="2147483664" r:id="rId7"/>
    <p:sldLayoutId id="2147483673" r:id="rId8"/>
    <p:sldLayoutId id="2147483674" r:id="rId9"/>
    <p:sldLayoutId id="2147483677" r:id="rId10"/>
    <p:sldLayoutId id="2147483678" r:id="rId11"/>
  </p:sldLayoutIdLst>
  <mc:AlternateContent xmlns:mc="http://schemas.openxmlformats.org/markup-compatibility/2006" xmlns:p14="http://schemas.microsoft.com/office/powerpoint/2010/main">
    <mc:Choice Requires="p14">
      <p:transition spd="slow" p14:dur="1750">
        <p14:honeycomb/>
      </p:transition>
    </mc:Choice>
    <mc:Fallback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4"/>
        <p:cNvGrpSpPr/>
        <p:nvPr/>
      </p:nvGrpSpPr>
      <p:grpSpPr>
        <a:xfrm>
          <a:off x="0" y="0"/>
          <a:ext cx="0" cy="0"/>
          <a:chOff x="0" y="0"/>
          <a:chExt cx="0" cy="0"/>
        </a:xfrm>
      </p:grpSpPr>
      <p:cxnSp>
        <p:nvCxnSpPr>
          <p:cNvPr id="215" name="Google Shape;215;p35"/>
          <p:cNvCxnSpPr/>
          <p:nvPr/>
        </p:nvCxnSpPr>
        <p:spPr>
          <a:xfrm>
            <a:off x="2403000" y="2970199"/>
            <a:ext cx="4338000" cy="0"/>
          </a:xfrm>
          <a:prstGeom prst="straightConnector1">
            <a:avLst/>
          </a:prstGeom>
          <a:noFill/>
          <a:ln w="9525" cap="flat" cmpd="sng">
            <a:solidFill>
              <a:schemeClr val="dk2"/>
            </a:solidFill>
            <a:prstDash val="solid"/>
            <a:round/>
            <a:headEnd type="none" w="med" len="med"/>
            <a:tailEnd type="none" w="med" len="med"/>
          </a:ln>
        </p:spPr>
      </p:cxnSp>
      <p:sp>
        <p:nvSpPr>
          <p:cNvPr id="216" name="Google Shape;216;p35"/>
          <p:cNvSpPr txBox="1">
            <a:spLocks noGrp="1"/>
          </p:cNvSpPr>
          <p:nvPr>
            <p:ph type="ctrTitle"/>
          </p:nvPr>
        </p:nvSpPr>
        <p:spPr>
          <a:xfrm>
            <a:off x="1834500" y="-39204"/>
            <a:ext cx="5475000" cy="2255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dirty="0"/>
              <a:t>Expose sur</a:t>
            </a:r>
            <a:br>
              <a:rPr lang="en-GB" dirty="0"/>
            </a:br>
            <a:r>
              <a:rPr lang="en-GB" dirty="0">
                <a:solidFill>
                  <a:srgbClr val="EAC488"/>
                </a:solidFill>
              </a:rPr>
              <a:t> </a:t>
            </a:r>
            <a:r>
              <a:rPr lang="en-GB" sz="4800" dirty="0">
                <a:solidFill>
                  <a:srgbClr val="EAC488"/>
                </a:solidFill>
              </a:rPr>
              <a:t>model de conception</a:t>
            </a:r>
            <a:endParaRPr sz="4800" dirty="0">
              <a:solidFill>
                <a:srgbClr val="EAC488"/>
              </a:solidFill>
            </a:endParaRPr>
          </a:p>
        </p:txBody>
      </p:sp>
      <p:sp>
        <p:nvSpPr>
          <p:cNvPr id="217" name="Google Shape;217;p35"/>
          <p:cNvSpPr txBox="1">
            <a:spLocks noGrp="1"/>
          </p:cNvSpPr>
          <p:nvPr>
            <p:ph type="subTitle" idx="1"/>
          </p:nvPr>
        </p:nvSpPr>
        <p:spPr>
          <a:xfrm>
            <a:off x="2272200" y="3614587"/>
            <a:ext cx="4599600" cy="37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FR" dirty="0">
                <a:solidFill>
                  <a:srgbClr val="EAC488"/>
                </a:solidFill>
              </a:rPr>
              <a:t>P</a:t>
            </a:r>
            <a:r>
              <a:rPr lang="en" dirty="0">
                <a:solidFill>
                  <a:srgbClr val="EAC488"/>
                </a:solidFill>
              </a:rPr>
              <a:t>resenter par :</a:t>
            </a:r>
          </a:p>
          <a:p>
            <a:pPr marL="285750" lvl="0" indent="-285750" algn="l" rtl="0">
              <a:spcBef>
                <a:spcPts val="0"/>
              </a:spcBef>
              <a:spcAft>
                <a:spcPts val="0"/>
              </a:spcAft>
              <a:buFont typeface="Arial" panose="020B0604020202020204" pitchFamily="34" charset="0"/>
              <a:buChar char="•"/>
            </a:pPr>
            <a:r>
              <a:rPr lang="fr-FR" dirty="0">
                <a:solidFill>
                  <a:schemeClr val="tx1"/>
                </a:solidFill>
              </a:rPr>
              <a:t>A</a:t>
            </a:r>
            <a:r>
              <a:rPr lang="en" dirty="0">
                <a:solidFill>
                  <a:schemeClr val="tx1"/>
                </a:solidFill>
              </a:rPr>
              <a:t>bdelmalek mohammed riad</a:t>
            </a:r>
          </a:p>
          <a:p>
            <a:pPr marL="285750" lvl="0" indent="-285750" algn="l" rtl="0">
              <a:spcBef>
                <a:spcPts val="0"/>
              </a:spcBef>
              <a:spcAft>
                <a:spcPts val="0"/>
              </a:spcAft>
              <a:buFont typeface="Arial" panose="020B0604020202020204" pitchFamily="34" charset="0"/>
              <a:buChar char="•"/>
            </a:pPr>
            <a:r>
              <a:rPr lang="fr-FR" dirty="0">
                <a:solidFill>
                  <a:schemeClr val="tx1"/>
                </a:solidFill>
              </a:rPr>
              <a:t>B</a:t>
            </a:r>
            <a:r>
              <a:rPr lang="en" dirty="0">
                <a:solidFill>
                  <a:schemeClr val="tx1"/>
                </a:solidFill>
              </a:rPr>
              <a:t>en khlifa salah edine</a:t>
            </a:r>
          </a:p>
          <a:p>
            <a:pPr marL="285750" lvl="0" indent="-285750" algn="l" rtl="0">
              <a:spcBef>
                <a:spcPts val="0"/>
              </a:spcBef>
              <a:spcAft>
                <a:spcPts val="0"/>
              </a:spcAft>
              <a:buFont typeface="Arial" panose="020B0604020202020204" pitchFamily="34" charset="0"/>
              <a:buChar char="•"/>
            </a:pPr>
            <a:r>
              <a:rPr lang="fr-FR" dirty="0">
                <a:solidFill>
                  <a:schemeClr val="tx1"/>
                </a:solidFill>
              </a:rPr>
              <a:t>C</a:t>
            </a:r>
            <a:r>
              <a:rPr lang="en" dirty="0">
                <a:solidFill>
                  <a:schemeClr val="tx1"/>
                </a:solidFill>
              </a:rPr>
              <a:t>hiah sid ahmed</a:t>
            </a:r>
          </a:p>
          <a:p>
            <a:pPr marL="285750" lvl="0" indent="-285750" algn="l" rtl="0">
              <a:spcBef>
                <a:spcPts val="0"/>
              </a:spcBef>
              <a:spcAft>
                <a:spcPts val="0"/>
              </a:spcAft>
              <a:buFont typeface="Arial" panose="020B0604020202020204" pitchFamily="34" charset="0"/>
              <a:buChar char="•"/>
            </a:pPr>
            <a:r>
              <a:rPr lang="fr-FR" dirty="0">
                <a:solidFill>
                  <a:schemeClr val="tx1"/>
                </a:solidFill>
              </a:rPr>
              <a:t>T</a:t>
            </a:r>
            <a:r>
              <a:rPr lang="en" dirty="0">
                <a:solidFill>
                  <a:schemeClr val="tx1"/>
                </a:solidFill>
              </a:rPr>
              <a:t>aki chikh yassine</a:t>
            </a:r>
            <a:endParaRPr dirty="0">
              <a:solidFill>
                <a:schemeClr val="tx1"/>
              </a:solidFill>
            </a:endParaRPr>
          </a:p>
        </p:txBody>
      </p:sp>
      <p:sp>
        <p:nvSpPr>
          <p:cNvPr id="2" name="TextBox 1">
            <a:extLst>
              <a:ext uri="{FF2B5EF4-FFF2-40B4-BE49-F238E27FC236}">
                <a16:creationId xmlns:a16="http://schemas.microsoft.com/office/drawing/2014/main" id="{5EE270D5-17FA-4466-A7D9-A15087B657D2}"/>
              </a:ext>
            </a:extLst>
          </p:cNvPr>
          <p:cNvSpPr txBox="1"/>
          <p:nvPr/>
        </p:nvSpPr>
        <p:spPr>
          <a:xfrm>
            <a:off x="2893817" y="2039199"/>
            <a:ext cx="2821183" cy="369332"/>
          </a:xfrm>
          <a:prstGeom prst="rect">
            <a:avLst/>
          </a:prstGeom>
          <a:noFill/>
        </p:spPr>
        <p:txBody>
          <a:bodyPr wrap="square" rtlCol="0">
            <a:spAutoFit/>
          </a:bodyPr>
          <a:lstStyle/>
          <a:p>
            <a:r>
              <a:rPr lang="en-GB" sz="1800" dirty="0">
                <a:solidFill>
                  <a:srgbClr val="EAC488"/>
                </a:solidFill>
                <a:latin typeface="Unna" panose="020B0604020202020204" charset="0"/>
              </a:rPr>
              <a:t>V-model     waterfall-model</a:t>
            </a:r>
            <a:endParaRPr lang="fr-FR" sz="1800" dirty="0">
              <a:solidFill>
                <a:srgbClr val="EAC488"/>
              </a:solidFill>
              <a:latin typeface="Unna" panose="020B0604020202020204" charset="0"/>
            </a:endParaRPr>
          </a:p>
        </p:txBody>
      </p:sp>
    </p:spTree>
  </p:cSld>
  <p:clrMapOvr>
    <a:masterClrMapping/>
  </p:clrMapOvr>
  <mc:AlternateContent xmlns:mc="http://schemas.openxmlformats.org/markup-compatibility/2006" xmlns:p14="http://schemas.microsoft.com/office/powerpoint/2010/main">
    <mc:Choice Requires="p14">
      <p:transition spd="slow" p14:dur="1750">
        <p14:honeycomb/>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21"/>
        <p:cNvGrpSpPr/>
        <p:nvPr/>
      </p:nvGrpSpPr>
      <p:grpSpPr>
        <a:xfrm>
          <a:off x="0" y="0"/>
          <a:ext cx="0" cy="0"/>
          <a:chOff x="0" y="0"/>
          <a:chExt cx="0" cy="0"/>
        </a:xfrm>
      </p:grpSpPr>
      <p:cxnSp>
        <p:nvCxnSpPr>
          <p:cNvPr id="222" name="Google Shape;222;p36"/>
          <p:cNvCxnSpPr/>
          <p:nvPr/>
        </p:nvCxnSpPr>
        <p:spPr>
          <a:xfrm>
            <a:off x="2479650" y="1058650"/>
            <a:ext cx="4184700" cy="0"/>
          </a:xfrm>
          <a:prstGeom prst="straightConnector1">
            <a:avLst/>
          </a:prstGeom>
          <a:noFill/>
          <a:ln w="9525" cap="flat" cmpd="sng">
            <a:solidFill>
              <a:schemeClr val="dk2"/>
            </a:solidFill>
            <a:prstDash val="solid"/>
            <a:round/>
            <a:headEnd type="none" w="med" len="med"/>
            <a:tailEnd type="none" w="med" len="med"/>
          </a:ln>
        </p:spPr>
      </p:cxnSp>
      <p:sp>
        <p:nvSpPr>
          <p:cNvPr id="223" name="Google Shape;223;p36"/>
          <p:cNvSpPr txBox="1">
            <a:spLocks noGrp="1"/>
          </p:cNvSpPr>
          <p:nvPr>
            <p:ph type="title"/>
          </p:nvPr>
        </p:nvSpPr>
        <p:spPr>
          <a:xfrm>
            <a:off x="713225" y="539525"/>
            <a:ext cx="7717500" cy="47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u="sng" dirty="0">
                <a:solidFill>
                  <a:srgbClr val="EAC488"/>
                </a:solidFill>
              </a:rPr>
              <a:t>Introduction</a:t>
            </a:r>
            <a:endParaRPr u="sng" dirty="0">
              <a:solidFill>
                <a:srgbClr val="EAC488"/>
              </a:solidFill>
            </a:endParaRPr>
          </a:p>
        </p:txBody>
      </p:sp>
      <p:sp>
        <p:nvSpPr>
          <p:cNvPr id="224" name="Google Shape;224;p36"/>
          <p:cNvSpPr txBox="1">
            <a:spLocks noGrp="1"/>
          </p:cNvSpPr>
          <p:nvPr>
            <p:ph type="body" idx="1"/>
          </p:nvPr>
        </p:nvSpPr>
        <p:spPr>
          <a:xfrm>
            <a:off x="713250" y="1297400"/>
            <a:ext cx="7717500" cy="33279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fr-FR" sz="2000" dirty="0">
                <a:latin typeface="Proxima Nova" panose="020B0604020202020204" charset="0"/>
              </a:rPr>
              <a:t>Comme l'a dit Harold Abelson : 'A program without a clear process is like a ship without a map; each step may seem right, but without direction, it’s bound to drift.' En s’appuyant sur cette idée, on peut examiner les nombreux projets de la NASA, tels que le programme soviétique Phobos ,</a:t>
            </a:r>
            <a:r>
              <a:rPr lang="fr-FR" sz="2800" dirty="0"/>
              <a:t> </a:t>
            </a:r>
            <a:r>
              <a:rPr lang="fr-FR" sz="2000" dirty="0"/>
              <a:t>Mars Curiosity </a:t>
            </a:r>
            <a:r>
              <a:rPr lang="fr-FR" sz="2000" dirty="0" err="1"/>
              <a:t>Rover</a:t>
            </a:r>
            <a:r>
              <a:rPr lang="fr-FR" sz="2000" dirty="0" err="1">
                <a:latin typeface="Proxima Nova" panose="020B0604020202020204" charset="0"/>
              </a:rPr>
              <a:t>et</a:t>
            </a:r>
            <a:r>
              <a:rPr lang="fr-FR" sz="2000" dirty="0">
                <a:latin typeface="Proxima Nova" panose="020B0604020202020204" charset="0"/>
              </a:rPr>
              <a:t> le télescope Hubble. Malgré des budgets et des conditions similaires, tous ces projets n'ont pas atteint le même niveau de succès. Quelles pourraient être les raisons de ces différences ? Nous espérons explorer et répondre à cette question au cours de notre présentation.</a:t>
            </a:r>
            <a:endParaRPr lang="en-US" sz="1600" dirty="0">
              <a:latin typeface="Proxima Nova" panose="020B0604020202020204" charset="0"/>
            </a:endParaRPr>
          </a:p>
        </p:txBody>
      </p:sp>
    </p:spTree>
  </p:cSld>
  <p:clrMapOvr>
    <a:masterClrMapping/>
  </p:clrMapOvr>
  <mc:AlternateContent xmlns:mc="http://schemas.openxmlformats.org/markup-compatibility/2006" xmlns:p14="http://schemas.microsoft.com/office/powerpoint/2010/main">
    <mc:Choice Requires="p14">
      <p:transition spd="slow" p14:dur="1750">
        <p14:honeycomb/>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7"/>
          <p:cNvSpPr txBox="1">
            <a:spLocks noGrp="1"/>
          </p:cNvSpPr>
          <p:nvPr>
            <p:ph type="title"/>
          </p:nvPr>
        </p:nvSpPr>
        <p:spPr>
          <a:xfrm>
            <a:off x="941294" y="511712"/>
            <a:ext cx="7261411" cy="1995967"/>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sz="3200" dirty="0"/>
              <a:t>Alors, commençons</a:t>
            </a:r>
            <a:br>
              <a:rPr lang="fr-FR" sz="3200" dirty="0"/>
            </a:br>
            <a:r>
              <a:rPr lang="fr-FR" sz="3200" dirty="0"/>
              <a:t>par</a:t>
            </a:r>
            <a:br>
              <a:rPr lang="fr-FR" sz="3200" dirty="0"/>
            </a:br>
            <a:r>
              <a:rPr lang="fr-FR" sz="3200" dirty="0"/>
              <a:t> les modèles de conception.</a:t>
            </a:r>
            <a:endParaRPr sz="8300" dirty="0">
              <a:solidFill>
                <a:schemeClr val="dk2"/>
              </a:solidFill>
            </a:endParaRPr>
          </a:p>
        </p:txBody>
      </p:sp>
      <p:sp>
        <p:nvSpPr>
          <p:cNvPr id="230" name="Google Shape;230;p37"/>
          <p:cNvSpPr txBox="1">
            <a:spLocks noGrp="1"/>
          </p:cNvSpPr>
          <p:nvPr>
            <p:ph type="subTitle" idx="1"/>
          </p:nvPr>
        </p:nvSpPr>
        <p:spPr>
          <a:xfrm>
            <a:off x="1015253" y="2884359"/>
            <a:ext cx="2952900" cy="112286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600" dirty="0">
                <a:latin typeface="Unna" panose="020B0604020202020204" charset="0"/>
              </a:rPr>
              <a:t>Les modeles:</a:t>
            </a:r>
          </a:p>
          <a:p>
            <a:pPr marL="0" lvl="0" indent="0" algn="l" rtl="0">
              <a:spcBef>
                <a:spcPts val="0"/>
              </a:spcBef>
              <a:spcAft>
                <a:spcPts val="0"/>
              </a:spcAft>
            </a:pPr>
            <a:endParaRPr lang="en" sz="1600" dirty="0"/>
          </a:p>
          <a:p>
            <a:pPr marL="285750" lvl="0" indent="-285750" algn="l" rtl="0">
              <a:spcBef>
                <a:spcPts val="0"/>
              </a:spcBef>
              <a:spcAft>
                <a:spcPts val="0"/>
              </a:spcAft>
              <a:buFont typeface="Arial" panose="020B0604020202020204" pitchFamily="34" charset="0"/>
              <a:buChar char="•"/>
            </a:pPr>
            <a:r>
              <a:rPr lang="en" sz="1600" dirty="0"/>
              <a:t>V-Modele</a:t>
            </a:r>
          </a:p>
          <a:p>
            <a:pPr marL="285750" lvl="0" indent="-285750" algn="l" rtl="0">
              <a:spcBef>
                <a:spcPts val="0"/>
              </a:spcBef>
              <a:spcAft>
                <a:spcPts val="0"/>
              </a:spcAft>
              <a:buFont typeface="Arial" panose="020B0604020202020204" pitchFamily="34" charset="0"/>
              <a:buChar char="•"/>
            </a:pPr>
            <a:r>
              <a:rPr lang="fr-FR" sz="1600" dirty="0"/>
              <a:t>W</a:t>
            </a:r>
            <a:r>
              <a:rPr lang="en" sz="1600" dirty="0"/>
              <a:t>aterfall-modele</a:t>
            </a:r>
          </a:p>
          <a:p>
            <a:pPr marL="285750" lvl="0" indent="-285750" algn="l" rtl="0">
              <a:spcBef>
                <a:spcPts val="0"/>
              </a:spcBef>
              <a:spcAft>
                <a:spcPts val="0"/>
              </a:spcAft>
              <a:buFont typeface="Arial" panose="020B0604020202020204" pitchFamily="34" charset="0"/>
              <a:buChar char="•"/>
            </a:pPr>
            <a:endParaRPr lang="en" sz="1600" dirty="0"/>
          </a:p>
          <a:p>
            <a:pPr marL="285750" lvl="0" indent="-285750" algn="l" rtl="0">
              <a:spcBef>
                <a:spcPts val="0"/>
              </a:spcBef>
              <a:spcAft>
                <a:spcPts val="0"/>
              </a:spcAft>
              <a:buFont typeface="Arial" panose="020B0604020202020204" pitchFamily="34" charset="0"/>
              <a:buChar char="•"/>
            </a:pPr>
            <a:endParaRPr sz="1600" dirty="0"/>
          </a:p>
        </p:txBody>
      </p:sp>
      <p:cxnSp>
        <p:nvCxnSpPr>
          <p:cNvPr id="231" name="Google Shape;231;p37"/>
          <p:cNvCxnSpPr>
            <a:cxnSpLocks/>
          </p:cNvCxnSpPr>
          <p:nvPr/>
        </p:nvCxnSpPr>
        <p:spPr>
          <a:xfrm>
            <a:off x="1485900" y="2569833"/>
            <a:ext cx="6615953" cy="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mc:AlternateContent xmlns:mc="http://schemas.openxmlformats.org/markup-compatibility/2006" xmlns:p14="http://schemas.microsoft.com/office/powerpoint/2010/main">
    <mc:Choice Requires="p14">
      <p:transition spd="slow" p14:dur="1750">
        <p14:honeycomb/>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5"/>
        <p:cNvGrpSpPr/>
        <p:nvPr/>
      </p:nvGrpSpPr>
      <p:grpSpPr>
        <a:xfrm>
          <a:off x="0" y="0"/>
          <a:ext cx="0" cy="0"/>
          <a:chOff x="0" y="0"/>
          <a:chExt cx="0" cy="0"/>
        </a:xfrm>
      </p:grpSpPr>
      <p:cxnSp>
        <p:nvCxnSpPr>
          <p:cNvPr id="236" name="Google Shape;236;p38"/>
          <p:cNvCxnSpPr/>
          <p:nvPr/>
        </p:nvCxnSpPr>
        <p:spPr>
          <a:xfrm>
            <a:off x="3167250" y="1058650"/>
            <a:ext cx="2809500" cy="0"/>
          </a:xfrm>
          <a:prstGeom prst="straightConnector1">
            <a:avLst/>
          </a:prstGeom>
          <a:noFill/>
          <a:ln w="9525" cap="flat" cmpd="sng">
            <a:solidFill>
              <a:schemeClr val="dk2"/>
            </a:solidFill>
            <a:prstDash val="solid"/>
            <a:round/>
            <a:headEnd type="none" w="med" len="med"/>
            <a:tailEnd type="none" w="med" len="med"/>
          </a:ln>
        </p:spPr>
      </p:cxnSp>
      <p:sp>
        <p:nvSpPr>
          <p:cNvPr id="237" name="Google Shape;237;p38"/>
          <p:cNvSpPr txBox="1">
            <a:spLocks noGrp="1"/>
          </p:cNvSpPr>
          <p:nvPr>
            <p:ph type="title"/>
          </p:nvPr>
        </p:nvSpPr>
        <p:spPr>
          <a:xfrm>
            <a:off x="713225" y="539525"/>
            <a:ext cx="7717500" cy="47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Table de matiere</a:t>
            </a:r>
            <a:endParaRPr dirty="0"/>
          </a:p>
        </p:txBody>
      </p:sp>
      <p:sp>
        <p:nvSpPr>
          <p:cNvPr id="238" name="Google Shape;238;p38"/>
          <p:cNvSpPr txBox="1">
            <a:spLocks noGrp="1"/>
          </p:cNvSpPr>
          <p:nvPr>
            <p:ph type="subTitle" idx="1"/>
          </p:nvPr>
        </p:nvSpPr>
        <p:spPr>
          <a:xfrm>
            <a:off x="713224" y="1932000"/>
            <a:ext cx="2762089" cy="334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FR" dirty="0"/>
              <a:t>C</a:t>
            </a:r>
            <a:r>
              <a:rPr lang="en" dirty="0"/>
              <a:t>oncepte de V-model</a:t>
            </a:r>
            <a:endParaRPr dirty="0"/>
          </a:p>
        </p:txBody>
      </p:sp>
      <p:sp>
        <p:nvSpPr>
          <p:cNvPr id="239" name="Google Shape;239;p38"/>
          <p:cNvSpPr txBox="1">
            <a:spLocks noGrp="1"/>
          </p:cNvSpPr>
          <p:nvPr>
            <p:ph type="subTitle" idx="2"/>
          </p:nvPr>
        </p:nvSpPr>
        <p:spPr>
          <a:xfrm>
            <a:off x="713225" y="2340475"/>
            <a:ext cx="2399400" cy="526500"/>
          </a:xfrm>
          <a:prstGeom prst="rect">
            <a:avLst/>
          </a:prstGeom>
        </p:spPr>
        <p:txBody>
          <a:bodyPr spcFirstLastPara="1" wrap="square" lIns="91425" tIns="91425" rIns="91425" bIns="91425" anchor="ctr" anchorCtr="0">
            <a:noAutofit/>
          </a:bodyPr>
          <a:lstStyle/>
          <a:p>
            <a:pPr marL="342900" lvl="0" indent="-342900" algn="l" rtl="0">
              <a:spcBef>
                <a:spcPts val="0"/>
              </a:spcBef>
              <a:spcAft>
                <a:spcPts val="0"/>
              </a:spcAft>
              <a:buFont typeface="+mj-lt"/>
              <a:buAutoNum type="arabicPeriod"/>
            </a:pPr>
            <a:r>
              <a:rPr lang="fr-FR" dirty="0"/>
              <a:t>D</a:t>
            </a:r>
            <a:r>
              <a:rPr lang="en" dirty="0"/>
              <a:t>efinition </a:t>
            </a:r>
          </a:p>
          <a:p>
            <a:pPr marL="342900" lvl="0" indent="-342900" algn="l" rtl="0">
              <a:spcBef>
                <a:spcPts val="0"/>
              </a:spcBef>
              <a:spcAft>
                <a:spcPts val="0"/>
              </a:spcAft>
              <a:buFont typeface="+mj-lt"/>
              <a:buAutoNum type="arabicPeriod"/>
            </a:pPr>
            <a:r>
              <a:rPr lang="en" dirty="0"/>
              <a:t>Les etaps</a:t>
            </a:r>
            <a:endParaRPr dirty="0"/>
          </a:p>
        </p:txBody>
      </p:sp>
      <p:sp>
        <p:nvSpPr>
          <p:cNvPr id="240" name="Google Shape;240;p38"/>
          <p:cNvSpPr txBox="1">
            <a:spLocks noGrp="1"/>
          </p:cNvSpPr>
          <p:nvPr>
            <p:ph type="title" idx="3"/>
          </p:nvPr>
        </p:nvSpPr>
        <p:spPr>
          <a:xfrm>
            <a:off x="713225" y="1407400"/>
            <a:ext cx="2399400" cy="47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01</a:t>
            </a:r>
            <a:endParaRPr dirty="0"/>
          </a:p>
        </p:txBody>
      </p:sp>
      <p:sp>
        <p:nvSpPr>
          <p:cNvPr id="242" name="Google Shape;242;p38"/>
          <p:cNvSpPr txBox="1">
            <a:spLocks noGrp="1"/>
          </p:cNvSpPr>
          <p:nvPr>
            <p:ph type="subTitle" idx="5"/>
          </p:nvPr>
        </p:nvSpPr>
        <p:spPr>
          <a:xfrm>
            <a:off x="3475313" y="4076661"/>
            <a:ext cx="2399400" cy="526500"/>
          </a:xfrm>
          <a:prstGeom prst="rect">
            <a:avLst/>
          </a:prstGeom>
        </p:spPr>
        <p:txBody>
          <a:bodyPr spcFirstLastPara="1" wrap="square" lIns="91425" tIns="91425" rIns="91425" bIns="91425" anchor="ctr" anchorCtr="0">
            <a:noAutofit/>
          </a:bodyPr>
          <a:lstStyle/>
          <a:p>
            <a:pPr marL="285750" lvl="0" indent="-285750" algn="l" rtl="0">
              <a:spcBef>
                <a:spcPts val="0"/>
              </a:spcBef>
              <a:spcAft>
                <a:spcPts val="0"/>
              </a:spcAft>
              <a:buFont typeface="Arial" panose="020B0604020202020204" pitchFamily="34" charset="0"/>
              <a:buChar char="•"/>
            </a:pPr>
            <a:r>
              <a:rPr lang="fr-FR" sz="1400" dirty="0">
                <a:latin typeface="Proxima Nova" panose="020B0604020202020204" charset="0"/>
              </a:rPr>
              <a:t>soviétique Phobos</a:t>
            </a:r>
            <a:endParaRPr dirty="0"/>
          </a:p>
        </p:txBody>
      </p:sp>
      <p:sp>
        <p:nvSpPr>
          <p:cNvPr id="243" name="Google Shape;243;p38"/>
          <p:cNvSpPr txBox="1">
            <a:spLocks noGrp="1"/>
          </p:cNvSpPr>
          <p:nvPr>
            <p:ph type="title" idx="6"/>
          </p:nvPr>
        </p:nvSpPr>
        <p:spPr>
          <a:xfrm>
            <a:off x="3475313" y="3143586"/>
            <a:ext cx="2399400" cy="47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04</a:t>
            </a:r>
            <a:endParaRPr dirty="0"/>
          </a:p>
        </p:txBody>
      </p:sp>
      <p:sp>
        <p:nvSpPr>
          <p:cNvPr id="244" name="Google Shape;244;p38"/>
          <p:cNvSpPr txBox="1">
            <a:spLocks noGrp="1"/>
          </p:cNvSpPr>
          <p:nvPr>
            <p:ph type="subTitle" idx="7"/>
          </p:nvPr>
        </p:nvSpPr>
        <p:spPr>
          <a:xfrm>
            <a:off x="3475313" y="1932000"/>
            <a:ext cx="2399400" cy="334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FR" dirty="0"/>
              <a:t>E</a:t>
            </a:r>
            <a:r>
              <a:rPr lang="en" dirty="0"/>
              <a:t>xemple (</a:t>
            </a:r>
            <a:r>
              <a:rPr lang="en" sz="1600" dirty="0"/>
              <a:t>v-model</a:t>
            </a:r>
            <a:r>
              <a:rPr lang="en" dirty="0"/>
              <a:t>)</a:t>
            </a:r>
            <a:endParaRPr dirty="0"/>
          </a:p>
        </p:txBody>
      </p:sp>
      <p:sp>
        <p:nvSpPr>
          <p:cNvPr id="245" name="Google Shape;245;p38"/>
          <p:cNvSpPr txBox="1">
            <a:spLocks noGrp="1"/>
          </p:cNvSpPr>
          <p:nvPr>
            <p:ph type="subTitle" idx="8"/>
          </p:nvPr>
        </p:nvSpPr>
        <p:spPr>
          <a:xfrm>
            <a:off x="3475313" y="2340475"/>
            <a:ext cx="2399400" cy="526500"/>
          </a:xfrm>
          <a:prstGeom prst="rect">
            <a:avLst/>
          </a:prstGeom>
        </p:spPr>
        <p:txBody>
          <a:bodyPr spcFirstLastPara="1" wrap="square" lIns="91425" tIns="91425" rIns="91425" bIns="91425" anchor="ctr" anchorCtr="0">
            <a:noAutofit/>
          </a:bodyPr>
          <a:lstStyle/>
          <a:p>
            <a:pPr marL="285750" lvl="0" indent="-285750" algn="l" rtl="0">
              <a:spcBef>
                <a:spcPts val="0"/>
              </a:spcBef>
              <a:spcAft>
                <a:spcPts val="0"/>
              </a:spcAft>
              <a:buFont typeface="Arial" panose="020B0604020202020204" pitchFamily="34" charset="0"/>
              <a:buChar char="•"/>
            </a:pPr>
            <a:r>
              <a:rPr lang="fr-FR" sz="1400" dirty="0">
                <a:latin typeface="Proxima Nova" panose="020B0604020202020204" charset="0"/>
              </a:rPr>
              <a:t>télescope Hubble</a:t>
            </a:r>
            <a:endParaRPr dirty="0"/>
          </a:p>
        </p:txBody>
      </p:sp>
      <p:sp>
        <p:nvSpPr>
          <p:cNvPr id="246" name="Google Shape;246;p38"/>
          <p:cNvSpPr txBox="1">
            <a:spLocks noGrp="1"/>
          </p:cNvSpPr>
          <p:nvPr>
            <p:ph type="title" idx="9"/>
          </p:nvPr>
        </p:nvSpPr>
        <p:spPr>
          <a:xfrm>
            <a:off x="3475313" y="1407400"/>
            <a:ext cx="2399400" cy="47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03</a:t>
            </a:r>
            <a:endParaRPr dirty="0"/>
          </a:p>
        </p:txBody>
      </p:sp>
      <p:sp>
        <p:nvSpPr>
          <p:cNvPr id="247" name="Google Shape;247;p38"/>
          <p:cNvSpPr txBox="1">
            <a:spLocks noGrp="1"/>
          </p:cNvSpPr>
          <p:nvPr>
            <p:ph type="subTitle" idx="13"/>
          </p:nvPr>
        </p:nvSpPr>
        <p:spPr>
          <a:xfrm>
            <a:off x="6237400" y="3664450"/>
            <a:ext cx="2399400" cy="334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conclusion</a:t>
            </a:r>
            <a:endParaRPr dirty="0"/>
          </a:p>
        </p:txBody>
      </p:sp>
      <p:sp>
        <p:nvSpPr>
          <p:cNvPr id="248" name="Google Shape;248;p38"/>
          <p:cNvSpPr txBox="1">
            <a:spLocks noGrp="1"/>
          </p:cNvSpPr>
          <p:nvPr>
            <p:ph type="subTitle" idx="14"/>
          </p:nvPr>
        </p:nvSpPr>
        <p:spPr>
          <a:xfrm>
            <a:off x="6237400" y="4072925"/>
            <a:ext cx="2399400" cy="526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FR" dirty="0"/>
              <a:t>I</a:t>
            </a:r>
            <a:r>
              <a:rPr lang="en" dirty="0"/>
              <a:t>de generale final et solution de question</a:t>
            </a:r>
            <a:endParaRPr dirty="0"/>
          </a:p>
        </p:txBody>
      </p:sp>
      <p:sp>
        <p:nvSpPr>
          <p:cNvPr id="249" name="Google Shape;249;p38"/>
          <p:cNvSpPr txBox="1">
            <a:spLocks noGrp="1"/>
          </p:cNvSpPr>
          <p:nvPr>
            <p:ph type="title" idx="15"/>
          </p:nvPr>
        </p:nvSpPr>
        <p:spPr>
          <a:xfrm>
            <a:off x="6237400" y="3139850"/>
            <a:ext cx="2399400" cy="47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06</a:t>
            </a:r>
            <a:endParaRPr dirty="0"/>
          </a:p>
        </p:txBody>
      </p:sp>
      <p:sp>
        <p:nvSpPr>
          <p:cNvPr id="250" name="Google Shape;250;p38"/>
          <p:cNvSpPr txBox="1">
            <a:spLocks noGrp="1"/>
          </p:cNvSpPr>
          <p:nvPr>
            <p:ph type="subTitle" idx="16"/>
          </p:nvPr>
        </p:nvSpPr>
        <p:spPr>
          <a:xfrm>
            <a:off x="610211" y="3829152"/>
            <a:ext cx="2968113" cy="334500"/>
          </a:xfrm>
          <a:prstGeom prst="rect">
            <a:avLst/>
          </a:prstGeom>
        </p:spPr>
        <p:txBody>
          <a:bodyPr spcFirstLastPara="1" wrap="square" lIns="91425" tIns="91425" rIns="91425" bIns="91425" anchor="ctr" anchorCtr="0">
            <a:noAutofit/>
          </a:bodyPr>
          <a:lstStyle/>
          <a:p>
            <a:pPr marL="0" indent="0"/>
            <a:r>
              <a:rPr lang="fr-FR" dirty="0"/>
              <a:t>Concepte de waterfall</a:t>
            </a:r>
          </a:p>
          <a:p>
            <a:pPr marL="0" lvl="0" indent="0" algn="l" rtl="0">
              <a:spcBef>
                <a:spcPts val="0"/>
              </a:spcBef>
              <a:spcAft>
                <a:spcPts val="0"/>
              </a:spcAft>
              <a:buNone/>
            </a:pPr>
            <a:endParaRPr dirty="0"/>
          </a:p>
        </p:txBody>
      </p:sp>
      <p:sp>
        <p:nvSpPr>
          <p:cNvPr id="252" name="Google Shape;252;p38"/>
          <p:cNvSpPr txBox="1">
            <a:spLocks noGrp="1"/>
          </p:cNvSpPr>
          <p:nvPr>
            <p:ph type="title" idx="18"/>
          </p:nvPr>
        </p:nvSpPr>
        <p:spPr>
          <a:xfrm>
            <a:off x="713225" y="3139849"/>
            <a:ext cx="2399400" cy="47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02</a:t>
            </a:r>
            <a:endParaRPr dirty="0"/>
          </a:p>
        </p:txBody>
      </p:sp>
      <p:sp>
        <p:nvSpPr>
          <p:cNvPr id="253" name="Google Shape;253;p38"/>
          <p:cNvSpPr txBox="1">
            <a:spLocks noGrp="1"/>
          </p:cNvSpPr>
          <p:nvPr>
            <p:ph type="subTitle" idx="19"/>
          </p:nvPr>
        </p:nvSpPr>
        <p:spPr>
          <a:xfrm>
            <a:off x="6237400" y="1931611"/>
            <a:ext cx="2399400" cy="334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comparaison</a:t>
            </a:r>
            <a:endParaRPr dirty="0"/>
          </a:p>
        </p:txBody>
      </p:sp>
      <p:sp>
        <p:nvSpPr>
          <p:cNvPr id="254" name="Google Shape;254;p38"/>
          <p:cNvSpPr txBox="1">
            <a:spLocks noGrp="1"/>
          </p:cNvSpPr>
          <p:nvPr>
            <p:ph type="subTitle" idx="20"/>
          </p:nvPr>
        </p:nvSpPr>
        <p:spPr>
          <a:xfrm>
            <a:off x="6237400" y="2340086"/>
            <a:ext cx="2399400" cy="526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FR" sz="1100" dirty="0"/>
              <a:t>L</a:t>
            </a:r>
            <a:r>
              <a:rPr lang="en" sz="1100" dirty="0"/>
              <a:t>es differents entre les deux methode</a:t>
            </a:r>
            <a:r>
              <a:rPr lang="en" dirty="0"/>
              <a:t> (</a:t>
            </a:r>
            <a:r>
              <a:rPr lang="en" sz="1000" dirty="0"/>
              <a:t>negatives,avantage</a:t>
            </a:r>
            <a:r>
              <a:rPr lang="en" dirty="0"/>
              <a:t>)</a:t>
            </a:r>
            <a:endParaRPr dirty="0"/>
          </a:p>
        </p:txBody>
      </p:sp>
      <p:sp>
        <p:nvSpPr>
          <p:cNvPr id="255" name="Google Shape;255;p38"/>
          <p:cNvSpPr txBox="1">
            <a:spLocks noGrp="1"/>
          </p:cNvSpPr>
          <p:nvPr>
            <p:ph type="title" idx="21"/>
          </p:nvPr>
        </p:nvSpPr>
        <p:spPr>
          <a:xfrm>
            <a:off x="6237400" y="1413264"/>
            <a:ext cx="2399400" cy="47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05</a:t>
            </a:r>
            <a:endParaRPr dirty="0"/>
          </a:p>
        </p:txBody>
      </p:sp>
      <p:sp>
        <p:nvSpPr>
          <p:cNvPr id="25" name="Google Shape;239;p38">
            <a:extLst>
              <a:ext uri="{FF2B5EF4-FFF2-40B4-BE49-F238E27FC236}">
                <a16:creationId xmlns:a16="http://schemas.microsoft.com/office/drawing/2014/main" id="{0188ACF4-5441-495D-A32E-3DB89F30E4A3}"/>
              </a:ext>
            </a:extLst>
          </p:cNvPr>
          <p:cNvSpPr txBox="1">
            <a:spLocks/>
          </p:cNvSpPr>
          <p:nvPr/>
        </p:nvSpPr>
        <p:spPr>
          <a:xfrm>
            <a:off x="713224" y="3982562"/>
            <a:ext cx="2399400" cy="5265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1pPr>
            <a:lvl2pPr marL="914400" marR="0" lvl="1" indent="-317500" algn="l" rtl="0">
              <a:lnSpc>
                <a:spcPct val="100000"/>
              </a:lnSpc>
              <a:spcBef>
                <a:spcPts val="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2pPr>
            <a:lvl3pPr marL="1371600" marR="0" lvl="2" indent="-317500" algn="l" rtl="0">
              <a:lnSpc>
                <a:spcPct val="100000"/>
              </a:lnSpc>
              <a:spcBef>
                <a:spcPts val="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3pPr>
            <a:lvl4pPr marL="1828800" marR="0" lvl="3" indent="-317500" algn="l" rtl="0">
              <a:lnSpc>
                <a:spcPct val="100000"/>
              </a:lnSpc>
              <a:spcBef>
                <a:spcPts val="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4pPr>
            <a:lvl5pPr marL="2286000" marR="0" lvl="4" indent="-317500" algn="l" rtl="0">
              <a:lnSpc>
                <a:spcPct val="100000"/>
              </a:lnSpc>
              <a:spcBef>
                <a:spcPts val="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5pPr>
            <a:lvl6pPr marL="2743200" marR="0" lvl="5" indent="-317500" algn="l" rtl="0">
              <a:lnSpc>
                <a:spcPct val="100000"/>
              </a:lnSpc>
              <a:spcBef>
                <a:spcPts val="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6pPr>
            <a:lvl7pPr marL="3200400" marR="0" lvl="6" indent="-317500" algn="l" rtl="0">
              <a:lnSpc>
                <a:spcPct val="100000"/>
              </a:lnSpc>
              <a:spcBef>
                <a:spcPts val="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7pPr>
            <a:lvl8pPr marL="3657600" marR="0" lvl="7" indent="-317500" algn="l" rtl="0">
              <a:lnSpc>
                <a:spcPct val="100000"/>
              </a:lnSpc>
              <a:spcBef>
                <a:spcPts val="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8pPr>
            <a:lvl9pPr marL="4114800" marR="0" lvl="8" indent="-317500" algn="l" rtl="0">
              <a:lnSpc>
                <a:spcPct val="100000"/>
              </a:lnSpc>
              <a:spcBef>
                <a:spcPts val="0"/>
              </a:spcBef>
              <a:spcAft>
                <a:spcPts val="0"/>
              </a:spcAft>
              <a:buClr>
                <a:schemeClr val="dk1"/>
              </a:buClr>
              <a:buSzPts val="1400"/>
              <a:buFont typeface="Raleway"/>
              <a:buNone/>
              <a:defRPr sz="1400" b="0" i="0" u="none" strike="noStrike" cap="none">
                <a:solidFill>
                  <a:schemeClr val="dk1"/>
                </a:solidFill>
                <a:latin typeface="Raleway"/>
                <a:ea typeface="Raleway"/>
                <a:cs typeface="Raleway"/>
                <a:sym typeface="Raleway"/>
              </a:defRPr>
            </a:lvl9pPr>
          </a:lstStyle>
          <a:p>
            <a:pPr marL="342900" indent="-342900">
              <a:buFont typeface="+mj-lt"/>
              <a:buAutoNum type="arabicPeriod"/>
            </a:pPr>
            <a:r>
              <a:rPr lang="fr-FR"/>
              <a:t>Definition </a:t>
            </a:r>
          </a:p>
          <a:p>
            <a:pPr marL="342900" indent="-342900">
              <a:buFont typeface="+mj-lt"/>
              <a:buAutoNum type="arabicPeriod"/>
            </a:pPr>
            <a:r>
              <a:rPr lang="fr-FR"/>
              <a:t>Les etaps</a:t>
            </a:r>
            <a:endParaRPr lang="fr-FR" dirty="0"/>
          </a:p>
        </p:txBody>
      </p:sp>
      <p:sp>
        <p:nvSpPr>
          <p:cNvPr id="28" name="Google Shape;244;p38">
            <a:extLst>
              <a:ext uri="{FF2B5EF4-FFF2-40B4-BE49-F238E27FC236}">
                <a16:creationId xmlns:a16="http://schemas.microsoft.com/office/drawing/2014/main" id="{2C1E7DD0-8B75-43C3-AF7F-3B794903919D}"/>
              </a:ext>
            </a:extLst>
          </p:cNvPr>
          <p:cNvSpPr txBox="1">
            <a:spLocks/>
          </p:cNvSpPr>
          <p:nvPr/>
        </p:nvSpPr>
        <p:spPr>
          <a:xfrm>
            <a:off x="3475311" y="3659810"/>
            <a:ext cx="2399400" cy="3345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Unna"/>
              <a:buNone/>
              <a:defRPr sz="2400" b="0" i="0" u="none" strike="noStrike" cap="none">
                <a:solidFill>
                  <a:schemeClr val="dk1"/>
                </a:solidFill>
                <a:latin typeface="Unna"/>
                <a:ea typeface="Unna"/>
                <a:cs typeface="Unna"/>
                <a:sym typeface="Unna"/>
              </a:defRPr>
            </a:lvl1pPr>
            <a:lvl2pPr marL="914400" marR="0" lvl="1" indent="-317500" algn="l" rtl="0">
              <a:lnSpc>
                <a:spcPct val="100000"/>
              </a:lnSpc>
              <a:spcBef>
                <a:spcPts val="0"/>
              </a:spcBef>
              <a:spcAft>
                <a:spcPts val="0"/>
              </a:spcAft>
              <a:buClr>
                <a:schemeClr val="dk1"/>
              </a:buClr>
              <a:buSzPts val="2400"/>
              <a:buFont typeface="Unna"/>
              <a:buNone/>
              <a:defRPr sz="2400" b="0" i="0" u="none" strike="noStrike" cap="none">
                <a:solidFill>
                  <a:schemeClr val="dk1"/>
                </a:solidFill>
                <a:latin typeface="Unna"/>
                <a:ea typeface="Unna"/>
                <a:cs typeface="Unna"/>
                <a:sym typeface="Unna"/>
              </a:defRPr>
            </a:lvl2pPr>
            <a:lvl3pPr marL="1371600" marR="0" lvl="2" indent="-317500" algn="l" rtl="0">
              <a:lnSpc>
                <a:spcPct val="100000"/>
              </a:lnSpc>
              <a:spcBef>
                <a:spcPts val="0"/>
              </a:spcBef>
              <a:spcAft>
                <a:spcPts val="0"/>
              </a:spcAft>
              <a:buClr>
                <a:schemeClr val="dk1"/>
              </a:buClr>
              <a:buSzPts val="2400"/>
              <a:buFont typeface="Unna"/>
              <a:buNone/>
              <a:defRPr sz="2400" b="0" i="0" u="none" strike="noStrike" cap="none">
                <a:solidFill>
                  <a:schemeClr val="dk1"/>
                </a:solidFill>
                <a:latin typeface="Unna"/>
                <a:ea typeface="Unna"/>
                <a:cs typeface="Unna"/>
                <a:sym typeface="Unna"/>
              </a:defRPr>
            </a:lvl3pPr>
            <a:lvl4pPr marL="1828800" marR="0" lvl="3" indent="-317500" algn="l" rtl="0">
              <a:lnSpc>
                <a:spcPct val="100000"/>
              </a:lnSpc>
              <a:spcBef>
                <a:spcPts val="0"/>
              </a:spcBef>
              <a:spcAft>
                <a:spcPts val="0"/>
              </a:spcAft>
              <a:buClr>
                <a:schemeClr val="dk1"/>
              </a:buClr>
              <a:buSzPts val="2400"/>
              <a:buFont typeface="Unna"/>
              <a:buNone/>
              <a:defRPr sz="2400" b="0" i="0" u="none" strike="noStrike" cap="none">
                <a:solidFill>
                  <a:schemeClr val="dk1"/>
                </a:solidFill>
                <a:latin typeface="Unna"/>
                <a:ea typeface="Unna"/>
                <a:cs typeface="Unna"/>
                <a:sym typeface="Unna"/>
              </a:defRPr>
            </a:lvl4pPr>
            <a:lvl5pPr marL="2286000" marR="0" lvl="4" indent="-317500" algn="l" rtl="0">
              <a:lnSpc>
                <a:spcPct val="100000"/>
              </a:lnSpc>
              <a:spcBef>
                <a:spcPts val="0"/>
              </a:spcBef>
              <a:spcAft>
                <a:spcPts val="0"/>
              </a:spcAft>
              <a:buClr>
                <a:schemeClr val="dk1"/>
              </a:buClr>
              <a:buSzPts val="2400"/>
              <a:buFont typeface="Unna"/>
              <a:buNone/>
              <a:defRPr sz="2400" b="0" i="0" u="none" strike="noStrike" cap="none">
                <a:solidFill>
                  <a:schemeClr val="dk1"/>
                </a:solidFill>
                <a:latin typeface="Unna"/>
                <a:ea typeface="Unna"/>
                <a:cs typeface="Unna"/>
                <a:sym typeface="Unna"/>
              </a:defRPr>
            </a:lvl5pPr>
            <a:lvl6pPr marL="2743200" marR="0" lvl="5" indent="-317500" algn="l" rtl="0">
              <a:lnSpc>
                <a:spcPct val="100000"/>
              </a:lnSpc>
              <a:spcBef>
                <a:spcPts val="0"/>
              </a:spcBef>
              <a:spcAft>
                <a:spcPts val="0"/>
              </a:spcAft>
              <a:buClr>
                <a:schemeClr val="dk1"/>
              </a:buClr>
              <a:buSzPts val="2400"/>
              <a:buFont typeface="Unna"/>
              <a:buNone/>
              <a:defRPr sz="2400" b="0" i="0" u="none" strike="noStrike" cap="none">
                <a:solidFill>
                  <a:schemeClr val="dk1"/>
                </a:solidFill>
                <a:latin typeface="Unna"/>
                <a:ea typeface="Unna"/>
                <a:cs typeface="Unna"/>
                <a:sym typeface="Unna"/>
              </a:defRPr>
            </a:lvl6pPr>
            <a:lvl7pPr marL="3200400" marR="0" lvl="6" indent="-317500" algn="l" rtl="0">
              <a:lnSpc>
                <a:spcPct val="100000"/>
              </a:lnSpc>
              <a:spcBef>
                <a:spcPts val="0"/>
              </a:spcBef>
              <a:spcAft>
                <a:spcPts val="0"/>
              </a:spcAft>
              <a:buClr>
                <a:schemeClr val="dk1"/>
              </a:buClr>
              <a:buSzPts val="2400"/>
              <a:buFont typeface="Unna"/>
              <a:buNone/>
              <a:defRPr sz="2400" b="0" i="0" u="none" strike="noStrike" cap="none">
                <a:solidFill>
                  <a:schemeClr val="dk1"/>
                </a:solidFill>
                <a:latin typeface="Unna"/>
                <a:ea typeface="Unna"/>
                <a:cs typeface="Unna"/>
                <a:sym typeface="Unna"/>
              </a:defRPr>
            </a:lvl7pPr>
            <a:lvl8pPr marL="3657600" marR="0" lvl="7" indent="-317500" algn="l" rtl="0">
              <a:lnSpc>
                <a:spcPct val="100000"/>
              </a:lnSpc>
              <a:spcBef>
                <a:spcPts val="0"/>
              </a:spcBef>
              <a:spcAft>
                <a:spcPts val="0"/>
              </a:spcAft>
              <a:buClr>
                <a:schemeClr val="dk1"/>
              </a:buClr>
              <a:buSzPts val="2400"/>
              <a:buFont typeface="Unna"/>
              <a:buNone/>
              <a:defRPr sz="2400" b="0" i="0" u="none" strike="noStrike" cap="none">
                <a:solidFill>
                  <a:schemeClr val="dk1"/>
                </a:solidFill>
                <a:latin typeface="Unna"/>
                <a:ea typeface="Unna"/>
                <a:cs typeface="Unna"/>
                <a:sym typeface="Unna"/>
              </a:defRPr>
            </a:lvl8pPr>
            <a:lvl9pPr marL="4114800" marR="0" lvl="8" indent="-317500" algn="l" rtl="0">
              <a:lnSpc>
                <a:spcPct val="100000"/>
              </a:lnSpc>
              <a:spcBef>
                <a:spcPts val="0"/>
              </a:spcBef>
              <a:spcAft>
                <a:spcPts val="0"/>
              </a:spcAft>
              <a:buClr>
                <a:schemeClr val="dk1"/>
              </a:buClr>
              <a:buSzPts val="2400"/>
              <a:buFont typeface="Unna"/>
              <a:buNone/>
              <a:defRPr sz="2400" b="0" i="0" u="none" strike="noStrike" cap="none">
                <a:solidFill>
                  <a:schemeClr val="dk1"/>
                </a:solidFill>
                <a:latin typeface="Unna"/>
                <a:ea typeface="Unna"/>
                <a:cs typeface="Unna"/>
                <a:sym typeface="Unna"/>
              </a:defRPr>
            </a:lvl9pPr>
          </a:lstStyle>
          <a:p>
            <a:pPr marL="0" indent="0"/>
            <a:r>
              <a:rPr lang="fr-FR" dirty="0"/>
              <a:t>Exemple (</a:t>
            </a:r>
            <a:r>
              <a:rPr lang="fr-FR" sz="1100" dirty="0"/>
              <a:t>waterfall-model</a:t>
            </a:r>
            <a:r>
              <a:rPr lang="fr-FR" dirty="0"/>
              <a:t>)</a:t>
            </a:r>
          </a:p>
        </p:txBody>
      </p:sp>
    </p:spTree>
    <p:extLst>
      <p:ext uri="{BB962C8B-B14F-4D97-AF65-F5344CB8AC3E}">
        <p14:creationId xmlns:p14="http://schemas.microsoft.com/office/powerpoint/2010/main" val="2115799369"/>
      </p:ext>
    </p:extLst>
  </p:cSld>
  <p:clrMapOvr>
    <a:masterClrMapping/>
  </p:clrMapOvr>
  <mc:AlternateContent xmlns:mc="http://schemas.openxmlformats.org/markup-compatibility/2006" xmlns:p14="http://schemas.microsoft.com/office/powerpoint/2010/main">
    <mc:Choice Requires="p14">
      <p:transition spd="slow" p14:dur="1750">
        <p14:honeycomb/>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6"/>
        <p:cNvGrpSpPr/>
        <p:nvPr/>
      </p:nvGrpSpPr>
      <p:grpSpPr>
        <a:xfrm>
          <a:off x="0" y="0"/>
          <a:ext cx="0" cy="0"/>
          <a:chOff x="0" y="0"/>
          <a:chExt cx="0" cy="0"/>
        </a:xfrm>
      </p:grpSpPr>
      <p:cxnSp>
        <p:nvCxnSpPr>
          <p:cNvPr id="267" name="Google Shape;267;p40"/>
          <p:cNvCxnSpPr>
            <a:cxnSpLocks/>
          </p:cNvCxnSpPr>
          <p:nvPr/>
        </p:nvCxnSpPr>
        <p:spPr>
          <a:xfrm>
            <a:off x="762503" y="1595099"/>
            <a:ext cx="2162234" cy="0"/>
          </a:xfrm>
          <a:prstGeom prst="straightConnector1">
            <a:avLst/>
          </a:prstGeom>
          <a:noFill/>
          <a:ln w="9525" cap="flat" cmpd="sng">
            <a:solidFill>
              <a:schemeClr val="dk2"/>
            </a:solidFill>
            <a:prstDash val="solid"/>
            <a:round/>
            <a:headEnd type="none" w="med" len="med"/>
            <a:tailEnd type="none" w="med" len="med"/>
          </a:ln>
        </p:spPr>
      </p:cxnSp>
      <p:sp>
        <p:nvSpPr>
          <p:cNvPr id="268" name="Google Shape;268;p40"/>
          <p:cNvSpPr txBox="1">
            <a:spLocks noGrp="1"/>
          </p:cNvSpPr>
          <p:nvPr>
            <p:ph type="title"/>
          </p:nvPr>
        </p:nvSpPr>
        <p:spPr>
          <a:xfrm>
            <a:off x="-567036" y="716035"/>
            <a:ext cx="4748700" cy="83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V-Model</a:t>
            </a:r>
            <a:endParaRPr dirty="0"/>
          </a:p>
        </p:txBody>
      </p:sp>
      <p:sp>
        <p:nvSpPr>
          <p:cNvPr id="270" name="Google Shape;270;p40"/>
          <p:cNvSpPr txBox="1">
            <a:spLocks noGrp="1"/>
          </p:cNvSpPr>
          <p:nvPr>
            <p:ph type="title" idx="2"/>
          </p:nvPr>
        </p:nvSpPr>
        <p:spPr>
          <a:xfrm>
            <a:off x="-653128" y="-6708"/>
            <a:ext cx="4748700" cy="83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8" name="Google Shape;239;p38">
            <a:extLst>
              <a:ext uri="{FF2B5EF4-FFF2-40B4-BE49-F238E27FC236}">
                <a16:creationId xmlns:a16="http://schemas.microsoft.com/office/drawing/2014/main" id="{0ABD8CDB-C20A-4062-BF44-B4132FC87E51}"/>
              </a:ext>
            </a:extLst>
          </p:cNvPr>
          <p:cNvSpPr txBox="1">
            <a:spLocks/>
          </p:cNvSpPr>
          <p:nvPr/>
        </p:nvSpPr>
        <p:spPr>
          <a:xfrm>
            <a:off x="1095933" y="1891133"/>
            <a:ext cx="3085731" cy="680617"/>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6000"/>
              <a:buFont typeface="Unna"/>
              <a:buNone/>
              <a:defRPr sz="6000" b="0" i="0" u="none" strike="noStrike" cap="none">
                <a:solidFill>
                  <a:schemeClr val="dk2"/>
                </a:solidFill>
                <a:latin typeface="Unna"/>
                <a:ea typeface="Unna"/>
                <a:cs typeface="Unna"/>
                <a:sym typeface="Unna"/>
              </a:defRPr>
            </a:lvl1pPr>
            <a:lvl2pPr marR="0" lvl="1" algn="ctr" rtl="0">
              <a:lnSpc>
                <a:spcPct val="100000"/>
              </a:lnSpc>
              <a:spcBef>
                <a:spcPts val="0"/>
              </a:spcBef>
              <a:spcAft>
                <a:spcPts val="0"/>
              </a:spcAft>
              <a:buClr>
                <a:schemeClr val="dk2"/>
              </a:buClr>
              <a:buSzPts val="6000"/>
              <a:buFont typeface="Unna"/>
              <a:buNone/>
              <a:defRPr sz="6000" b="0" i="0" u="none" strike="noStrike" cap="none">
                <a:solidFill>
                  <a:schemeClr val="dk2"/>
                </a:solidFill>
                <a:latin typeface="Unna"/>
                <a:ea typeface="Unna"/>
                <a:cs typeface="Unna"/>
                <a:sym typeface="Unna"/>
              </a:defRPr>
            </a:lvl2pPr>
            <a:lvl3pPr marR="0" lvl="2" algn="ctr" rtl="0">
              <a:lnSpc>
                <a:spcPct val="100000"/>
              </a:lnSpc>
              <a:spcBef>
                <a:spcPts val="0"/>
              </a:spcBef>
              <a:spcAft>
                <a:spcPts val="0"/>
              </a:spcAft>
              <a:buClr>
                <a:schemeClr val="dk2"/>
              </a:buClr>
              <a:buSzPts val="6000"/>
              <a:buFont typeface="Unna"/>
              <a:buNone/>
              <a:defRPr sz="6000" b="0" i="0" u="none" strike="noStrike" cap="none">
                <a:solidFill>
                  <a:schemeClr val="dk2"/>
                </a:solidFill>
                <a:latin typeface="Unna"/>
                <a:ea typeface="Unna"/>
                <a:cs typeface="Unna"/>
                <a:sym typeface="Unna"/>
              </a:defRPr>
            </a:lvl3pPr>
            <a:lvl4pPr marR="0" lvl="3" algn="ctr" rtl="0">
              <a:lnSpc>
                <a:spcPct val="100000"/>
              </a:lnSpc>
              <a:spcBef>
                <a:spcPts val="0"/>
              </a:spcBef>
              <a:spcAft>
                <a:spcPts val="0"/>
              </a:spcAft>
              <a:buClr>
                <a:schemeClr val="dk2"/>
              </a:buClr>
              <a:buSzPts val="6000"/>
              <a:buFont typeface="Unna"/>
              <a:buNone/>
              <a:defRPr sz="6000" b="0" i="0" u="none" strike="noStrike" cap="none">
                <a:solidFill>
                  <a:schemeClr val="dk2"/>
                </a:solidFill>
                <a:latin typeface="Unna"/>
                <a:ea typeface="Unna"/>
                <a:cs typeface="Unna"/>
                <a:sym typeface="Unna"/>
              </a:defRPr>
            </a:lvl4pPr>
            <a:lvl5pPr marR="0" lvl="4" algn="ctr" rtl="0">
              <a:lnSpc>
                <a:spcPct val="100000"/>
              </a:lnSpc>
              <a:spcBef>
                <a:spcPts val="0"/>
              </a:spcBef>
              <a:spcAft>
                <a:spcPts val="0"/>
              </a:spcAft>
              <a:buClr>
                <a:schemeClr val="dk2"/>
              </a:buClr>
              <a:buSzPts val="6000"/>
              <a:buFont typeface="Unna"/>
              <a:buNone/>
              <a:defRPr sz="6000" b="0" i="0" u="none" strike="noStrike" cap="none">
                <a:solidFill>
                  <a:schemeClr val="dk2"/>
                </a:solidFill>
                <a:latin typeface="Unna"/>
                <a:ea typeface="Unna"/>
                <a:cs typeface="Unna"/>
                <a:sym typeface="Unna"/>
              </a:defRPr>
            </a:lvl5pPr>
            <a:lvl6pPr marR="0" lvl="5" algn="ctr" rtl="0">
              <a:lnSpc>
                <a:spcPct val="100000"/>
              </a:lnSpc>
              <a:spcBef>
                <a:spcPts val="0"/>
              </a:spcBef>
              <a:spcAft>
                <a:spcPts val="0"/>
              </a:spcAft>
              <a:buClr>
                <a:schemeClr val="dk2"/>
              </a:buClr>
              <a:buSzPts val="6000"/>
              <a:buFont typeface="Unna"/>
              <a:buNone/>
              <a:defRPr sz="6000" b="0" i="0" u="none" strike="noStrike" cap="none">
                <a:solidFill>
                  <a:schemeClr val="dk2"/>
                </a:solidFill>
                <a:latin typeface="Unna"/>
                <a:ea typeface="Unna"/>
                <a:cs typeface="Unna"/>
                <a:sym typeface="Unna"/>
              </a:defRPr>
            </a:lvl6pPr>
            <a:lvl7pPr marR="0" lvl="6" algn="ctr" rtl="0">
              <a:lnSpc>
                <a:spcPct val="100000"/>
              </a:lnSpc>
              <a:spcBef>
                <a:spcPts val="0"/>
              </a:spcBef>
              <a:spcAft>
                <a:spcPts val="0"/>
              </a:spcAft>
              <a:buClr>
                <a:schemeClr val="dk2"/>
              </a:buClr>
              <a:buSzPts val="6000"/>
              <a:buFont typeface="Unna"/>
              <a:buNone/>
              <a:defRPr sz="6000" b="0" i="0" u="none" strike="noStrike" cap="none">
                <a:solidFill>
                  <a:schemeClr val="dk2"/>
                </a:solidFill>
                <a:latin typeface="Unna"/>
                <a:ea typeface="Unna"/>
                <a:cs typeface="Unna"/>
                <a:sym typeface="Unna"/>
              </a:defRPr>
            </a:lvl7pPr>
            <a:lvl8pPr marR="0" lvl="7" algn="ctr" rtl="0">
              <a:lnSpc>
                <a:spcPct val="100000"/>
              </a:lnSpc>
              <a:spcBef>
                <a:spcPts val="0"/>
              </a:spcBef>
              <a:spcAft>
                <a:spcPts val="0"/>
              </a:spcAft>
              <a:buClr>
                <a:schemeClr val="dk2"/>
              </a:buClr>
              <a:buSzPts val="6000"/>
              <a:buFont typeface="Unna"/>
              <a:buNone/>
              <a:defRPr sz="6000" b="0" i="0" u="none" strike="noStrike" cap="none">
                <a:solidFill>
                  <a:schemeClr val="dk2"/>
                </a:solidFill>
                <a:latin typeface="Unna"/>
                <a:ea typeface="Unna"/>
                <a:cs typeface="Unna"/>
                <a:sym typeface="Unna"/>
              </a:defRPr>
            </a:lvl8pPr>
            <a:lvl9pPr marR="0" lvl="8" algn="ctr" rtl="0">
              <a:lnSpc>
                <a:spcPct val="100000"/>
              </a:lnSpc>
              <a:spcBef>
                <a:spcPts val="0"/>
              </a:spcBef>
              <a:spcAft>
                <a:spcPts val="0"/>
              </a:spcAft>
              <a:buClr>
                <a:schemeClr val="dk2"/>
              </a:buClr>
              <a:buSzPts val="6000"/>
              <a:buFont typeface="Unna"/>
              <a:buNone/>
              <a:defRPr sz="6000" b="0" i="0" u="none" strike="noStrike" cap="none">
                <a:solidFill>
                  <a:schemeClr val="dk2"/>
                </a:solidFill>
                <a:latin typeface="Unna"/>
                <a:ea typeface="Unna"/>
                <a:cs typeface="Unna"/>
                <a:sym typeface="Unna"/>
              </a:defRPr>
            </a:lvl9pPr>
          </a:lstStyle>
          <a:p>
            <a:pPr algn="l"/>
            <a:r>
              <a:rPr lang="fr-FR" sz="2400" dirty="0">
                <a:solidFill>
                  <a:schemeClr val="tx1"/>
                </a:solidFill>
              </a:rPr>
              <a:t>- Définition </a:t>
            </a:r>
          </a:p>
          <a:p>
            <a:pPr algn="l"/>
            <a:r>
              <a:rPr lang="fr-FR" sz="2400" dirty="0">
                <a:solidFill>
                  <a:schemeClr val="tx1"/>
                </a:solidFill>
              </a:rPr>
              <a:t>- Les étapes</a:t>
            </a:r>
          </a:p>
        </p:txBody>
      </p:sp>
      <p:pic>
        <p:nvPicPr>
          <p:cNvPr id="11" name="Picture 10">
            <a:extLst>
              <a:ext uri="{FF2B5EF4-FFF2-40B4-BE49-F238E27FC236}">
                <a16:creationId xmlns:a16="http://schemas.microsoft.com/office/drawing/2014/main" id="{7C0097ED-28CE-42E9-8054-A695C673BA2B}"/>
              </a:ext>
            </a:extLst>
          </p:cNvPr>
          <p:cNvPicPr>
            <a:picLocks noChangeAspect="1"/>
          </p:cNvPicPr>
          <p:nvPr/>
        </p:nvPicPr>
        <p:blipFill>
          <a:blip r:embed="rId4"/>
          <a:stretch>
            <a:fillRect/>
          </a:stretch>
        </p:blipFill>
        <p:spPr>
          <a:xfrm>
            <a:off x="3013546" y="-6708"/>
            <a:ext cx="6178579" cy="515020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750">
        <p14:honeycomb/>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4"/>
        <p:cNvGrpSpPr/>
        <p:nvPr/>
      </p:nvGrpSpPr>
      <p:grpSpPr>
        <a:xfrm>
          <a:off x="0" y="0"/>
          <a:ext cx="0" cy="0"/>
          <a:chOff x="0" y="0"/>
          <a:chExt cx="0" cy="0"/>
        </a:xfrm>
      </p:grpSpPr>
      <p:cxnSp>
        <p:nvCxnSpPr>
          <p:cNvPr id="275" name="Google Shape;275;p41"/>
          <p:cNvCxnSpPr/>
          <p:nvPr/>
        </p:nvCxnSpPr>
        <p:spPr>
          <a:xfrm>
            <a:off x="426513" y="1254862"/>
            <a:ext cx="2946900" cy="0"/>
          </a:xfrm>
          <a:prstGeom prst="straightConnector1">
            <a:avLst/>
          </a:prstGeom>
          <a:noFill/>
          <a:ln w="9525" cap="flat" cmpd="sng">
            <a:solidFill>
              <a:schemeClr val="dk2"/>
            </a:solidFill>
            <a:prstDash val="solid"/>
            <a:round/>
            <a:headEnd type="none" w="med" len="med"/>
            <a:tailEnd type="none" w="med" len="med"/>
          </a:ln>
        </p:spPr>
      </p:cxnSp>
      <p:sp>
        <p:nvSpPr>
          <p:cNvPr id="276" name="Google Shape;276;p41"/>
          <p:cNvSpPr txBox="1">
            <a:spLocks noGrp="1"/>
          </p:cNvSpPr>
          <p:nvPr>
            <p:ph type="title"/>
          </p:nvPr>
        </p:nvSpPr>
        <p:spPr>
          <a:xfrm>
            <a:off x="713250" y="678384"/>
            <a:ext cx="3834900" cy="69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dirty="0">
                <a:solidFill>
                  <a:schemeClr val="dk2"/>
                </a:solidFill>
              </a:rPr>
              <a:t>Definition</a:t>
            </a:r>
            <a:endParaRPr dirty="0">
              <a:solidFill>
                <a:schemeClr val="dk2"/>
              </a:solidFill>
            </a:endParaRPr>
          </a:p>
        </p:txBody>
      </p:sp>
      <p:sp>
        <p:nvSpPr>
          <p:cNvPr id="5" name="Google Shape;877;p37">
            <a:extLst>
              <a:ext uri="{FF2B5EF4-FFF2-40B4-BE49-F238E27FC236}">
                <a16:creationId xmlns:a16="http://schemas.microsoft.com/office/drawing/2014/main" id="{F4ECF2FB-7D09-4F2D-93AC-0D0D688FD1D7}"/>
              </a:ext>
            </a:extLst>
          </p:cNvPr>
          <p:cNvSpPr txBox="1">
            <a:spLocks/>
          </p:cNvSpPr>
          <p:nvPr/>
        </p:nvSpPr>
        <p:spPr>
          <a:xfrm>
            <a:off x="605037" y="1385851"/>
            <a:ext cx="3943113" cy="307926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lt2"/>
              </a:buClr>
              <a:buSzPts val="1400"/>
              <a:buFont typeface="DM Sans"/>
              <a:buChar char="●"/>
              <a:defRPr sz="1400" b="0" i="0" u="none" strike="noStrike" cap="none">
                <a:solidFill>
                  <a:schemeClr val="lt2"/>
                </a:solidFill>
                <a:latin typeface="DM Sans"/>
                <a:ea typeface="DM Sans"/>
                <a:cs typeface="DM Sans"/>
                <a:sym typeface="DM Sans"/>
              </a:defRPr>
            </a:lvl1pPr>
            <a:lvl2pPr marL="914400" marR="0" lvl="1" indent="-317500" algn="ctr" rtl="0">
              <a:lnSpc>
                <a:spcPct val="100000"/>
              </a:lnSpc>
              <a:spcBef>
                <a:spcPts val="1600"/>
              </a:spcBef>
              <a:spcAft>
                <a:spcPts val="0"/>
              </a:spcAft>
              <a:buClr>
                <a:schemeClr val="lt2"/>
              </a:buClr>
              <a:buSzPts val="1400"/>
              <a:buFont typeface="DM Sans"/>
              <a:buChar char="○"/>
              <a:defRPr sz="1400" b="0" i="0" u="none" strike="noStrike" cap="none">
                <a:solidFill>
                  <a:schemeClr val="lt2"/>
                </a:solidFill>
                <a:latin typeface="DM Sans"/>
                <a:ea typeface="DM Sans"/>
                <a:cs typeface="DM Sans"/>
                <a:sym typeface="DM Sans"/>
              </a:defRPr>
            </a:lvl2pPr>
            <a:lvl3pPr marL="1371600" marR="0" lvl="2" indent="-317500" algn="ctr" rtl="0">
              <a:lnSpc>
                <a:spcPct val="100000"/>
              </a:lnSpc>
              <a:spcBef>
                <a:spcPts val="1600"/>
              </a:spcBef>
              <a:spcAft>
                <a:spcPts val="0"/>
              </a:spcAft>
              <a:buClr>
                <a:schemeClr val="lt2"/>
              </a:buClr>
              <a:buSzPts val="1400"/>
              <a:buFont typeface="DM Sans"/>
              <a:buChar char="■"/>
              <a:defRPr sz="1400" b="0" i="0" u="none" strike="noStrike" cap="none">
                <a:solidFill>
                  <a:schemeClr val="lt2"/>
                </a:solidFill>
                <a:latin typeface="DM Sans"/>
                <a:ea typeface="DM Sans"/>
                <a:cs typeface="DM Sans"/>
                <a:sym typeface="DM Sans"/>
              </a:defRPr>
            </a:lvl3pPr>
            <a:lvl4pPr marL="1828800" marR="0" lvl="3" indent="-317500" algn="ctr" rtl="0">
              <a:lnSpc>
                <a:spcPct val="100000"/>
              </a:lnSpc>
              <a:spcBef>
                <a:spcPts val="1600"/>
              </a:spcBef>
              <a:spcAft>
                <a:spcPts val="0"/>
              </a:spcAft>
              <a:buClr>
                <a:schemeClr val="lt2"/>
              </a:buClr>
              <a:buSzPts val="1400"/>
              <a:buFont typeface="DM Sans"/>
              <a:buChar char="●"/>
              <a:defRPr sz="1400" b="0" i="0" u="none" strike="noStrike" cap="none">
                <a:solidFill>
                  <a:schemeClr val="lt2"/>
                </a:solidFill>
                <a:latin typeface="DM Sans"/>
                <a:ea typeface="DM Sans"/>
                <a:cs typeface="DM Sans"/>
                <a:sym typeface="DM Sans"/>
              </a:defRPr>
            </a:lvl4pPr>
            <a:lvl5pPr marL="2286000" marR="0" lvl="4" indent="-317500" algn="ctr" rtl="0">
              <a:lnSpc>
                <a:spcPct val="100000"/>
              </a:lnSpc>
              <a:spcBef>
                <a:spcPts val="1600"/>
              </a:spcBef>
              <a:spcAft>
                <a:spcPts val="0"/>
              </a:spcAft>
              <a:buClr>
                <a:schemeClr val="lt2"/>
              </a:buClr>
              <a:buSzPts val="1400"/>
              <a:buFont typeface="DM Sans"/>
              <a:buChar char="○"/>
              <a:defRPr sz="1400" b="0" i="0" u="none" strike="noStrike" cap="none">
                <a:solidFill>
                  <a:schemeClr val="lt2"/>
                </a:solidFill>
                <a:latin typeface="DM Sans"/>
                <a:ea typeface="DM Sans"/>
                <a:cs typeface="DM Sans"/>
                <a:sym typeface="DM Sans"/>
              </a:defRPr>
            </a:lvl5pPr>
            <a:lvl6pPr marL="2743200" marR="0" lvl="5" indent="-317500" algn="ctr" rtl="0">
              <a:lnSpc>
                <a:spcPct val="100000"/>
              </a:lnSpc>
              <a:spcBef>
                <a:spcPts val="1600"/>
              </a:spcBef>
              <a:spcAft>
                <a:spcPts val="0"/>
              </a:spcAft>
              <a:buClr>
                <a:schemeClr val="lt2"/>
              </a:buClr>
              <a:buSzPts val="1400"/>
              <a:buFont typeface="DM Sans"/>
              <a:buChar char="■"/>
              <a:defRPr sz="1400" b="0" i="0" u="none" strike="noStrike" cap="none">
                <a:solidFill>
                  <a:schemeClr val="lt2"/>
                </a:solidFill>
                <a:latin typeface="DM Sans"/>
                <a:ea typeface="DM Sans"/>
                <a:cs typeface="DM Sans"/>
                <a:sym typeface="DM Sans"/>
              </a:defRPr>
            </a:lvl6pPr>
            <a:lvl7pPr marL="3200400" marR="0" lvl="6" indent="-317500" algn="ctr" rtl="0">
              <a:lnSpc>
                <a:spcPct val="100000"/>
              </a:lnSpc>
              <a:spcBef>
                <a:spcPts val="1600"/>
              </a:spcBef>
              <a:spcAft>
                <a:spcPts val="0"/>
              </a:spcAft>
              <a:buClr>
                <a:schemeClr val="lt2"/>
              </a:buClr>
              <a:buSzPts val="1400"/>
              <a:buFont typeface="DM Sans"/>
              <a:buChar char="●"/>
              <a:defRPr sz="1400" b="0" i="0" u="none" strike="noStrike" cap="none">
                <a:solidFill>
                  <a:schemeClr val="lt2"/>
                </a:solidFill>
                <a:latin typeface="DM Sans"/>
                <a:ea typeface="DM Sans"/>
                <a:cs typeface="DM Sans"/>
                <a:sym typeface="DM Sans"/>
              </a:defRPr>
            </a:lvl7pPr>
            <a:lvl8pPr marL="3657600" marR="0" lvl="7" indent="-317500" algn="ctr" rtl="0">
              <a:lnSpc>
                <a:spcPct val="100000"/>
              </a:lnSpc>
              <a:spcBef>
                <a:spcPts val="1600"/>
              </a:spcBef>
              <a:spcAft>
                <a:spcPts val="0"/>
              </a:spcAft>
              <a:buClr>
                <a:schemeClr val="lt2"/>
              </a:buClr>
              <a:buSzPts val="1400"/>
              <a:buFont typeface="DM Sans"/>
              <a:buChar char="○"/>
              <a:defRPr sz="1400" b="0" i="0" u="none" strike="noStrike" cap="none">
                <a:solidFill>
                  <a:schemeClr val="lt2"/>
                </a:solidFill>
                <a:latin typeface="DM Sans"/>
                <a:ea typeface="DM Sans"/>
                <a:cs typeface="DM Sans"/>
                <a:sym typeface="DM Sans"/>
              </a:defRPr>
            </a:lvl8pPr>
            <a:lvl9pPr marL="4114800" marR="0" lvl="8" indent="-317500" algn="ctr" rtl="0">
              <a:lnSpc>
                <a:spcPct val="100000"/>
              </a:lnSpc>
              <a:spcBef>
                <a:spcPts val="1600"/>
              </a:spcBef>
              <a:spcAft>
                <a:spcPts val="1600"/>
              </a:spcAft>
              <a:buClr>
                <a:schemeClr val="lt2"/>
              </a:buClr>
              <a:buSzPts val="1400"/>
              <a:buFont typeface="DM Sans"/>
              <a:buChar char="■"/>
              <a:defRPr sz="1400" b="0" i="0" u="none" strike="noStrike" cap="none">
                <a:solidFill>
                  <a:schemeClr val="lt2"/>
                </a:solidFill>
                <a:latin typeface="DM Sans"/>
                <a:ea typeface="DM Sans"/>
                <a:cs typeface="DM Sans"/>
                <a:sym typeface="DM Sans"/>
              </a:defRPr>
            </a:lvl9pPr>
          </a:lstStyle>
          <a:p>
            <a:pPr marL="0" lvl="0" indent="0" algn="l">
              <a:buNone/>
            </a:pPr>
            <a:r>
              <a:rPr lang="fr-FR" sz="1600" dirty="0">
                <a:solidFill>
                  <a:schemeClr val="tx1"/>
                </a:solidFill>
              </a:rPr>
              <a:t>Le modèle en V est un modèle SDLC où chaque phase de développement est associée à une phase de test correspondante. Le processus se déroule de manière séquentielle, et une phase ne commence qu'après l'achèvement de la précédente. Ce modèle, également appelé modèle de Vérification et Validation, garantit une relation étroite entre le développement et les tests.</a:t>
            </a:r>
          </a:p>
        </p:txBody>
      </p:sp>
    </p:spTree>
  </p:cSld>
  <p:clrMapOvr>
    <a:masterClrMapping/>
  </p:clrMapOvr>
  <mc:AlternateContent xmlns:mc="http://schemas.openxmlformats.org/markup-compatibility/2006" xmlns:p14="http://schemas.microsoft.com/office/powerpoint/2010/main">
    <mc:Choice Requires="p14">
      <p:transition spd="slow" p14:dur="175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6"/>
                                        </p:tgtEl>
                                        <p:attrNameLst>
                                          <p:attrName>style.visibility</p:attrName>
                                        </p:attrNameLst>
                                      </p:cBhvr>
                                      <p:to>
                                        <p:strVal val="visible"/>
                                      </p:to>
                                    </p:set>
                                    <p:animEffect transition="in" filter="fade">
                                      <p:cBhvr>
                                        <p:cTn id="7" dur="500"/>
                                        <p:tgtEl>
                                          <p:spTgt spid="276"/>
                                        </p:tgtEl>
                                      </p:cBhvr>
                                    </p:animEffect>
                                  </p:childTnLst>
                                </p:cTn>
                              </p:par>
                              <p:par>
                                <p:cTn id="8" presetID="10" presetClass="entr" presetSubtype="0" fill="hold" nodeType="withEffect">
                                  <p:stCondLst>
                                    <p:cond delay="0"/>
                                  </p:stCondLst>
                                  <p:childTnLst>
                                    <p:set>
                                      <p:cBhvr>
                                        <p:cTn id="9" dur="1" fill="hold">
                                          <p:stCondLst>
                                            <p:cond delay="0"/>
                                          </p:stCondLst>
                                        </p:cTn>
                                        <p:tgtEl>
                                          <p:spTgt spid="275"/>
                                        </p:tgtEl>
                                        <p:attrNameLst>
                                          <p:attrName>style.visibility</p:attrName>
                                        </p:attrNameLst>
                                      </p:cBhvr>
                                      <p:to>
                                        <p:strVal val="visible"/>
                                      </p:to>
                                    </p:set>
                                    <p:animEffect transition="in" filter="fade">
                                      <p:cBhvr>
                                        <p:cTn id="10" dur="500"/>
                                        <p:tgtEl>
                                          <p:spTgt spid="275"/>
                                        </p:tgtEl>
                                      </p:cBhvr>
                                    </p:animEffect>
                                  </p:childTnLst>
                                </p:cTn>
                              </p:par>
                            </p:childTnLst>
                          </p:cTn>
                        </p:par>
                        <p:par>
                          <p:cTn id="11" fill="hold">
                            <p:stCondLst>
                              <p:cond delay="500"/>
                            </p:stCondLst>
                            <p:childTnLst>
                              <p:par>
                                <p:cTn id="12" presetID="1" presetClass="entr" presetSubtype="0" fill="hold" grpId="0" nodeType="afterEffect">
                                  <p:stCondLst>
                                    <p:cond delay="0"/>
                                  </p:stCondLst>
                                  <p:iterate type="lt">
                                    <p:tmAbs val="50"/>
                                  </p:iterate>
                                  <p:childTnLst>
                                    <p:set>
                                      <p:cBhvr>
                                        <p:cTn id="13" dur="1" fill="hold">
                                          <p:stCondLst>
                                            <p:cond delay="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 grpId="0"/>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4"/>
        <p:cNvGrpSpPr/>
        <p:nvPr/>
      </p:nvGrpSpPr>
      <p:grpSpPr>
        <a:xfrm>
          <a:off x="0" y="0"/>
          <a:ext cx="0" cy="0"/>
          <a:chOff x="0" y="0"/>
          <a:chExt cx="0" cy="0"/>
        </a:xfrm>
      </p:grpSpPr>
      <p:cxnSp>
        <p:nvCxnSpPr>
          <p:cNvPr id="275" name="Google Shape;275;p41"/>
          <p:cNvCxnSpPr>
            <a:cxnSpLocks/>
          </p:cNvCxnSpPr>
          <p:nvPr/>
        </p:nvCxnSpPr>
        <p:spPr>
          <a:xfrm>
            <a:off x="829925" y="1227968"/>
            <a:ext cx="2027575" cy="0"/>
          </a:xfrm>
          <a:prstGeom prst="straightConnector1">
            <a:avLst/>
          </a:prstGeom>
          <a:noFill/>
          <a:ln w="9525" cap="flat" cmpd="sng">
            <a:solidFill>
              <a:schemeClr val="dk2"/>
            </a:solidFill>
            <a:prstDash val="solid"/>
            <a:round/>
            <a:headEnd type="none" w="med" len="med"/>
            <a:tailEnd type="none" w="med" len="med"/>
          </a:ln>
        </p:spPr>
      </p:cxnSp>
      <p:sp>
        <p:nvSpPr>
          <p:cNvPr id="276" name="Google Shape;276;p41"/>
          <p:cNvSpPr txBox="1">
            <a:spLocks noGrp="1"/>
          </p:cNvSpPr>
          <p:nvPr>
            <p:ph type="title"/>
          </p:nvPr>
        </p:nvSpPr>
        <p:spPr>
          <a:xfrm>
            <a:off x="713250" y="678384"/>
            <a:ext cx="3834900" cy="69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dirty="0">
                <a:solidFill>
                  <a:schemeClr val="dk2"/>
                </a:solidFill>
              </a:rPr>
              <a:t>Les etaps</a:t>
            </a:r>
            <a:endParaRPr dirty="0">
              <a:solidFill>
                <a:schemeClr val="dk2"/>
              </a:solidFill>
            </a:endParaRPr>
          </a:p>
        </p:txBody>
      </p:sp>
      <p:sp>
        <p:nvSpPr>
          <p:cNvPr id="277" name="Google Shape;277;p41"/>
          <p:cNvSpPr txBox="1">
            <a:spLocks noGrp="1"/>
          </p:cNvSpPr>
          <p:nvPr>
            <p:ph type="subTitle" idx="1"/>
          </p:nvPr>
        </p:nvSpPr>
        <p:spPr>
          <a:xfrm>
            <a:off x="545163" y="1227967"/>
            <a:ext cx="3834900" cy="3787783"/>
          </a:xfrm>
          <a:prstGeom prst="rect">
            <a:avLst/>
          </a:prstGeom>
        </p:spPr>
        <p:txBody>
          <a:bodyPr spcFirstLastPara="1" wrap="square" lIns="91425" tIns="91425" rIns="91425" bIns="91425" anchor="t" anchorCtr="0">
            <a:noAutofit/>
          </a:bodyPr>
          <a:lstStyle/>
          <a:p>
            <a:pPr marL="342900" lvl="0" indent="-342900">
              <a:buFont typeface="+mj-lt"/>
              <a:buAutoNum type="arabicPeriod"/>
            </a:pPr>
            <a:r>
              <a:rPr lang="fr-FR" sz="1100" b="1" dirty="0"/>
              <a:t>Analyse des exigences</a:t>
            </a:r>
            <a:r>
              <a:rPr lang="en-US" sz="1100" dirty="0"/>
              <a:t>: </a:t>
            </a:r>
            <a:r>
              <a:rPr lang="fr-FR" sz="1100" dirty="0"/>
              <a:t>Définir et documenter les exigences du système.</a:t>
            </a:r>
            <a:endParaRPr lang="en-US" sz="1100" dirty="0"/>
          </a:p>
          <a:p>
            <a:pPr marL="342900" lvl="0" indent="-342900">
              <a:buFont typeface="+mj-lt"/>
              <a:buAutoNum type="arabicPeriod"/>
            </a:pPr>
            <a:r>
              <a:rPr lang="fr-FR" sz="1100" b="1" dirty="0"/>
              <a:t>Conception du système </a:t>
            </a:r>
            <a:r>
              <a:rPr lang="fr-FR" sz="1100" dirty="0"/>
              <a:t>: Créer une conception de haut niveau pour le système basée sur les exigences.</a:t>
            </a:r>
          </a:p>
          <a:p>
            <a:pPr marL="342900" lvl="0" indent="-342900">
              <a:buFont typeface="+mj-lt"/>
              <a:buAutoNum type="arabicPeriod"/>
            </a:pPr>
            <a:r>
              <a:rPr lang="fr-FR" sz="1100" b="1" dirty="0"/>
              <a:t>Conception de l'architecture </a:t>
            </a:r>
            <a:r>
              <a:rPr lang="fr-FR" sz="1100" dirty="0"/>
              <a:t>: Détaillez l'architecture et les spécifications techniques</a:t>
            </a:r>
          </a:p>
          <a:p>
            <a:pPr marL="342900" lvl="0" indent="-342900">
              <a:buFont typeface="+mj-lt"/>
              <a:buAutoNum type="arabicPeriod"/>
            </a:pPr>
            <a:r>
              <a:rPr lang="fr-FR" sz="1100" b="1" dirty="0"/>
              <a:t>Conception des modules </a:t>
            </a:r>
            <a:r>
              <a:rPr lang="fr-FR" sz="1100" dirty="0"/>
              <a:t>: Diviser le système en modules plus petits et les concevoir.</a:t>
            </a:r>
          </a:p>
          <a:p>
            <a:pPr marL="342900" lvl="0" indent="-342900">
              <a:buFont typeface="+mj-lt"/>
              <a:buAutoNum type="arabicPeriod"/>
            </a:pPr>
            <a:r>
              <a:rPr lang="fr-FR" sz="1100" b="1" dirty="0"/>
              <a:t>Codage</a:t>
            </a:r>
            <a:r>
              <a:rPr lang="fr-FR" sz="1100" dirty="0"/>
              <a:t> : Développer le code réel pour le système</a:t>
            </a:r>
          </a:p>
          <a:p>
            <a:pPr marL="342900" lvl="0" indent="-342900">
              <a:buFont typeface="+mj-lt"/>
              <a:buAutoNum type="arabicPeriod"/>
            </a:pPr>
            <a:endParaRPr lang="fr-FR" sz="1100" dirty="0"/>
          </a:p>
          <a:p>
            <a:pPr marL="342900" lvl="0" indent="-342900">
              <a:buFont typeface="+mj-lt"/>
              <a:buAutoNum type="arabicPeriod"/>
            </a:pPr>
            <a:r>
              <a:rPr lang="fr-FR" sz="1100" b="1" dirty="0"/>
              <a:t>Test unitaire </a:t>
            </a:r>
            <a:r>
              <a:rPr lang="fr-FR" sz="1100" dirty="0"/>
              <a:t>: Tester les composants ou modules individuels pour s'assurer qu'ils fonctionnent correctement..</a:t>
            </a:r>
          </a:p>
          <a:p>
            <a:pPr marL="342900" lvl="0" indent="-342900">
              <a:buFont typeface="+mj-lt"/>
              <a:buAutoNum type="arabicPeriod"/>
            </a:pPr>
            <a:r>
              <a:rPr lang="fr-FR" sz="1100" b="1" dirty="0"/>
              <a:t>Test d'intégration </a:t>
            </a:r>
            <a:r>
              <a:rPr lang="fr-FR" sz="1100" dirty="0"/>
              <a:t>: Tester l'interaction entre les modules pour garantir qu'ils fonctionnent ensemble comme prévu.</a:t>
            </a:r>
          </a:p>
          <a:p>
            <a:pPr marL="342900" lvl="0" indent="-342900">
              <a:buFont typeface="+mj-lt"/>
              <a:buAutoNum type="arabicPeriod"/>
            </a:pPr>
            <a:r>
              <a:rPr lang="fr-FR" sz="1100" b="1" dirty="0"/>
              <a:t>Test système </a:t>
            </a:r>
            <a:r>
              <a:rPr lang="fr-FR" sz="1100" dirty="0"/>
              <a:t>: Tester l'ensemble du système pour vérifier sa conformité avec les exigences.</a:t>
            </a:r>
          </a:p>
          <a:p>
            <a:pPr marL="342900" lvl="0" indent="-342900">
              <a:buFont typeface="+mj-lt"/>
              <a:buAutoNum type="arabicPeriod"/>
            </a:pPr>
            <a:r>
              <a:rPr lang="fr-FR" sz="1100" b="1" dirty="0"/>
              <a:t>Test d'acceptation </a:t>
            </a:r>
            <a:r>
              <a:rPr lang="fr-FR" sz="1100" dirty="0"/>
              <a:t>: S'assurer que le système répond aux exigences commerciales et utilisateurs avant la livraison finale.</a:t>
            </a:r>
            <a:endParaRPr sz="1100" dirty="0"/>
          </a:p>
        </p:txBody>
      </p:sp>
    </p:spTree>
    <p:extLst>
      <p:ext uri="{BB962C8B-B14F-4D97-AF65-F5344CB8AC3E}">
        <p14:creationId xmlns:p14="http://schemas.microsoft.com/office/powerpoint/2010/main" val="1429990378"/>
      </p:ext>
    </p:extLst>
  </p:cSld>
  <p:clrMapOvr>
    <a:masterClrMapping/>
  </p:clrMapOvr>
  <mc:AlternateContent xmlns:mc="http://schemas.openxmlformats.org/markup-compatibility/2006" xmlns:p14="http://schemas.microsoft.com/office/powerpoint/2010/main">
    <mc:Choice Requires="p14">
      <p:transition spd="slow" p14:dur="175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6"/>
                                        </p:tgtEl>
                                        <p:attrNameLst>
                                          <p:attrName>style.visibility</p:attrName>
                                        </p:attrNameLst>
                                      </p:cBhvr>
                                      <p:to>
                                        <p:strVal val="visible"/>
                                      </p:to>
                                    </p:set>
                                    <p:animEffect transition="in" filter="fade">
                                      <p:cBhvr>
                                        <p:cTn id="7" dur="500"/>
                                        <p:tgtEl>
                                          <p:spTgt spid="276"/>
                                        </p:tgtEl>
                                      </p:cBhvr>
                                    </p:animEffect>
                                  </p:childTnLst>
                                </p:cTn>
                              </p:par>
                              <p:par>
                                <p:cTn id="8" presetID="10" presetClass="entr" presetSubtype="0" fill="hold" nodeType="withEffect">
                                  <p:stCondLst>
                                    <p:cond delay="0"/>
                                  </p:stCondLst>
                                  <p:childTnLst>
                                    <p:set>
                                      <p:cBhvr>
                                        <p:cTn id="9" dur="1" fill="hold">
                                          <p:stCondLst>
                                            <p:cond delay="0"/>
                                          </p:stCondLst>
                                        </p:cTn>
                                        <p:tgtEl>
                                          <p:spTgt spid="275"/>
                                        </p:tgtEl>
                                        <p:attrNameLst>
                                          <p:attrName>style.visibility</p:attrName>
                                        </p:attrNameLst>
                                      </p:cBhvr>
                                      <p:to>
                                        <p:strVal val="visible"/>
                                      </p:to>
                                    </p:set>
                                    <p:animEffect transition="in" filter="fade">
                                      <p:cBhvr>
                                        <p:cTn id="10" dur="500"/>
                                        <p:tgtEl>
                                          <p:spTgt spid="27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77">
                                            <p:txEl>
                                              <p:pRg st="0" end="0"/>
                                            </p:txEl>
                                          </p:spTgt>
                                        </p:tgtEl>
                                        <p:attrNameLst>
                                          <p:attrName>style.visibility</p:attrName>
                                        </p:attrNameLst>
                                      </p:cBhvr>
                                      <p:to>
                                        <p:strVal val="visible"/>
                                      </p:to>
                                    </p:set>
                                    <p:animEffect transition="in" filter="fade">
                                      <p:cBhvr>
                                        <p:cTn id="15" dur="500"/>
                                        <p:tgtEl>
                                          <p:spTgt spid="277">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77">
                                            <p:txEl>
                                              <p:pRg st="1" end="1"/>
                                            </p:txEl>
                                          </p:spTgt>
                                        </p:tgtEl>
                                        <p:attrNameLst>
                                          <p:attrName>style.visibility</p:attrName>
                                        </p:attrNameLst>
                                      </p:cBhvr>
                                      <p:to>
                                        <p:strVal val="visible"/>
                                      </p:to>
                                    </p:set>
                                    <p:animEffect transition="in" filter="fade">
                                      <p:cBhvr>
                                        <p:cTn id="20" dur="500"/>
                                        <p:tgtEl>
                                          <p:spTgt spid="277">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77">
                                            <p:txEl>
                                              <p:pRg st="2" end="2"/>
                                            </p:txEl>
                                          </p:spTgt>
                                        </p:tgtEl>
                                        <p:attrNameLst>
                                          <p:attrName>style.visibility</p:attrName>
                                        </p:attrNameLst>
                                      </p:cBhvr>
                                      <p:to>
                                        <p:strVal val="visible"/>
                                      </p:to>
                                    </p:set>
                                    <p:animEffect transition="in" filter="fade">
                                      <p:cBhvr>
                                        <p:cTn id="25" dur="500"/>
                                        <p:tgtEl>
                                          <p:spTgt spid="277">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77">
                                            <p:txEl>
                                              <p:pRg st="3" end="3"/>
                                            </p:txEl>
                                          </p:spTgt>
                                        </p:tgtEl>
                                        <p:attrNameLst>
                                          <p:attrName>style.visibility</p:attrName>
                                        </p:attrNameLst>
                                      </p:cBhvr>
                                      <p:to>
                                        <p:strVal val="visible"/>
                                      </p:to>
                                    </p:set>
                                    <p:animEffect transition="in" filter="fade">
                                      <p:cBhvr>
                                        <p:cTn id="30" dur="500"/>
                                        <p:tgtEl>
                                          <p:spTgt spid="277">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77">
                                            <p:txEl>
                                              <p:pRg st="4" end="4"/>
                                            </p:txEl>
                                          </p:spTgt>
                                        </p:tgtEl>
                                        <p:attrNameLst>
                                          <p:attrName>style.visibility</p:attrName>
                                        </p:attrNameLst>
                                      </p:cBhvr>
                                      <p:to>
                                        <p:strVal val="visible"/>
                                      </p:to>
                                    </p:set>
                                    <p:animEffect transition="in" filter="fade">
                                      <p:cBhvr>
                                        <p:cTn id="35" dur="500"/>
                                        <p:tgtEl>
                                          <p:spTgt spid="277">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77">
                                            <p:txEl>
                                              <p:pRg st="6" end="6"/>
                                            </p:txEl>
                                          </p:spTgt>
                                        </p:tgtEl>
                                        <p:attrNameLst>
                                          <p:attrName>style.visibility</p:attrName>
                                        </p:attrNameLst>
                                      </p:cBhvr>
                                      <p:to>
                                        <p:strVal val="visible"/>
                                      </p:to>
                                    </p:set>
                                    <p:animEffect transition="in" filter="fade">
                                      <p:cBhvr>
                                        <p:cTn id="40" dur="500"/>
                                        <p:tgtEl>
                                          <p:spTgt spid="277">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77">
                                            <p:txEl>
                                              <p:pRg st="7" end="7"/>
                                            </p:txEl>
                                          </p:spTgt>
                                        </p:tgtEl>
                                        <p:attrNameLst>
                                          <p:attrName>style.visibility</p:attrName>
                                        </p:attrNameLst>
                                      </p:cBhvr>
                                      <p:to>
                                        <p:strVal val="visible"/>
                                      </p:to>
                                    </p:set>
                                    <p:animEffect transition="in" filter="fade">
                                      <p:cBhvr>
                                        <p:cTn id="45" dur="500"/>
                                        <p:tgtEl>
                                          <p:spTgt spid="277">
                                            <p:txEl>
                                              <p:pRg st="7" end="7"/>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77">
                                            <p:txEl>
                                              <p:pRg st="8" end="8"/>
                                            </p:txEl>
                                          </p:spTgt>
                                        </p:tgtEl>
                                        <p:attrNameLst>
                                          <p:attrName>style.visibility</p:attrName>
                                        </p:attrNameLst>
                                      </p:cBhvr>
                                      <p:to>
                                        <p:strVal val="visible"/>
                                      </p:to>
                                    </p:set>
                                    <p:animEffect transition="in" filter="fade">
                                      <p:cBhvr>
                                        <p:cTn id="50" dur="500"/>
                                        <p:tgtEl>
                                          <p:spTgt spid="277">
                                            <p:txEl>
                                              <p:pRg st="8" end="8"/>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77">
                                            <p:txEl>
                                              <p:pRg st="9" end="9"/>
                                            </p:txEl>
                                          </p:spTgt>
                                        </p:tgtEl>
                                        <p:attrNameLst>
                                          <p:attrName>style.visibility</p:attrName>
                                        </p:attrNameLst>
                                      </p:cBhvr>
                                      <p:to>
                                        <p:strVal val="visible"/>
                                      </p:to>
                                    </p:set>
                                    <p:animEffect transition="in" filter="fade">
                                      <p:cBhvr>
                                        <p:cTn id="55" dur="500"/>
                                        <p:tgtEl>
                                          <p:spTgt spid="27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 grpId="0"/>
      <p:bldP spid="27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81"/>
        <p:cNvGrpSpPr/>
        <p:nvPr/>
      </p:nvGrpSpPr>
      <p:grpSpPr>
        <a:xfrm>
          <a:off x="0" y="0"/>
          <a:ext cx="0" cy="0"/>
          <a:chOff x="0" y="0"/>
          <a:chExt cx="0" cy="0"/>
        </a:xfrm>
      </p:grpSpPr>
      <p:cxnSp>
        <p:nvCxnSpPr>
          <p:cNvPr id="282" name="Google Shape;282;p42"/>
          <p:cNvCxnSpPr/>
          <p:nvPr/>
        </p:nvCxnSpPr>
        <p:spPr>
          <a:xfrm>
            <a:off x="2458050" y="1058650"/>
            <a:ext cx="4227900" cy="0"/>
          </a:xfrm>
          <a:prstGeom prst="straightConnector1">
            <a:avLst/>
          </a:prstGeom>
          <a:noFill/>
          <a:ln w="9525" cap="flat" cmpd="sng">
            <a:solidFill>
              <a:schemeClr val="dk2"/>
            </a:solidFill>
            <a:prstDash val="solid"/>
            <a:round/>
            <a:headEnd type="none" w="med" len="med"/>
            <a:tailEnd type="none" w="med" len="med"/>
          </a:ln>
        </p:spPr>
      </p:cxnSp>
      <p:sp>
        <p:nvSpPr>
          <p:cNvPr id="303" name="Google Shape;303;p42"/>
          <p:cNvSpPr txBox="1">
            <a:spLocks noGrp="1"/>
          </p:cNvSpPr>
          <p:nvPr>
            <p:ph type="title"/>
          </p:nvPr>
        </p:nvSpPr>
        <p:spPr>
          <a:xfrm>
            <a:off x="1783708" y="506475"/>
            <a:ext cx="5089131" cy="47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sz="2000" dirty="0">
                <a:solidFill>
                  <a:srgbClr val="EAC488"/>
                </a:solidFill>
              </a:rPr>
              <a:t>S</a:t>
            </a:r>
            <a:r>
              <a:rPr lang="fr-FR" sz="2000" dirty="0">
                <a:solidFill>
                  <a:srgbClr val="EAC488"/>
                </a:solidFill>
              </a:rPr>
              <a:t>chema  </a:t>
            </a:r>
            <a:r>
              <a:rPr lang="fr-FR" sz="2000" b="1" dirty="0">
                <a:solidFill>
                  <a:srgbClr val="EAC488"/>
                </a:solidFill>
              </a:rPr>
              <a:t>comment V-model fonctionne</a:t>
            </a:r>
            <a:r>
              <a:rPr lang="fr-FR" sz="2000" dirty="0">
                <a:solidFill>
                  <a:srgbClr val="EAC488"/>
                </a:solidFill>
              </a:rPr>
              <a:t>.</a:t>
            </a:r>
            <a:endParaRPr sz="2000" dirty="0">
              <a:solidFill>
                <a:srgbClr val="EAC488"/>
              </a:solidFill>
            </a:endParaRPr>
          </a:p>
        </p:txBody>
      </p:sp>
      <p:pic>
        <p:nvPicPr>
          <p:cNvPr id="3" name="Picture 2">
            <a:extLst>
              <a:ext uri="{FF2B5EF4-FFF2-40B4-BE49-F238E27FC236}">
                <a16:creationId xmlns:a16="http://schemas.microsoft.com/office/drawing/2014/main" id="{2C23E317-8E39-4645-B05C-7616D5514F63}"/>
              </a:ext>
            </a:extLst>
          </p:cNvPr>
          <p:cNvPicPr>
            <a:picLocks noChangeAspect="1"/>
          </p:cNvPicPr>
          <p:nvPr/>
        </p:nvPicPr>
        <p:blipFill>
          <a:blip r:embed="rId4"/>
          <a:stretch>
            <a:fillRect/>
          </a:stretch>
        </p:blipFill>
        <p:spPr>
          <a:xfrm>
            <a:off x="1237565" y="1132626"/>
            <a:ext cx="6668870" cy="343137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750">
        <p14:honeycomb/>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cxnSp>
        <p:nvCxnSpPr>
          <p:cNvPr id="372" name="Google Shape;372;p47"/>
          <p:cNvCxnSpPr/>
          <p:nvPr/>
        </p:nvCxnSpPr>
        <p:spPr>
          <a:xfrm>
            <a:off x="2893650" y="1058650"/>
            <a:ext cx="3356700" cy="0"/>
          </a:xfrm>
          <a:prstGeom prst="straightConnector1">
            <a:avLst/>
          </a:prstGeom>
          <a:noFill/>
          <a:ln w="9525" cap="flat" cmpd="sng">
            <a:solidFill>
              <a:schemeClr val="dk2"/>
            </a:solidFill>
            <a:prstDash val="solid"/>
            <a:round/>
            <a:headEnd type="none" w="med" len="med"/>
            <a:tailEnd type="none" w="med" len="med"/>
          </a:ln>
        </p:spPr>
      </p:cxnSp>
      <p:sp>
        <p:nvSpPr>
          <p:cNvPr id="373" name="Google Shape;373;p47"/>
          <p:cNvSpPr txBox="1">
            <a:spLocks noGrp="1"/>
          </p:cNvSpPr>
          <p:nvPr>
            <p:ph type="title"/>
          </p:nvPr>
        </p:nvSpPr>
        <p:spPr>
          <a:xfrm>
            <a:off x="713225" y="539525"/>
            <a:ext cx="7717500" cy="47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dirty="0"/>
              <a:t>E</a:t>
            </a:r>
            <a:r>
              <a:rPr lang="en" dirty="0"/>
              <a:t>xample(v-model)</a:t>
            </a:r>
            <a:endParaRPr dirty="0"/>
          </a:p>
        </p:txBody>
      </p:sp>
      <p:sp>
        <p:nvSpPr>
          <p:cNvPr id="24" name="Rectangle 3">
            <a:extLst>
              <a:ext uri="{FF2B5EF4-FFF2-40B4-BE49-F238E27FC236}">
                <a16:creationId xmlns:a16="http://schemas.microsoft.com/office/drawing/2014/main" id="{02EA6C36-FD3C-469B-85C4-D3061212FAF7}"/>
              </a:ext>
            </a:extLst>
          </p:cNvPr>
          <p:cNvSpPr>
            <a:spLocks noChangeArrowheads="1"/>
          </p:cNvSpPr>
          <p:nvPr/>
        </p:nvSpPr>
        <p:spPr bwMode="auto">
          <a:xfrm>
            <a:off x="926128" y="1596685"/>
            <a:ext cx="7291693" cy="3200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742950" lvl="1" indent="-285750">
              <a:buClr>
                <a:schemeClr val="tx1"/>
              </a:buClr>
              <a:buFont typeface="+mj-lt"/>
              <a:buAutoNum type="arabicPeriod"/>
            </a:pPr>
            <a:r>
              <a:rPr lang="fr-FR" sz="1200" b="1" dirty="0">
                <a:solidFill>
                  <a:schemeClr val="tx1"/>
                </a:solidFill>
              </a:rPr>
              <a:t>Objectif</a:t>
            </a:r>
            <a:r>
              <a:rPr lang="fr-FR" sz="1200" dirty="0">
                <a:solidFill>
                  <a:schemeClr val="tx1"/>
                </a:solidFill>
              </a:rPr>
              <a:t> : Définir les objectifs scientifiques du Rover Curiosity.</a:t>
            </a:r>
          </a:p>
          <a:p>
            <a:pPr marL="742950" lvl="1" indent="-285750">
              <a:buClr>
                <a:schemeClr val="tx1"/>
              </a:buClr>
              <a:buFont typeface="+mj-lt"/>
              <a:buAutoNum type="arabicPeriod"/>
            </a:pPr>
            <a:r>
              <a:rPr lang="fr-FR" sz="1200" b="1" dirty="0">
                <a:solidFill>
                  <a:schemeClr val="tx1"/>
                </a:solidFill>
              </a:rPr>
              <a:t>Résultat</a:t>
            </a:r>
            <a:r>
              <a:rPr lang="fr-FR" sz="1200" dirty="0">
                <a:solidFill>
                  <a:schemeClr val="tx1"/>
                </a:solidFill>
              </a:rPr>
              <a:t> : Les exigences pour les capacités du rover, telles que l'exploration de la surface de Mars, l'analyse du sol et la détection de signes de vie passée.</a:t>
            </a:r>
          </a:p>
          <a:p>
            <a:pPr marL="742950" lvl="1" indent="-285750">
              <a:buClr>
                <a:schemeClr val="tx1"/>
              </a:buClr>
              <a:buFont typeface="+mj-lt"/>
              <a:buAutoNum type="arabicPeriod"/>
            </a:pPr>
            <a:r>
              <a:rPr lang="fr-FR" sz="1200" b="1" dirty="0">
                <a:solidFill>
                  <a:schemeClr val="tx1"/>
                </a:solidFill>
              </a:rPr>
              <a:t>Lien avec les tests</a:t>
            </a:r>
            <a:r>
              <a:rPr lang="fr-FR" sz="1200" dirty="0">
                <a:solidFill>
                  <a:schemeClr val="tx1"/>
                </a:solidFill>
              </a:rPr>
              <a:t> : Les exigences sont vérifiées par des simulations et des expériences sur Terre (par exemple, des tests de sol dans un environnement similaire à celui de Mars).</a:t>
            </a:r>
          </a:p>
          <a:p>
            <a:pPr marL="742950" lvl="1" indent="-285750">
              <a:buClr>
                <a:schemeClr val="tx1"/>
              </a:buClr>
              <a:buFont typeface="+mj-lt"/>
              <a:buAutoNum type="arabicPeriod"/>
            </a:pPr>
            <a:endParaRPr lang="fr-FR" sz="1200" dirty="0">
              <a:solidFill>
                <a:schemeClr val="tx1"/>
              </a:solidFill>
            </a:endParaRPr>
          </a:p>
          <a:p>
            <a:pPr marL="628650" lvl="1" indent="-171450">
              <a:buClr>
                <a:schemeClr val="tx1"/>
              </a:buClr>
              <a:buFont typeface="Arial" panose="020B0604020202020204" pitchFamily="34" charset="0"/>
              <a:buChar char="•"/>
            </a:pPr>
            <a:r>
              <a:rPr lang="fr-FR" sz="1200" b="1" u="sng" dirty="0">
                <a:solidFill>
                  <a:schemeClr val="tx1"/>
                </a:solidFill>
              </a:rPr>
              <a:t>Conception du système</a:t>
            </a:r>
            <a:r>
              <a:rPr lang="fr-FR" sz="1200" u="sng" dirty="0">
                <a:solidFill>
                  <a:schemeClr val="tx1"/>
                </a:solidFill>
              </a:rPr>
              <a:t> :</a:t>
            </a:r>
          </a:p>
          <a:p>
            <a:pPr marL="628650" lvl="1" indent="-171450">
              <a:buClr>
                <a:schemeClr val="tx1"/>
              </a:buClr>
              <a:buFont typeface="Arial" panose="020B0604020202020204" pitchFamily="34" charset="0"/>
              <a:buChar char="•"/>
            </a:pPr>
            <a:endParaRPr lang="fr-FR" sz="1200" u="sng" dirty="0">
              <a:solidFill>
                <a:schemeClr val="tx1"/>
              </a:solidFill>
            </a:endParaRPr>
          </a:p>
          <a:p>
            <a:pPr marL="228600" indent="-228600">
              <a:buClr>
                <a:schemeClr val="tx1"/>
              </a:buClr>
              <a:buFont typeface="+mj-lt"/>
              <a:buAutoNum type="arabicPeriod"/>
            </a:pPr>
            <a:r>
              <a:rPr lang="fr-FR" sz="1200" b="1" dirty="0">
                <a:solidFill>
                  <a:schemeClr val="tx1"/>
                </a:solidFill>
              </a:rPr>
              <a:t>Objectif</a:t>
            </a:r>
            <a:r>
              <a:rPr lang="fr-FR" sz="1200" dirty="0">
                <a:solidFill>
                  <a:schemeClr val="tx1"/>
                </a:solidFill>
              </a:rPr>
              <a:t> : Concevoir l'ensemble du système, y compris le rover, ses instruments scientifiques et ses sous-systèmes comme la communication, l'alimentation, la mobilité, etc.</a:t>
            </a:r>
          </a:p>
          <a:p>
            <a:pPr marL="228600" indent="-228600">
              <a:buClr>
                <a:schemeClr val="tx1"/>
              </a:buClr>
              <a:buFont typeface="+mj-lt"/>
              <a:buAutoNum type="arabicPeriod"/>
            </a:pPr>
            <a:r>
              <a:rPr lang="fr-FR" sz="1200" b="1" dirty="0">
                <a:solidFill>
                  <a:schemeClr val="tx1"/>
                </a:solidFill>
              </a:rPr>
              <a:t>Résultat</a:t>
            </a:r>
            <a:r>
              <a:rPr lang="fr-FR" sz="1200" dirty="0">
                <a:solidFill>
                  <a:schemeClr val="tx1"/>
                </a:solidFill>
              </a:rPr>
              <a:t> : Des plans pour le rover, des conceptions détaillées des sous-systèmes et des spécifications techniques.</a:t>
            </a:r>
          </a:p>
          <a:p>
            <a:pPr marL="228600" indent="-228600">
              <a:buClr>
                <a:schemeClr val="tx1"/>
              </a:buClr>
              <a:buFont typeface="+mj-lt"/>
              <a:buAutoNum type="arabicPeriod"/>
            </a:pPr>
            <a:r>
              <a:rPr lang="fr-FR" sz="1200" b="1" dirty="0">
                <a:solidFill>
                  <a:schemeClr val="tx1"/>
                </a:solidFill>
              </a:rPr>
              <a:t>Lien avec les tests</a:t>
            </a:r>
            <a:r>
              <a:rPr lang="fr-FR" sz="1200" dirty="0">
                <a:solidFill>
                  <a:schemeClr val="tx1"/>
                </a:solidFill>
              </a:rPr>
              <a:t> : Des prototypes et des tests sont développés pour chaque sous-système (par exemple, le système de mobilité, le système d'alimentation) avec chaque test validant la conception. Le système de mobilité, par exemple, est testé dans des terrains analogues à ceux de Mars sur Terre pour simuler les conditions réelles.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000" b="0" i="0" u="none" strike="noStrike" cap="none" normalizeH="0" baseline="0" dirty="0">
              <a:ln>
                <a:noFill/>
              </a:ln>
              <a:solidFill>
                <a:schemeClr val="tx1"/>
              </a:solidFill>
              <a:effectLst/>
              <a:latin typeface="Arial" panose="020B0604020202020204" pitchFamily="34" charset="0"/>
            </a:endParaRPr>
          </a:p>
        </p:txBody>
      </p:sp>
      <p:sp>
        <p:nvSpPr>
          <p:cNvPr id="28" name="TextBox 27">
            <a:extLst>
              <a:ext uri="{FF2B5EF4-FFF2-40B4-BE49-F238E27FC236}">
                <a16:creationId xmlns:a16="http://schemas.microsoft.com/office/drawing/2014/main" id="{F9A9382A-B2DD-47BE-84E9-04160E96CDFB}"/>
              </a:ext>
            </a:extLst>
          </p:cNvPr>
          <p:cNvSpPr txBox="1"/>
          <p:nvPr/>
        </p:nvSpPr>
        <p:spPr>
          <a:xfrm>
            <a:off x="1400783" y="1309537"/>
            <a:ext cx="2241319" cy="492443"/>
          </a:xfrm>
          <a:prstGeom prst="rect">
            <a:avLst/>
          </a:prstGeom>
          <a:noFill/>
        </p:spPr>
        <p:txBody>
          <a:bodyPr wrap="none" rtlCol="0">
            <a:spAutoFit/>
          </a:bodyPr>
          <a:lstStyle/>
          <a:p>
            <a:pPr marL="285750" indent="-285750">
              <a:buClr>
                <a:schemeClr val="tx1"/>
              </a:buClr>
              <a:buFont typeface="Arial" panose="020B0604020202020204" pitchFamily="34" charset="0"/>
              <a:buChar char="•"/>
            </a:pPr>
            <a:r>
              <a:rPr lang="fr-FR" sz="1200" b="1" u="sng" dirty="0">
                <a:solidFill>
                  <a:schemeClr val="tx1"/>
                </a:solidFill>
              </a:rPr>
              <a:t>Analyse des exigences</a:t>
            </a:r>
            <a:r>
              <a:rPr lang="fr-FR" sz="1200" u="sng" dirty="0">
                <a:solidFill>
                  <a:schemeClr val="tx1"/>
                </a:solidFill>
              </a:rPr>
              <a:t> :</a:t>
            </a:r>
          </a:p>
          <a:p>
            <a:pPr marL="285750" indent="-285750">
              <a:buFont typeface="Arial" panose="020B0604020202020204" pitchFamily="34" charset="0"/>
              <a:buChar char="•"/>
            </a:pPr>
            <a:endParaRPr lang="fr-FR" dirty="0"/>
          </a:p>
        </p:txBody>
      </p:sp>
    </p:spTree>
  </p:cSld>
  <p:clrMapOvr>
    <a:masterClrMapping/>
  </p:clrMapOvr>
  <mc:AlternateContent xmlns:mc="http://schemas.openxmlformats.org/markup-compatibility/2006" xmlns:p14="http://schemas.microsoft.com/office/powerpoint/2010/main">
    <mc:Choice Requires="p14">
      <p:transition spd="slow" p14:dur="175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7" name="Rectangle 2">
            <a:extLst>
              <a:ext uri="{FF2B5EF4-FFF2-40B4-BE49-F238E27FC236}">
                <a16:creationId xmlns:a16="http://schemas.microsoft.com/office/drawing/2014/main" id="{AC889EE6-1512-46E4-9948-17C1E110BF25}"/>
              </a:ext>
            </a:extLst>
          </p:cNvPr>
          <p:cNvSpPr>
            <a:spLocks noChangeArrowheads="1"/>
          </p:cNvSpPr>
          <p:nvPr/>
        </p:nvSpPr>
        <p:spPr bwMode="auto">
          <a:xfrm>
            <a:off x="409174" y="423811"/>
            <a:ext cx="8868993"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200" b="1" i="0" u="none" strike="noStrike" cap="none" normalizeH="0" baseline="0" dirty="0">
                <a:ln>
                  <a:noFill/>
                </a:ln>
                <a:solidFill>
                  <a:schemeClr val="tx1"/>
                </a:solidFill>
                <a:effectLst/>
                <a:latin typeface="Arial" panose="020B0604020202020204" pitchFamily="34" charset="0"/>
              </a:rPr>
              <a:t>Conception des sous-systèmes</a:t>
            </a:r>
            <a:r>
              <a:rPr kumimoji="0" lang="fr-FR" altLang="fr-FR" sz="1200" b="0" i="0" u="none" strike="noStrike" cap="none" normalizeH="0" baseline="0" dirty="0">
                <a:ln>
                  <a:noFill/>
                </a:ln>
                <a:solidFill>
                  <a:schemeClr val="tx1"/>
                </a:solidFill>
                <a:effectLst/>
                <a:latin typeface="Arial" panose="020B0604020202020204" pitchFamily="34" charset="0"/>
              </a:rPr>
              <a:t> :</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fr-FR" altLang="fr-FR" sz="1200" b="1" i="0" u="none" strike="noStrike" cap="none" normalizeH="0" baseline="0" dirty="0">
                <a:ln>
                  <a:noFill/>
                </a:ln>
                <a:solidFill>
                  <a:schemeClr val="tx1"/>
                </a:solidFill>
                <a:effectLst/>
                <a:latin typeface="Arial" panose="020B0604020202020204" pitchFamily="34" charset="0"/>
              </a:rPr>
              <a:t>Objectif</a:t>
            </a:r>
            <a:r>
              <a:rPr kumimoji="0" lang="fr-FR" altLang="fr-FR" sz="1200" b="0" i="0" u="none" strike="noStrike" cap="none" normalizeH="0" baseline="0" dirty="0">
                <a:ln>
                  <a:noFill/>
                </a:ln>
                <a:solidFill>
                  <a:schemeClr val="tx1"/>
                </a:solidFill>
                <a:effectLst/>
                <a:latin typeface="Arial" panose="020B0604020202020204" pitchFamily="34" charset="0"/>
              </a:rPr>
              <a:t> : Concevoir chaque sous-système (par exemple, le système d'alimentation, le système de mobilité, la charge utile).</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fr-FR" altLang="fr-FR" sz="1200" b="1" i="0" u="none" strike="noStrike" cap="none" normalizeH="0" baseline="0" dirty="0">
                <a:ln>
                  <a:noFill/>
                </a:ln>
                <a:solidFill>
                  <a:schemeClr val="tx1"/>
                </a:solidFill>
                <a:effectLst/>
                <a:latin typeface="Arial" panose="020B0604020202020204" pitchFamily="34" charset="0"/>
              </a:rPr>
              <a:t>Résultat</a:t>
            </a:r>
            <a:r>
              <a:rPr kumimoji="0" lang="fr-FR" altLang="fr-FR" sz="1200" b="0" i="0" u="none" strike="noStrike" cap="none" normalizeH="0" baseline="0" dirty="0">
                <a:ln>
                  <a:noFill/>
                </a:ln>
                <a:solidFill>
                  <a:schemeClr val="tx1"/>
                </a:solidFill>
                <a:effectLst/>
                <a:latin typeface="Arial" panose="020B0604020202020204" pitchFamily="34" charset="0"/>
              </a:rPr>
              <a:t> : Des conceptions détaillées pour les sous-systèmes.</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fr-FR" altLang="fr-FR" sz="1200" b="1" i="0" u="none" strike="noStrike" cap="none" normalizeH="0" baseline="0" dirty="0">
                <a:ln>
                  <a:noFill/>
                </a:ln>
                <a:solidFill>
                  <a:schemeClr val="tx1"/>
                </a:solidFill>
                <a:effectLst/>
                <a:latin typeface="Arial" panose="020B0604020202020204" pitchFamily="34" charset="0"/>
              </a:rPr>
              <a:t>Lien avec les tests</a:t>
            </a:r>
            <a:r>
              <a:rPr kumimoji="0" lang="fr-FR" altLang="fr-FR" sz="1200" b="0" i="0" u="none" strike="noStrike" cap="none" normalizeH="0" baseline="0" dirty="0">
                <a:ln>
                  <a:noFill/>
                </a:ln>
                <a:solidFill>
                  <a:schemeClr val="tx1"/>
                </a:solidFill>
                <a:effectLst/>
                <a:latin typeface="Arial" panose="020B0604020202020204" pitchFamily="34" charset="0"/>
              </a:rPr>
              <a:t> : Les sous-systèmes subissent des tests rigoureux en parallèle pour garantir qu'ils répondent aux exigences spécifiées. Par exemple, les roues et le système de conduite du rover sont validés par des simulations et des tests physiques.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200" b="1" i="0" u="none" strike="noStrike" cap="none" normalizeH="0" baseline="0" dirty="0">
                <a:ln>
                  <a:noFill/>
                </a:ln>
                <a:solidFill>
                  <a:schemeClr val="tx1"/>
                </a:solidFill>
                <a:effectLst/>
                <a:latin typeface="Arial" panose="020B0604020202020204" pitchFamily="34" charset="0"/>
              </a:rPr>
              <a:t>Mise en œuvre (Construction et développement)</a:t>
            </a:r>
            <a:r>
              <a:rPr kumimoji="0" lang="fr-FR" altLang="fr-FR" sz="1200" b="0" i="0" u="none" strike="noStrike" cap="none" normalizeH="0" baseline="0" dirty="0">
                <a:ln>
                  <a:noFill/>
                </a:ln>
                <a:solidFill>
                  <a:schemeClr val="tx1"/>
                </a:solidFill>
                <a:effectLst/>
                <a:latin typeface="Arial" panose="020B0604020202020204" pitchFamily="34" charset="0"/>
              </a:rPr>
              <a:t> :</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fr-FR" altLang="fr-FR" sz="1200" b="1" i="0" u="none" strike="noStrike" cap="none" normalizeH="0" baseline="0" dirty="0">
                <a:ln>
                  <a:noFill/>
                </a:ln>
                <a:solidFill>
                  <a:schemeClr val="tx1"/>
                </a:solidFill>
                <a:effectLst/>
                <a:latin typeface="Arial" panose="020B0604020202020204" pitchFamily="34" charset="0"/>
              </a:rPr>
              <a:t>Objectif</a:t>
            </a:r>
            <a:r>
              <a:rPr kumimoji="0" lang="fr-FR" altLang="fr-FR" sz="1200" b="0" i="0" u="none" strike="noStrike" cap="none" normalizeH="0" baseline="0" dirty="0">
                <a:ln>
                  <a:noFill/>
                </a:ln>
                <a:solidFill>
                  <a:schemeClr val="tx1"/>
                </a:solidFill>
                <a:effectLst/>
                <a:latin typeface="Arial" panose="020B0604020202020204" pitchFamily="34" charset="0"/>
              </a:rPr>
              <a:t> : Construire et assembler tous les composants du rover selon la conception.</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fr-FR" altLang="fr-FR" sz="1200" b="1" i="0" u="none" strike="noStrike" cap="none" normalizeH="0" baseline="0" dirty="0">
                <a:ln>
                  <a:noFill/>
                </a:ln>
                <a:solidFill>
                  <a:schemeClr val="tx1"/>
                </a:solidFill>
                <a:effectLst/>
                <a:latin typeface="Arial" panose="020B0604020202020204" pitchFamily="34" charset="0"/>
              </a:rPr>
              <a:t>Résultat</a:t>
            </a:r>
            <a:r>
              <a:rPr kumimoji="0" lang="fr-FR" altLang="fr-FR" sz="1200" b="0" i="0" u="none" strike="noStrike" cap="none" normalizeH="0" baseline="0" dirty="0">
                <a:ln>
                  <a:noFill/>
                </a:ln>
                <a:solidFill>
                  <a:schemeClr val="tx1"/>
                </a:solidFill>
                <a:effectLst/>
                <a:latin typeface="Arial" panose="020B0604020202020204" pitchFamily="34" charset="0"/>
              </a:rPr>
              <a:t> : Un rover entièrement construit avec tous les sous-systèmes intégrés.</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fr-FR" altLang="fr-FR" sz="1200" b="1" i="0" u="none" strike="noStrike" cap="none" normalizeH="0" baseline="0" dirty="0">
                <a:ln>
                  <a:noFill/>
                </a:ln>
                <a:solidFill>
                  <a:schemeClr val="tx1"/>
                </a:solidFill>
                <a:effectLst/>
                <a:latin typeface="Arial" panose="020B0604020202020204" pitchFamily="34" charset="0"/>
              </a:rPr>
              <a:t>Lien avec les tests</a:t>
            </a:r>
            <a:r>
              <a:rPr kumimoji="0" lang="fr-FR" altLang="fr-FR" sz="1200" b="0" i="0" u="none" strike="noStrike" cap="none" normalizeH="0" baseline="0" dirty="0">
                <a:ln>
                  <a:noFill/>
                </a:ln>
                <a:solidFill>
                  <a:schemeClr val="tx1"/>
                </a:solidFill>
                <a:effectLst/>
                <a:latin typeface="Arial" panose="020B0604020202020204" pitchFamily="34" charset="0"/>
              </a:rPr>
              <a:t> : À ce stade, le matériel est continuellement validé, y compris les tests environnementaux. Par exemple, des tests de température et de vibration sont effectués pour simuler les conditions spatiales.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200" b="1" i="0" u="none" strike="noStrike" cap="none" normalizeH="0" baseline="0" dirty="0">
                <a:ln>
                  <a:noFill/>
                </a:ln>
                <a:solidFill>
                  <a:schemeClr val="tx1"/>
                </a:solidFill>
                <a:effectLst/>
                <a:latin typeface="Arial" panose="020B0604020202020204" pitchFamily="34" charset="0"/>
              </a:rPr>
              <a:t>Vérification (Intégration et tests)</a:t>
            </a:r>
            <a:r>
              <a:rPr kumimoji="0" lang="fr-FR" altLang="fr-FR" sz="1200" b="0" i="0" u="none" strike="noStrike" cap="none" normalizeH="0" baseline="0" dirty="0">
                <a:ln>
                  <a:noFill/>
                </a:ln>
                <a:solidFill>
                  <a:schemeClr val="tx1"/>
                </a:solidFill>
                <a:effectLst/>
                <a:latin typeface="Arial" panose="020B0604020202020204" pitchFamily="34" charset="0"/>
              </a:rPr>
              <a:t> :</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fr-FR" altLang="fr-FR" sz="1200" b="1" i="0" u="none" strike="noStrike" cap="none" normalizeH="0" baseline="0" dirty="0">
                <a:ln>
                  <a:noFill/>
                </a:ln>
                <a:solidFill>
                  <a:schemeClr val="tx1"/>
                </a:solidFill>
                <a:effectLst/>
                <a:latin typeface="Arial" panose="020B0604020202020204" pitchFamily="34" charset="0"/>
              </a:rPr>
              <a:t>Objectif</a:t>
            </a:r>
            <a:r>
              <a:rPr kumimoji="0" lang="fr-FR" altLang="fr-FR" sz="1200" b="0" i="0" u="none" strike="noStrike" cap="none" normalizeH="0" baseline="0" dirty="0">
                <a:ln>
                  <a:noFill/>
                </a:ln>
                <a:solidFill>
                  <a:schemeClr val="tx1"/>
                </a:solidFill>
                <a:effectLst/>
                <a:latin typeface="Arial" panose="020B0604020202020204" pitchFamily="34" charset="0"/>
              </a:rPr>
              <a:t> : Intégrer les sous-systèmes et effectuer des tests à l'échelle du système entier.</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fr-FR" altLang="fr-FR" sz="1200" b="1" i="0" u="none" strike="noStrike" cap="none" normalizeH="0" baseline="0" dirty="0">
                <a:ln>
                  <a:noFill/>
                </a:ln>
                <a:solidFill>
                  <a:schemeClr val="tx1"/>
                </a:solidFill>
                <a:effectLst/>
                <a:latin typeface="Arial" panose="020B0604020202020204" pitchFamily="34" charset="0"/>
              </a:rPr>
              <a:t>Résultat</a:t>
            </a:r>
            <a:r>
              <a:rPr kumimoji="0" lang="fr-FR" altLang="fr-FR" sz="1200" b="0" i="0" u="none" strike="noStrike" cap="none" normalizeH="0" baseline="0" dirty="0">
                <a:ln>
                  <a:noFill/>
                </a:ln>
                <a:solidFill>
                  <a:schemeClr val="tx1"/>
                </a:solidFill>
                <a:effectLst/>
                <a:latin typeface="Arial" panose="020B0604020202020204" pitchFamily="34" charset="0"/>
              </a:rPr>
              <a:t> : Un système rover fonctionnel prêt pour le lancement.</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fr-FR" altLang="fr-FR" sz="1200" b="1" i="0" u="none" strike="noStrike" cap="none" normalizeH="0" baseline="0" dirty="0">
                <a:ln>
                  <a:noFill/>
                </a:ln>
                <a:solidFill>
                  <a:schemeClr val="tx1"/>
                </a:solidFill>
                <a:effectLst/>
                <a:latin typeface="Arial" panose="020B0604020202020204" pitchFamily="34" charset="0"/>
              </a:rPr>
              <a:t>Lien avec les tests</a:t>
            </a:r>
            <a:r>
              <a:rPr kumimoji="0" lang="fr-FR" altLang="fr-FR" sz="1200" b="0" i="0" u="none" strike="noStrike" cap="none" normalizeH="0" baseline="0" dirty="0">
                <a:ln>
                  <a:noFill/>
                </a:ln>
                <a:solidFill>
                  <a:schemeClr val="tx1"/>
                </a:solidFill>
                <a:effectLst/>
                <a:latin typeface="Arial" panose="020B0604020202020204" pitchFamily="34" charset="0"/>
              </a:rPr>
              <a:t> : Des tests approfondis sont effectués sur l'ensemble du système. Par exemple, le système d'entrée, de descente et d'atterrissage (EDL) est testé dans un environnement contrôlé pour s'assurer qu'il fonctionne correctement dans l'atmosphère martienne.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200" b="1" i="0" u="none" strike="noStrike" cap="none" normalizeH="0" baseline="0" dirty="0">
                <a:ln>
                  <a:noFill/>
                </a:ln>
                <a:solidFill>
                  <a:schemeClr val="tx1"/>
                </a:solidFill>
                <a:effectLst/>
                <a:latin typeface="Arial" panose="020B0604020202020204" pitchFamily="34" charset="0"/>
              </a:rPr>
              <a:t>Validation (Lancement et opération)</a:t>
            </a:r>
            <a:r>
              <a:rPr kumimoji="0" lang="fr-FR" altLang="fr-FR" sz="1200" b="0" i="0" u="none" strike="noStrike" cap="none" normalizeH="0" baseline="0" dirty="0">
                <a:ln>
                  <a:noFill/>
                </a:ln>
                <a:solidFill>
                  <a:schemeClr val="tx1"/>
                </a:solidFill>
                <a:effectLst/>
                <a:latin typeface="Arial" panose="020B0604020202020204" pitchFamily="34" charset="0"/>
              </a:rPr>
              <a:t> :</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fr-FR" altLang="fr-FR" sz="1200" b="1" i="0" u="none" strike="noStrike" cap="none" normalizeH="0" baseline="0" dirty="0">
                <a:ln>
                  <a:noFill/>
                </a:ln>
                <a:solidFill>
                  <a:schemeClr val="tx1"/>
                </a:solidFill>
                <a:effectLst/>
                <a:latin typeface="Arial" panose="020B0604020202020204" pitchFamily="34" charset="0"/>
              </a:rPr>
              <a:t>Objectif</a:t>
            </a:r>
            <a:r>
              <a:rPr kumimoji="0" lang="fr-FR" altLang="fr-FR" sz="1200" b="0" i="0" u="none" strike="noStrike" cap="none" normalizeH="0" baseline="0" dirty="0">
                <a:ln>
                  <a:noFill/>
                </a:ln>
                <a:solidFill>
                  <a:schemeClr val="tx1"/>
                </a:solidFill>
                <a:effectLst/>
                <a:latin typeface="Arial" panose="020B0604020202020204" pitchFamily="34" charset="0"/>
              </a:rPr>
              <a:t> : Déployer le rover et s'assurer qu'il atteint les objectifs de la mission.</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fr-FR" altLang="fr-FR" sz="1200" b="1" i="0" u="none" strike="noStrike" cap="none" normalizeH="0" baseline="0" dirty="0">
                <a:ln>
                  <a:noFill/>
                </a:ln>
                <a:solidFill>
                  <a:schemeClr val="tx1"/>
                </a:solidFill>
                <a:effectLst/>
                <a:latin typeface="Arial" panose="020B0604020202020204" pitchFamily="34" charset="0"/>
              </a:rPr>
              <a:t>Résultat</a:t>
            </a:r>
            <a:r>
              <a:rPr kumimoji="0" lang="fr-FR" altLang="fr-FR" sz="1200" b="0" i="0" u="none" strike="noStrike" cap="none" normalizeH="0" baseline="0" dirty="0">
                <a:ln>
                  <a:noFill/>
                </a:ln>
                <a:solidFill>
                  <a:schemeClr val="tx1"/>
                </a:solidFill>
                <a:effectLst/>
                <a:latin typeface="Arial" panose="020B0604020202020204" pitchFamily="34" charset="0"/>
              </a:rPr>
              <a:t> : Le rover atterrit sur Mars et commence sa mission.</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fr-FR" altLang="fr-FR" sz="1200" b="1" i="0" u="none" strike="noStrike" cap="none" normalizeH="0" baseline="0" dirty="0">
                <a:ln>
                  <a:noFill/>
                </a:ln>
                <a:solidFill>
                  <a:schemeClr val="tx1"/>
                </a:solidFill>
                <a:effectLst/>
                <a:latin typeface="Arial" panose="020B0604020202020204" pitchFamily="34" charset="0"/>
              </a:rPr>
              <a:t>Lien avec les tests</a:t>
            </a:r>
            <a:r>
              <a:rPr kumimoji="0" lang="fr-FR" altLang="fr-FR" sz="1200" b="0" i="0" u="none" strike="noStrike" cap="none" normalizeH="0" baseline="0" dirty="0">
                <a:ln>
                  <a:noFill/>
                </a:ln>
                <a:solidFill>
                  <a:schemeClr val="tx1"/>
                </a:solidFill>
                <a:effectLst/>
                <a:latin typeface="Arial" panose="020B0604020202020204" pitchFamily="34" charset="0"/>
              </a:rPr>
              <a:t> : Validation des performances du rover sur Mars, testant sa capacité à explorer le terrain, analyser des échantillons et envoyer des données sur Terre. Des tests opérationnels et des évaluations continues des performances sont effectués pendant la mission.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39613522"/>
      </p:ext>
    </p:extLst>
  </p:cSld>
  <p:clrMapOvr>
    <a:masterClrMapping/>
  </p:clrMapOvr>
  <mc:AlternateContent xmlns:mc="http://schemas.openxmlformats.org/markup-compatibility/2006" xmlns:p14="http://schemas.microsoft.com/office/powerpoint/2010/main">
    <mc:Choice Requires="p14">
      <p:transition spd="slow" p14:dur="1750">
        <p14:honeycomb/>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6"/>
        <p:cNvGrpSpPr/>
        <p:nvPr/>
      </p:nvGrpSpPr>
      <p:grpSpPr>
        <a:xfrm>
          <a:off x="0" y="0"/>
          <a:ext cx="0" cy="0"/>
          <a:chOff x="0" y="0"/>
          <a:chExt cx="0" cy="0"/>
        </a:xfrm>
      </p:grpSpPr>
      <p:cxnSp>
        <p:nvCxnSpPr>
          <p:cNvPr id="267" name="Google Shape;267;p40"/>
          <p:cNvCxnSpPr>
            <a:cxnSpLocks/>
          </p:cNvCxnSpPr>
          <p:nvPr/>
        </p:nvCxnSpPr>
        <p:spPr>
          <a:xfrm>
            <a:off x="762503" y="1595099"/>
            <a:ext cx="2162234" cy="0"/>
          </a:xfrm>
          <a:prstGeom prst="straightConnector1">
            <a:avLst/>
          </a:prstGeom>
          <a:noFill/>
          <a:ln w="9525" cap="flat" cmpd="sng">
            <a:solidFill>
              <a:schemeClr val="dk2"/>
            </a:solidFill>
            <a:prstDash val="solid"/>
            <a:round/>
            <a:headEnd type="none" w="med" len="med"/>
            <a:tailEnd type="none" w="med" len="med"/>
          </a:ln>
        </p:spPr>
      </p:cxnSp>
      <p:sp>
        <p:nvSpPr>
          <p:cNvPr id="268" name="Google Shape;268;p40"/>
          <p:cNvSpPr txBox="1">
            <a:spLocks noGrp="1"/>
          </p:cNvSpPr>
          <p:nvPr>
            <p:ph type="title"/>
          </p:nvPr>
        </p:nvSpPr>
        <p:spPr>
          <a:xfrm>
            <a:off x="-479202" y="705275"/>
            <a:ext cx="4748700" cy="83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dirty="0"/>
              <a:t>W</a:t>
            </a:r>
            <a:r>
              <a:rPr lang="en" dirty="0"/>
              <a:t>aterfall</a:t>
            </a:r>
            <a:endParaRPr dirty="0"/>
          </a:p>
        </p:txBody>
      </p:sp>
      <p:sp>
        <p:nvSpPr>
          <p:cNvPr id="270" name="Google Shape;270;p40"/>
          <p:cNvSpPr txBox="1">
            <a:spLocks noGrp="1"/>
          </p:cNvSpPr>
          <p:nvPr>
            <p:ph type="title" idx="2"/>
          </p:nvPr>
        </p:nvSpPr>
        <p:spPr>
          <a:xfrm>
            <a:off x="-653128" y="-6708"/>
            <a:ext cx="4748700" cy="83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8" name="Google Shape;239;p38">
            <a:extLst>
              <a:ext uri="{FF2B5EF4-FFF2-40B4-BE49-F238E27FC236}">
                <a16:creationId xmlns:a16="http://schemas.microsoft.com/office/drawing/2014/main" id="{0ABD8CDB-C20A-4062-BF44-B4132FC87E51}"/>
              </a:ext>
            </a:extLst>
          </p:cNvPr>
          <p:cNvSpPr txBox="1">
            <a:spLocks/>
          </p:cNvSpPr>
          <p:nvPr/>
        </p:nvSpPr>
        <p:spPr>
          <a:xfrm>
            <a:off x="1095933" y="1891133"/>
            <a:ext cx="3085731" cy="680617"/>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6000"/>
              <a:buFont typeface="Unna"/>
              <a:buNone/>
              <a:defRPr sz="6000" b="0" i="0" u="none" strike="noStrike" cap="none">
                <a:solidFill>
                  <a:schemeClr val="dk2"/>
                </a:solidFill>
                <a:latin typeface="Unna"/>
                <a:ea typeface="Unna"/>
                <a:cs typeface="Unna"/>
                <a:sym typeface="Unna"/>
              </a:defRPr>
            </a:lvl1pPr>
            <a:lvl2pPr marR="0" lvl="1" algn="ctr" rtl="0">
              <a:lnSpc>
                <a:spcPct val="100000"/>
              </a:lnSpc>
              <a:spcBef>
                <a:spcPts val="0"/>
              </a:spcBef>
              <a:spcAft>
                <a:spcPts val="0"/>
              </a:spcAft>
              <a:buClr>
                <a:schemeClr val="dk2"/>
              </a:buClr>
              <a:buSzPts val="6000"/>
              <a:buFont typeface="Unna"/>
              <a:buNone/>
              <a:defRPr sz="6000" b="0" i="0" u="none" strike="noStrike" cap="none">
                <a:solidFill>
                  <a:schemeClr val="dk2"/>
                </a:solidFill>
                <a:latin typeface="Unna"/>
                <a:ea typeface="Unna"/>
                <a:cs typeface="Unna"/>
                <a:sym typeface="Unna"/>
              </a:defRPr>
            </a:lvl2pPr>
            <a:lvl3pPr marR="0" lvl="2" algn="ctr" rtl="0">
              <a:lnSpc>
                <a:spcPct val="100000"/>
              </a:lnSpc>
              <a:spcBef>
                <a:spcPts val="0"/>
              </a:spcBef>
              <a:spcAft>
                <a:spcPts val="0"/>
              </a:spcAft>
              <a:buClr>
                <a:schemeClr val="dk2"/>
              </a:buClr>
              <a:buSzPts val="6000"/>
              <a:buFont typeface="Unna"/>
              <a:buNone/>
              <a:defRPr sz="6000" b="0" i="0" u="none" strike="noStrike" cap="none">
                <a:solidFill>
                  <a:schemeClr val="dk2"/>
                </a:solidFill>
                <a:latin typeface="Unna"/>
                <a:ea typeface="Unna"/>
                <a:cs typeface="Unna"/>
                <a:sym typeface="Unna"/>
              </a:defRPr>
            </a:lvl3pPr>
            <a:lvl4pPr marR="0" lvl="3" algn="ctr" rtl="0">
              <a:lnSpc>
                <a:spcPct val="100000"/>
              </a:lnSpc>
              <a:spcBef>
                <a:spcPts val="0"/>
              </a:spcBef>
              <a:spcAft>
                <a:spcPts val="0"/>
              </a:spcAft>
              <a:buClr>
                <a:schemeClr val="dk2"/>
              </a:buClr>
              <a:buSzPts val="6000"/>
              <a:buFont typeface="Unna"/>
              <a:buNone/>
              <a:defRPr sz="6000" b="0" i="0" u="none" strike="noStrike" cap="none">
                <a:solidFill>
                  <a:schemeClr val="dk2"/>
                </a:solidFill>
                <a:latin typeface="Unna"/>
                <a:ea typeface="Unna"/>
                <a:cs typeface="Unna"/>
                <a:sym typeface="Unna"/>
              </a:defRPr>
            </a:lvl4pPr>
            <a:lvl5pPr marR="0" lvl="4" algn="ctr" rtl="0">
              <a:lnSpc>
                <a:spcPct val="100000"/>
              </a:lnSpc>
              <a:spcBef>
                <a:spcPts val="0"/>
              </a:spcBef>
              <a:spcAft>
                <a:spcPts val="0"/>
              </a:spcAft>
              <a:buClr>
                <a:schemeClr val="dk2"/>
              </a:buClr>
              <a:buSzPts val="6000"/>
              <a:buFont typeface="Unna"/>
              <a:buNone/>
              <a:defRPr sz="6000" b="0" i="0" u="none" strike="noStrike" cap="none">
                <a:solidFill>
                  <a:schemeClr val="dk2"/>
                </a:solidFill>
                <a:latin typeface="Unna"/>
                <a:ea typeface="Unna"/>
                <a:cs typeface="Unna"/>
                <a:sym typeface="Unna"/>
              </a:defRPr>
            </a:lvl5pPr>
            <a:lvl6pPr marR="0" lvl="5" algn="ctr" rtl="0">
              <a:lnSpc>
                <a:spcPct val="100000"/>
              </a:lnSpc>
              <a:spcBef>
                <a:spcPts val="0"/>
              </a:spcBef>
              <a:spcAft>
                <a:spcPts val="0"/>
              </a:spcAft>
              <a:buClr>
                <a:schemeClr val="dk2"/>
              </a:buClr>
              <a:buSzPts val="6000"/>
              <a:buFont typeface="Unna"/>
              <a:buNone/>
              <a:defRPr sz="6000" b="0" i="0" u="none" strike="noStrike" cap="none">
                <a:solidFill>
                  <a:schemeClr val="dk2"/>
                </a:solidFill>
                <a:latin typeface="Unna"/>
                <a:ea typeface="Unna"/>
                <a:cs typeface="Unna"/>
                <a:sym typeface="Unna"/>
              </a:defRPr>
            </a:lvl6pPr>
            <a:lvl7pPr marR="0" lvl="6" algn="ctr" rtl="0">
              <a:lnSpc>
                <a:spcPct val="100000"/>
              </a:lnSpc>
              <a:spcBef>
                <a:spcPts val="0"/>
              </a:spcBef>
              <a:spcAft>
                <a:spcPts val="0"/>
              </a:spcAft>
              <a:buClr>
                <a:schemeClr val="dk2"/>
              </a:buClr>
              <a:buSzPts val="6000"/>
              <a:buFont typeface="Unna"/>
              <a:buNone/>
              <a:defRPr sz="6000" b="0" i="0" u="none" strike="noStrike" cap="none">
                <a:solidFill>
                  <a:schemeClr val="dk2"/>
                </a:solidFill>
                <a:latin typeface="Unna"/>
                <a:ea typeface="Unna"/>
                <a:cs typeface="Unna"/>
                <a:sym typeface="Unna"/>
              </a:defRPr>
            </a:lvl7pPr>
            <a:lvl8pPr marR="0" lvl="7" algn="ctr" rtl="0">
              <a:lnSpc>
                <a:spcPct val="100000"/>
              </a:lnSpc>
              <a:spcBef>
                <a:spcPts val="0"/>
              </a:spcBef>
              <a:spcAft>
                <a:spcPts val="0"/>
              </a:spcAft>
              <a:buClr>
                <a:schemeClr val="dk2"/>
              </a:buClr>
              <a:buSzPts val="6000"/>
              <a:buFont typeface="Unna"/>
              <a:buNone/>
              <a:defRPr sz="6000" b="0" i="0" u="none" strike="noStrike" cap="none">
                <a:solidFill>
                  <a:schemeClr val="dk2"/>
                </a:solidFill>
                <a:latin typeface="Unna"/>
                <a:ea typeface="Unna"/>
                <a:cs typeface="Unna"/>
                <a:sym typeface="Unna"/>
              </a:defRPr>
            </a:lvl8pPr>
            <a:lvl9pPr marR="0" lvl="8" algn="ctr" rtl="0">
              <a:lnSpc>
                <a:spcPct val="100000"/>
              </a:lnSpc>
              <a:spcBef>
                <a:spcPts val="0"/>
              </a:spcBef>
              <a:spcAft>
                <a:spcPts val="0"/>
              </a:spcAft>
              <a:buClr>
                <a:schemeClr val="dk2"/>
              </a:buClr>
              <a:buSzPts val="6000"/>
              <a:buFont typeface="Unna"/>
              <a:buNone/>
              <a:defRPr sz="6000" b="0" i="0" u="none" strike="noStrike" cap="none">
                <a:solidFill>
                  <a:schemeClr val="dk2"/>
                </a:solidFill>
                <a:latin typeface="Unna"/>
                <a:ea typeface="Unna"/>
                <a:cs typeface="Unna"/>
                <a:sym typeface="Unna"/>
              </a:defRPr>
            </a:lvl9pPr>
          </a:lstStyle>
          <a:p>
            <a:pPr algn="l"/>
            <a:r>
              <a:rPr lang="fr-FR" sz="2400" dirty="0">
                <a:solidFill>
                  <a:schemeClr val="tx1"/>
                </a:solidFill>
              </a:rPr>
              <a:t>- Définition </a:t>
            </a:r>
          </a:p>
          <a:p>
            <a:pPr algn="l"/>
            <a:r>
              <a:rPr lang="fr-FR" sz="2400" dirty="0">
                <a:solidFill>
                  <a:schemeClr val="tx1"/>
                </a:solidFill>
              </a:rPr>
              <a:t>- Les étapes</a:t>
            </a:r>
          </a:p>
        </p:txBody>
      </p:sp>
      <p:pic>
        <p:nvPicPr>
          <p:cNvPr id="4" name="Picture 3">
            <a:extLst>
              <a:ext uri="{FF2B5EF4-FFF2-40B4-BE49-F238E27FC236}">
                <a16:creationId xmlns:a16="http://schemas.microsoft.com/office/drawing/2014/main" id="{4A254DEB-9589-495A-86BE-394D9E056667}"/>
              </a:ext>
            </a:extLst>
          </p:cNvPr>
          <p:cNvPicPr>
            <a:picLocks noChangeAspect="1"/>
          </p:cNvPicPr>
          <p:nvPr/>
        </p:nvPicPr>
        <p:blipFill>
          <a:blip r:embed="rId4"/>
          <a:stretch>
            <a:fillRect/>
          </a:stretch>
        </p:blipFill>
        <p:spPr>
          <a:xfrm>
            <a:off x="3018865" y="-42071"/>
            <a:ext cx="6172200" cy="5185565"/>
          </a:xfrm>
          <a:prstGeom prst="rect">
            <a:avLst/>
          </a:prstGeom>
        </p:spPr>
      </p:pic>
    </p:spTree>
    <p:extLst>
      <p:ext uri="{BB962C8B-B14F-4D97-AF65-F5344CB8AC3E}">
        <p14:creationId xmlns:p14="http://schemas.microsoft.com/office/powerpoint/2010/main" val="3868370933"/>
      </p:ext>
    </p:extLst>
  </p:cSld>
  <p:clrMapOvr>
    <a:masterClrMapping/>
  </p:clrMapOvr>
  <mc:AlternateContent xmlns:mc="http://schemas.openxmlformats.org/markup-compatibility/2006" xmlns:p14="http://schemas.microsoft.com/office/powerpoint/2010/main">
    <mc:Choice Requires="p14">
      <p:transition spd="slow" p14:dur="1750">
        <p14:honeycomb/>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4"/>
        <p:cNvGrpSpPr/>
        <p:nvPr/>
      </p:nvGrpSpPr>
      <p:grpSpPr>
        <a:xfrm>
          <a:off x="0" y="0"/>
          <a:ext cx="0" cy="0"/>
          <a:chOff x="0" y="0"/>
          <a:chExt cx="0" cy="0"/>
        </a:xfrm>
      </p:grpSpPr>
      <p:cxnSp>
        <p:nvCxnSpPr>
          <p:cNvPr id="275" name="Google Shape;275;p41"/>
          <p:cNvCxnSpPr/>
          <p:nvPr/>
        </p:nvCxnSpPr>
        <p:spPr>
          <a:xfrm>
            <a:off x="829925" y="1227968"/>
            <a:ext cx="2946900" cy="0"/>
          </a:xfrm>
          <a:prstGeom prst="straightConnector1">
            <a:avLst/>
          </a:prstGeom>
          <a:noFill/>
          <a:ln w="9525" cap="flat" cmpd="sng">
            <a:solidFill>
              <a:schemeClr val="dk2"/>
            </a:solidFill>
            <a:prstDash val="solid"/>
            <a:round/>
            <a:headEnd type="none" w="med" len="med"/>
            <a:tailEnd type="none" w="med" len="med"/>
          </a:ln>
        </p:spPr>
      </p:cxnSp>
      <p:sp>
        <p:nvSpPr>
          <p:cNvPr id="276" name="Google Shape;276;p41"/>
          <p:cNvSpPr txBox="1">
            <a:spLocks noGrp="1"/>
          </p:cNvSpPr>
          <p:nvPr>
            <p:ph type="title"/>
          </p:nvPr>
        </p:nvSpPr>
        <p:spPr>
          <a:xfrm>
            <a:off x="713250" y="678384"/>
            <a:ext cx="3834900" cy="69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dirty="0">
                <a:solidFill>
                  <a:schemeClr val="dk2"/>
                </a:solidFill>
              </a:rPr>
              <a:t>Definition</a:t>
            </a:r>
            <a:endParaRPr dirty="0">
              <a:solidFill>
                <a:schemeClr val="dk2"/>
              </a:solidFill>
            </a:endParaRPr>
          </a:p>
        </p:txBody>
      </p:sp>
      <p:sp>
        <p:nvSpPr>
          <p:cNvPr id="5" name="Google Shape;877;p37">
            <a:extLst>
              <a:ext uri="{FF2B5EF4-FFF2-40B4-BE49-F238E27FC236}">
                <a16:creationId xmlns:a16="http://schemas.microsoft.com/office/drawing/2014/main" id="{358A8407-4E7B-4BA7-A8AE-15AB444645B9}"/>
              </a:ext>
            </a:extLst>
          </p:cNvPr>
          <p:cNvSpPr txBox="1">
            <a:spLocks/>
          </p:cNvSpPr>
          <p:nvPr/>
        </p:nvSpPr>
        <p:spPr>
          <a:xfrm>
            <a:off x="713250" y="1371384"/>
            <a:ext cx="3943113" cy="307926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lt2"/>
              </a:buClr>
              <a:buSzPts val="1400"/>
              <a:buFont typeface="DM Sans"/>
              <a:buChar char="●"/>
              <a:defRPr sz="1400" b="0" i="0" u="none" strike="noStrike" cap="none">
                <a:solidFill>
                  <a:schemeClr val="lt2"/>
                </a:solidFill>
                <a:latin typeface="DM Sans"/>
                <a:ea typeface="DM Sans"/>
                <a:cs typeface="DM Sans"/>
                <a:sym typeface="DM Sans"/>
              </a:defRPr>
            </a:lvl1pPr>
            <a:lvl2pPr marL="914400" marR="0" lvl="1" indent="-317500" algn="ctr" rtl="0">
              <a:lnSpc>
                <a:spcPct val="100000"/>
              </a:lnSpc>
              <a:spcBef>
                <a:spcPts val="1600"/>
              </a:spcBef>
              <a:spcAft>
                <a:spcPts val="0"/>
              </a:spcAft>
              <a:buClr>
                <a:schemeClr val="lt2"/>
              </a:buClr>
              <a:buSzPts val="1400"/>
              <a:buFont typeface="DM Sans"/>
              <a:buChar char="○"/>
              <a:defRPr sz="1400" b="0" i="0" u="none" strike="noStrike" cap="none">
                <a:solidFill>
                  <a:schemeClr val="lt2"/>
                </a:solidFill>
                <a:latin typeface="DM Sans"/>
                <a:ea typeface="DM Sans"/>
                <a:cs typeface="DM Sans"/>
                <a:sym typeface="DM Sans"/>
              </a:defRPr>
            </a:lvl2pPr>
            <a:lvl3pPr marL="1371600" marR="0" lvl="2" indent="-317500" algn="ctr" rtl="0">
              <a:lnSpc>
                <a:spcPct val="100000"/>
              </a:lnSpc>
              <a:spcBef>
                <a:spcPts val="1600"/>
              </a:spcBef>
              <a:spcAft>
                <a:spcPts val="0"/>
              </a:spcAft>
              <a:buClr>
                <a:schemeClr val="lt2"/>
              </a:buClr>
              <a:buSzPts val="1400"/>
              <a:buFont typeface="DM Sans"/>
              <a:buChar char="■"/>
              <a:defRPr sz="1400" b="0" i="0" u="none" strike="noStrike" cap="none">
                <a:solidFill>
                  <a:schemeClr val="lt2"/>
                </a:solidFill>
                <a:latin typeface="DM Sans"/>
                <a:ea typeface="DM Sans"/>
                <a:cs typeface="DM Sans"/>
                <a:sym typeface="DM Sans"/>
              </a:defRPr>
            </a:lvl3pPr>
            <a:lvl4pPr marL="1828800" marR="0" lvl="3" indent="-317500" algn="ctr" rtl="0">
              <a:lnSpc>
                <a:spcPct val="100000"/>
              </a:lnSpc>
              <a:spcBef>
                <a:spcPts val="1600"/>
              </a:spcBef>
              <a:spcAft>
                <a:spcPts val="0"/>
              </a:spcAft>
              <a:buClr>
                <a:schemeClr val="lt2"/>
              </a:buClr>
              <a:buSzPts val="1400"/>
              <a:buFont typeface="DM Sans"/>
              <a:buChar char="●"/>
              <a:defRPr sz="1400" b="0" i="0" u="none" strike="noStrike" cap="none">
                <a:solidFill>
                  <a:schemeClr val="lt2"/>
                </a:solidFill>
                <a:latin typeface="DM Sans"/>
                <a:ea typeface="DM Sans"/>
                <a:cs typeface="DM Sans"/>
                <a:sym typeface="DM Sans"/>
              </a:defRPr>
            </a:lvl4pPr>
            <a:lvl5pPr marL="2286000" marR="0" lvl="4" indent="-317500" algn="ctr" rtl="0">
              <a:lnSpc>
                <a:spcPct val="100000"/>
              </a:lnSpc>
              <a:spcBef>
                <a:spcPts val="1600"/>
              </a:spcBef>
              <a:spcAft>
                <a:spcPts val="0"/>
              </a:spcAft>
              <a:buClr>
                <a:schemeClr val="lt2"/>
              </a:buClr>
              <a:buSzPts val="1400"/>
              <a:buFont typeface="DM Sans"/>
              <a:buChar char="○"/>
              <a:defRPr sz="1400" b="0" i="0" u="none" strike="noStrike" cap="none">
                <a:solidFill>
                  <a:schemeClr val="lt2"/>
                </a:solidFill>
                <a:latin typeface="DM Sans"/>
                <a:ea typeface="DM Sans"/>
                <a:cs typeface="DM Sans"/>
                <a:sym typeface="DM Sans"/>
              </a:defRPr>
            </a:lvl5pPr>
            <a:lvl6pPr marL="2743200" marR="0" lvl="5" indent="-317500" algn="ctr" rtl="0">
              <a:lnSpc>
                <a:spcPct val="100000"/>
              </a:lnSpc>
              <a:spcBef>
                <a:spcPts val="1600"/>
              </a:spcBef>
              <a:spcAft>
                <a:spcPts val="0"/>
              </a:spcAft>
              <a:buClr>
                <a:schemeClr val="lt2"/>
              </a:buClr>
              <a:buSzPts val="1400"/>
              <a:buFont typeface="DM Sans"/>
              <a:buChar char="■"/>
              <a:defRPr sz="1400" b="0" i="0" u="none" strike="noStrike" cap="none">
                <a:solidFill>
                  <a:schemeClr val="lt2"/>
                </a:solidFill>
                <a:latin typeface="DM Sans"/>
                <a:ea typeface="DM Sans"/>
                <a:cs typeface="DM Sans"/>
                <a:sym typeface="DM Sans"/>
              </a:defRPr>
            </a:lvl6pPr>
            <a:lvl7pPr marL="3200400" marR="0" lvl="6" indent="-317500" algn="ctr" rtl="0">
              <a:lnSpc>
                <a:spcPct val="100000"/>
              </a:lnSpc>
              <a:spcBef>
                <a:spcPts val="1600"/>
              </a:spcBef>
              <a:spcAft>
                <a:spcPts val="0"/>
              </a:spcAft>
              <a:buClr>
                <a:schemeClr val="lt2"/>
              </a:buClr>
              <a:buSzPts val="1400"/>
              <a:buFont typeface="DM Sans"/>
              <a:buChar char="●"/>
              <a:defRPr sz="1400" b="0" i="0" u="none" strike="noStrike" cap="none">
                <a:solidFill>
                  <a:schemeClr val="lt2"/>
                </a:solidFill>
                <a:latin typeface="DM Sans"/>
                <a:ea typeface="DM Sans"/>
                <a:cs typeface="DM Sans"/>
                <a:sym typeface="DM Sans"/>
              </a:defRPr>
            </a:lvl7pPr>
            <a:lvl8pPr marL="3657600" marR="0" lvl="7" indent="-317500" algn="ctr" rtl="0">
              <a:lnSpc>
                <a:spcPct val="100000"/>
              </a:lnSpc>
              <a:spcBef>
                <a:spcPts val="1600"/>
              </a:spcBef>
              <a:spcAft>
                <a:spcPts val="0"/>
              </a:spcAft>
              <a:buClr>
                <a:schemeClr val="lt2"/>
              </a:buClr>
              <a:buSzPts val="1400"/>
              <a:buFont typeface="DM Sans"/>
              <a:buChar char="○"/>
              <a:defRPr sz="1400" b="0" i="0" u="none" strike="noStrike" cap="none">
                <a:solidFill>
                  <a:schemeClr val="lt2"/>
                </a:solidFill>
                <a:latin typeface="DM Sans"/>
                <a:ea typeface="DM Sans"/>
                <a:cs typeface="DM Sans"/>
                <a:sym typeface="DM Sans"/>
              </a:defRPr>
            </a:lvl8pPr>
            <a:lvl9pPr marL="4114800" marR="0" lvl="8" indent="-317500" algn="ctr" rtl="0">
              <a:lnSpc>
                <a:spcPct val="100000"/>
              </a:lnSpc>
              <a:spcBef>
                <a:spcPts val="1600"/>
              </a:spcBef>
              <a:spcAft>
                <a:spcPts val="1600"/>
              </a:spcAft>
              <a:buClr>
                <a:schemeClr val="lt2"/>
              </a:buClr>
              <a:buSzPts val="1400"/>
              <a:buFont typeface="DM Sans"/>
              <a:buChar char="■"/>
              <a:defRPr sz="1400" b="0" i="0" u="none" strike="noStrike" cap="none">
                <a:solidFill>
                  <a:schemeClr val="lt2"/>
                </a:solidFill>
                <a:latin typeface="DM Sans"/>
                <a:ea typeface="DM Sans"/>
                <a:cs typeface="DM Sans"/>
                <a:sym typeface="DM Sans"/>
              </a:defRPr>
            </a:lvl9pPr>
          </a:lstStyle>
          <a:p>
            <a:pPr marL="0" lvl="0" indent="0" algn="l">
              <a:buNone/>
            </a:pPr>
            <a:r>
              <a:rPr lang="fr-FR" sz="1600" dirty="0">
                <a:solidFill>
                  <a:schemeClr val="tx1"/>
                </a:solidFill>
              </a:rPr>
              <a:t>Le processus logiciel est un ensemble d'activités liées qui mène à la production d'un produit logiciel. Ces activités peuvent impliquer le développement d'un logiciel à partir de zéro, ou bien le nouveau logiciel commercial est souvent développé en étendant et modifiant des systèmes existants, ou en configurant et intégrant des logiciels ou composants systèmes prêts à l'emploi.</a:t>
            </a:r>
          </a:p>
        </p:txBody>
      </p:sp>
    </p:spTree>
    <p:extLst>
      <p:ext uri="{BB962C8B-B14F-4D97-AF65-F5344CB8AC3E}">
        <p14:creationId xmlns:p14="http://schemas.microsoft.com/office/powerpoint/2010/main" val="4046493148"/>
      </p:ext>
    </p:extLst>
  </p:cSld>
  <p:clrMapOvr>
    <a:masterClrMapping/>
  </p:clrMapOvr>
  <mc:AlternateContent xmlns:mc="http://schemas.openxmlformats.org/markup-compatibility/2006" xmlns:p14="http://schemas.microsoft.com/office/powerpoint/2010/main">
    <mc:Choice Requires="p14">
      <p:transition spd="slow" p14:dur="175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6"/>
                                        </p:tgtEl>
                                        <p:attrNameLst>
                                          <p:attrName>style.visibility</p:attrName>
                                        </p:attrNameLst>
                                      </p:cBhvr>
                                      <p:to>
                                        <p:strVal val="visible"/>
                                      </p:to>
                                    </p:set>
                                    <p:animEffect transition="in" filter="fade">
                                      <p:cBhvr>
                                        <p:cTn id="7" dur="500"/>
                                        <p:tgtEl>
                                          <p:spTgt spid="276"/>
                                        </p:tgtEl>
                                      </p:cBhvr>
                                    </p:animEffect>
                                  </p:childTnLst>
                                </p:cTn>
                              </p:par>
                              <p:par>
                                <p:cTn id="8" presetID="10" presetClass="entr" presetSubtype="0" fill="hold" nodeType="withEffect">
                                  <p:stCondLst>
                                    <p:cond delay="0"/>
                                  </p:stCondLst>
                                  <p:childTnLst>
                                    <p:set>
                                      <p:cBhvr>
                                        <p:cTn id="9" dur="1" fill="hold">
                                          <p:stCondLst>
                                            <p:cond delay="0"/>
                                          </p:stCondLst>
                                        </p:cTn>
                                        <p:tgtEl>
                                          <p:spTgt spid="275"/>
                                        </p:tgtEl>
                                        <p:attrNameLst>
                                          <p:attrName>style.visibility</p:attrName>
                                        </p:attrNameLst>
                                      </p:cBhvr>
                                      <p:to>
                                        <p:strVal val="visible"/>
                                      </p:to>
                                    </p:set>
                                    <p:animEffect transition="in" filter="fade">
                                      <p:cBhvr>
                                        <p:cTn id="10" dur="500"/>
                                        <p:tgtEl>
                                          <p:spTgt spid="275"/>
                                        </p:tgtEl>
                                      </p:cBhvr>
                                    </p:animEffect>
                                  </p:childTnLst>
                                </p:cTn>
                              </p:par>
                            </p:childTnLst>
                          </p:cTn>
                        </p:par>
                        <p:par>
                          <p:cTn id="11" fill="hold">
                            <p:stCondLst>
                              <p:cond delay="500"/>
                            </p:stCondLst>
                            <p:childTnLst>
                              <p:par>
                                <p:cTn id="12" presetID="1" presetClass="entr" presetSubtype="0" fill="hold" grpId="0" nodeType="afterEffect">
                                  <p:stCondLst>
                                    <p:cond delay="0"/>
                                  </p:stCondLst>
                                  <p:iterate type="lt">
                                    <p:tmAbs val="50"/>
                                  </p:iterate>
                                  <p:childTnLst>
                                    <p:set>
                                      <p:cBhvr>
                                        <p:cTn id="13" dur="1" fill="hold">
                                          <p:stCondLst>
                                            <p:cond delay="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 grpId="0"/>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4"/>
        <p:cNvGrpSpPr/>
        <p:nvPr/>
      </p:nvGrpSpPr>
      <p:grpSpPr>
        <a:xfrm>
          <a:off x="0" y="0"/>
          <a:ext cx="0" cy="0"/>
          <a:chOff x="0" y="0"/>
          <a:chExt cx="0" cy="0"/>
        </a:xfrm>
      </p:grpSpPr>
      <p:cxnSp>
        <p:nvCxnSpPr>
          <p:cNvPr id="275" name="Google Shape;275;p41"/>
          <p:cNvCxnSpPr>
            <a:cxnSpLocks/>
          </p:cNvCxnSpPr>
          <p:nvPr/>
        </p:nvCxnSpPr>
        <p:spPr>
          <a:xfrm>
            <a:off x="829925" y="1227968"/>
            <a:ext cx="2027575" cy="0"/>
          </a:xfrm>
          <a:prstGeom prst="straightConnector1">
            <a:avLst/>
          </a:prstGeom>
          <a:noFill/>
          <a:ln w="9525" cap="flat" cmpd="sng">
            <a:solidFill>
              <a:schemeClr val="dk2"/>
            </a:solidFill>
            <a:prstDash val="solid"/>
            <a:round/>
            <a:headEnd type="none" w="med" len="med"/>
            <a:tailEnd type="none" w="med" len="med"/>
          </a:ln>
        </p:spPr>
      </p:cxnSp>
      <p:sp>
        <p:nvSpPr>
          <p:cNvPr id="276" name="Google Shape;276;p41"/>
          <p:cNvSpPr txBox="1">
            <a:spLocks noGrp="1"/>
          </p:cNvSpPr>
          <p:nvPr>
            <p:ph type="title"/>
          </p:nvPr>
        </p:nvSpPr>
        <p:spPr>
          <a:xfrm>
            <a:off x="713250" y="678384"/>
            <a:ext cx="3834900" cy="69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dirty="0">
                <a:solidFill>
                  <a:schemeClr val="dk2"/>
                </a:solidFill>
              </a:rPr>
              <a:t>Les etaps</a:t>
            </a:r>
            <a:endParaRPr dirty="0">
              <a:solidFill>
                <a:schemeClr val="dk2"/>
              </a:solidFill>
            </a:endParaRPr>
          </a:p>
        </p:txBody>
      </p:sp>
      <p:sp>
        <p:nvSpPr>
          <p:cNvPr id="277" name="Google Shape;277;p41"/>
          <p:cNvSpPr txBox="1">
            <a:spLocks noGrp="1"/>
          </p:cNvSpPr>
          <p:nvPr>
            <p:ph type="subTitle" idx="1"/>
          </p:nvPr>
        </p:nvSpPr>
        <p:spPr>
          <a:xfrm>
            <a:off x="652739" y="1371384"/>
            <a:ext cx="3834900" cy="3146828"/>
          </a:xfrm>
          <a:prstGeom prst="rect">
            <a:avLst/>
          </a:prstGeom>
        </p:spPr>
        <p:txBody>
          <a:bodyPr spcFirstLastPara="1" wrap="square" lIns="91425" tIns="91425" rIns="91425" bIns="91425" anchor="t" anchorCtr="0">
            <a:noAutofit/>
          </a:bodyPr>
          <a:lstStyle/>
          <a:p>
            <a:pPr marL="342900" lvl="0" indent="-342900">
              <a:buFont typeface="+mj-lt"/>
              <a:buAutoNum type="arabicPeriod"/>
            </a:pPr>
            <a:r>
              <a:rPr lang="fr-FR" sz="1400" b="1" dirty="0"/>
              <a:t>Analyse des exigences</a:t>
            </a:r>
            <a:r>
              <a:rPr lang="fr-FR" sz="1400" dirty="0"/>
              <a:t> : Recueillir et documenter les exigences du système.</a:t>
            </a:r>
          </a:p>
          <a:p>
            <a:pPr marL="342900" lvl="0" indent="-342900">
              <a:buFont typeface="+mj-lt"/>
              <a:buAutoNum type="arabicPeriod"/>
            </a:pPr>
            <a:r>
              <a:rPr lang="fr-FR" sz="1400" b="1" dirty="0"/>
              <a:t>Conception du système</a:t>
            </a:r>
            <a:r>
              <a:rPr lang="fr-FR" sz="1400" dirty="0"/>
              <a:t> : Planifier l'architecture et la conception générale du système.</a:t>
            </a:r>
          </a:p>
          <a:p>
            <a:pPr marL="342900" lvl="0" indent="-342900">
              <a:buFont typeface="+mj-lt"/>
              <a:buAutoNum type="arabicPeriod"/>
            </a:pPr>
            <a:r>
              <a:rPr lang="fr-FR" sz="1400" b="1" dirty="0"/>
              <a:t>Implémentation</a:t>
            </a:r>
            <a:r>
              <a:rPr lang="fr-FR" sz="1400" dirty="0"/>
              <a:t> : Développer le logiciel réel basé sur la conception.</a:t>
            </a:r>
          </a:p>
          <a:p>
            <a:pPr marL="342900" lvl="0" indent="-342900">
              <a:buFont typeface="+mj-lt"/>
              <a:buAutoNum type="arabicPeriod"/>
            </a:pPr>
            <a:r>
              <a:rPr lang="fr-FR" sz="1400" b="1" dirty="0"/>
              <a:t>Tests</a:t>
            </a:r>
            <a:r>
              <a:rPr lang="fr-FR" sz="1400" dirty="0"/>
              <a:t> : Vérifier que le logiciel fonctionne comme prévu à travers divers tests.</a:t>
            </a:r>
          </a:p>
          <a:p>
            <a:pPr marL="342900" lvl="0" indent="-342900">
              <a:buFont typeface="+mj-lt"/>
              <a:buAutoNum type="arabicPeriod"/>
            </a:pPr>
            <a:r>
              <a:rPr lang="fr-FR" sz="1400" b="1" dirty="0"/>
              <a:t>Déploiement</a:t>
            </a:r>
            <a:r>
              <a:rPr lang="fr-FR" sz="1400" dirty="0"/>
              <a:t> : Mettre le logiciel à disposition des utilisateurs.</a:t>
            </a:r>
          </a:p>
          <a:p>
            <a:pPr marL="342900" lvl="0" indent="-342900">
              <a:buFont typeface="+mj-lt"/>
              <a:buAutoNum type="arabicPeriod"/>
            </a:pPr>
            <a:r>
              <a:rPr lang="fr-FR" sz="1400" b="1" dirty="0"/>
              <a:t>Maintenance</a:t>
            </a:r>
            <a:r>
              <a:rPr lang="fr-FR" sz="1400" dirty="0"/>
              <a:t> : Fournir un support continu et des mises à jour après le déploiement.</a:t>
            </a:r>
          </a:p>
        </p:txBody>
      </p:sp>
    </p:spTree>
    <p:extLst>
      <p:ext uri="{BB962C8B-B14F-4D97-AF65-F5344CB8AC3E}">
        <p14:creationId xmlns:p14="http://schemas.microsoft.com/office/powerpoint/2010/main" val="3607913632"/>
      </p:ext>
    </p:extLst>
  </p:cSld>
  <p:clrMapOvr>
    <a:masterClrMapping/>
  </p:clrMapOvr>
  <mc:AlternateContent xmlns:mc="http://schemas.openxmlformats.org/markup-compatibility/2006" xmlns:p14="http://schemas.microsoft.com/office/powerpoint/2010/main">
    <mc:Choice Requires="p14">
      <p:transition spd="slow" p14:dur="175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6"/>
                                        </p:tgtEl>
                                        <p:attrNameLst>
                                          <p:attrName>style.visibility</p:attrName>
                                        </p:attrNameLst>
                                      </p:cBhvr>
                                      <p:to>
                                        <p:strVal val="visible"/>
                                      </p:to>
                                    </p:set>
                                    <p:animEffect transition="in" filter="fade">
                                      <p:cBhvr>
                                        <p:cTn id="7" dur="500"/>
                                        <p:tgtEl>
                                          <p:spTgt spid="276"/>
                                        </p:tgtEl>
                                      </p:cBhvr>
                                    </p:animEffect>
                                  </p:childTnLst>
                                </p:cTn>
                              </p:par>
                              <p:par>
                                <p:cTn id="8" presetID="10" presetClass="entr" presetSubtype="0" fill="hold" nodeType="withEffect">
                                  <p:stCondLst>
                                    <p:cond delay="0"/>
                                  </p:stCondLst>
                                  <p:childTnLst>
                                    <p:set>
                                      <p:cBhvr>
                                        <p:cTn id="9" dur="1" fill="hold">
                                          <p:stCondLst>
                                            <p:cond delay="0"/>
                                          </p:stCondLst>
                                        </p:cTn>
                                        <p:tgtEl>
                                          <p:spTgt spid="275"/>
                                        </p:tgtEl>
                                        <p:attrNameLst>
                                          <p:attrName>style.visibility</p:attrName>
                                        </p:attrNameLst>
                                      </p:cBhvr>
                                      <p:to>
                                        <p:strVal val="visible"/>
                                      </p:to>
                                    </p:set>
                                    <p:animEffect transition="in" filter="fade">
                                      <p:cBhvr>
                                        <p:cTn id="10" dur="500"/>
                                        <p:tgtEl>
                                          <p:spTgt spid="27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77">
                                            <p:txEl>
                                              <p:pRg st="0" end="0"/>
                                            </p:txEl>
                                          </p:spTgt>
                                        </p:tgtEl>
                                        <p:attrNameLst>
                                          <p:attrName>style.visibility</p:attrName>
                                        </p:attrNameLst>
                                      </p:cBhvr>
                                      <p:to>
                                        <p:strVal val="visible"/>
                                      </p:to>
                                    </p:set>
                                    <p:animEffect transition="in" filter="fade">
                                      <p:cBhvr>
                                        <p:cTn id="15" dur="500"/>
                                        <p:tgtEl>
                                          <p:spTgt spid="277">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77">
                                            <p:txEl>
                                              <p:pRg st="1" end="1"/>
                                            </p:txEl>
                                          </p:spTgt>
                                        </p:tgtEl>
                                        <p:attrNameLst>
                                          <p:attrName>style.visibility</p:attrName>
                                        </p:attrNameLst>
                                      </p:cBhvr>
                                      <p:to>
                                        <p:strVal val="visible"/>
                                      </p:to>
                                    </p:set>
                                    <p:animEffect transition="in" filter="fade">
                                      <p:cBhvr>
                                        <p:cTn id="20" dur="500"/>
                                        <p:tgtEl>
                                          <p:spTgt spid="277">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77">
                                            <p:txEl>
                                              <p:pRg st="2" end="2"/>
                                            </p:txEl>
                                          </p:spTgt>
                                        </p:tgtEl>
                                        <p:attrNameLst>
                                          <p:attrName>style.visibility</p:attrName>
                                        </p:attrNameLst>
                                      </p:cBhvr>
                                      <p:to>
                                        <p:strVal val="visible"/>
                                      </p:to>
                                    </p:set>
                                    <p:animEffect transition="in" filter="fade">
                                      <p:cBhvr>
                                        <p:cTn id="25" dur="500"/>
                                        <p:tgtEl>
                                          <p:spTgt spid="277">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77">
                                            <p:txEl>
                                              <p:pRg st="3" end="3"/>
                                            </p:txEl>
                                          </p:spTgt>
                                        </p:tgtEl>
                                        <p:attrNameLst>
                                          <p:attrName>style.visibility</p:attrName>
                                        </p:attrNameLst>
                                      </p:cBhvr>
                                      <p:to>
                                        <p:strVal val="visible"/>
                                      </p:to>
                                    </p:set>
                                    <p:animEffect transition="in" filter="fade">
                                      <p:cBhvr>
                                        <p:cTn id="30" dur="500"/>
                                        <p:tgtEl>
                                          <p:spTgt spid="277">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77">
                                            <p:txEl>
                                              <p:pRg st="4" end="4"/>
                                            </p:txEl>
                                          </p:spTgt>
                                        </p:tgtEl>
                                        <p:attrNameLst>
                                          <p:attrName>style.visibility</p:attrName>
                                        </p:attrNameLst>
                                      </p:cBhvr>
                                      <p:to>
                                        <p:strVal val="visible"/>
                                      </p:to>
                                    </p:set>
                                    <p:animEffect transition="in" filter="fade">
                                      <p:cBhvr>
                                        <p:cTn id="35" dur="500"/>
                                        <p:tgtEl>
                                          <p:spTgt spid="277">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77">
                                            <p:txEl>
                                              <p:pRg st="5" end="5"/>
                                            </p:txEl>
                                          </p:spTgt>
                                        </p:tgtEl>
                                        <p:attrNameLst>
                                          <p:attrName>style.visibility</p:attrName>
                                        </p:attrNameLst>
                                      </p:cBhvr>
                                      <p:to>
                                        <p:strVal val="visible"/>
                                      </p:to>
                                    </p:set>
                                    <p:animEffect transition="in" filter="fade">
                                      <p:cBhvr>
                                        <p:cTn id="40" dur="500"/>
                                        <p:tgtEl>
                                          <p:spTgt spid="27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 grpId="0"/>
      <p:bldP spid="277"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cxnSp>
        <p:nvCxnSpPr>
          <p:cNvPr id="372" name="Google Shape;372;p47"/>
          <p:cNvCxnSpPr>
            <a:cxnSpLocks/>
          </p:cNvCxnSpPr>
          <p:nvPr/>
        </p:nvCxnSpPr>
        <p:spPr>
          <a:xfrm>
            <a:off x="2023786" y="1058650"/>
            <a:ext cx="5002306" cy="0"/>
          </a:xfrm>
          <a:prstGeom prst="straightConnector1">
            <a:avLst/>
          </a:prstGeom>
          <a:noFill/>
          <a:ln w="9525" cap="flat" cmpd="sng">
            <a:solidFill>
              <a:schemeClr val="dk2"/>
            </a:solidFill>
            <a:prstDash val="solid"/>
            <a:round/>
            <a:headEnd type="none" w="med" len="med"/>
            <a:tailEnd type="none" w="med" len="med"/>
          </a:ln>
        </p:spPr>
      </p:cxnSp>
      <p:sp>
        <p:nvSpPr>
          <p:cNvPr id="373" name="Google Shape;373;p47"/>
          <p:cNvSpPr txBox="1">
            <a:spLocks noGrp="1"/>
          </p:cNvSpPr>
          <p:nvPr>
            <p:ph type="title"/>
          </p:nvPr>
        </p:nvSpPr>
        <p:spPr>
          <a:xfrm>
            <a:off x="679605" y="539525"/>
            <a:ext cx="7717500" cy="47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sz="2000" dirty="0">
                <a:solidFill>
                  <a:srgbClr val="EAC488"/>
                </a:solidFill>
              </a:rPr>
              <a:t>S</a:t>
            </a:r>
            <a:r>
              <a:rPr lang="fr-FR" sz="2000" dirty="0">
                <a:solidFill>
                  <a:srgbClr val="EAC488"/>
                </a:solidFill>
              </a:rPr>
              <a:t>chema  </a:t>
            </a:r>
            <a:r>
              <a:rPr lang="fr-FR" sz="2000" b="1" dirty="0">
                <a:solidFill>
                  <a:srgbClr val="EAC488"/>
                </a:solidFill>
              </a:rPr>
              <a:t>comment waterfall model fonctionne</a:t>
            </a:r>
            <a:r>
              <a:rPr lang="fr-FR" sz="2000" dirty="0">
                <a:solidFill>
                  <a:srgbClr val="EAC488"/>
                </a:solidFill>
              </a:rPr>
              <a:t>.</a:t>
            </a:r>
            <a:endParaRPr sz="2000" dirty="0"/>
          </a:p>
        </p:txBody>
      </p:sp>
      <p:pic>
        <p:nvPicPr>
          <p:cNvPr id="5" name="Picture 4">
            <a:extLst>
              <a:ext uri="{FF2B5EF4-FFF2-40B4-BE49-F238E27FC236}">
                <a16:creationId xmlns:a16="http://schemas.microsoft.com/office/drawing/2014/main" id="{60FDAEC8-8C86-456E-AAB3-193913F51D3D}"/>
              </a:ext>
            </a:extLst>
          </p:cNvPr>
          <p:cNvPicPr>
            <a:picLocks noChangeAspect="1"/>
          </p:cNvPicPr>
          <p:nvPr/>
        </p:nvPicPr>
        <p:blipFill>
          <a:blip r:embed="rId3"/>
          <a:stretch>
            <a:fillRect/>
          </a:stretch>
        </p:blipFill>
        <p:spPr>
          <a:xfrm>
            <a:off x="1653988" y="1265705"/>
            <a:ext cx="5096435" cy="3185272"/>
          </a:xfrm>
          <a:prstGeom prst="rect">
            <a:avLst/>
          </a:prstGeom>
        </p:spPr>
      </p:pic>
    </p:spTree>
    <p:extLst>
      <p:ext uri="{BB962C8B-B14F-4D97-AF65-F5344CB8AC3E}">
        <p14:creationId xmlns:p14="http://schemas.microsoft.com/office/powerpoint/2010/main" val="2255264191"/>
      </p:ext>
    </p:extLst>
  </p:cSld>
  <p:clrMapOvr>
    <a:masterClrMapping/>
  </p:clrMapOvr>
  <mc:AlternateContent xmlns:mc="http://schemas.openxmlformats.org/markup-compatibility/2006" xmlns:p14="http://schemas.microsoft.com/office/powerpoint/2010/main">
    <mc:Choice Requires="p14">
      <p:transition spd="slow" p14:dur="1750">
        <p14:honeycomb/>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FEC3F-C6A3-47D8-B8D0-97EAFD48EA15}"/>
              </a:ext>
            </a:extLst>
          </p:cNvPr>
          <p:cNvSpPr>
            <a:spLocks noGrp="1"/>
          </p:cNvSpPr>
          <p:nvPr>
            <p:ph type="title"/>
          </p:nvPr>
        </p:nvSpPr>
        <p:spPr>
          <a:xfrm>
            <a:off x="638580" y="-117802"/>
            <a:ext cx="7717500" cy="478200"/>
          </a:xfrm>
        </p:spPr>
        <p:txBody>
          <a:bodyPr/>
          <a:lstStyle/>
          <a:p>
            <a:r>
              <a:rPr lang="fr-FR" b="1" dirty="0">
                <a:ln w="18000">
                  <a:solidFill>
                    <a:schemeClr val="accent2">
                      <a:satMod val="140000"/>
                    </a:schemeClr>
                  </a:solidFill>
                  <a:prstDash val="solid"/>
                  <a:miter lim="800000"/>
                </a:ln>
                <a:noFill/>
                <a:effectLst>
                  <a:glow rad="101600">
                    <a:schemeClr val="accent6">
                      <a:satMod val="175000"/>
                      <a:alpha val="40000"/>
                    </a:schemeClr>
                  </a:glow>
                  <a:outerShdw blurRad="25500" dist="23000" dir="7020000" algn="tl">
                    <a:srgbClr val="000000">
                      <a:alpha val="50000"/>
                    </a:srgbClr>
                  </a:outerShdw>
                  <a:reflection blurRad="6350" stA="60000" endA="900" endPos="60000" dist="60007" dir="5400000" sy="-100000" algn="bl" rotWithShape="0"/>
                </a:effectLst>
              </a:rPr>
              <a:t>E</a:t>
            </a:r>
            <a:r>
              <a:rPr lang="en" b="1" dirty="0">
                <a:ln w="18000">
                  <a:solidFill>
                    <a:schemeClr val="accent2">
                      <a:satMod val="140000"/>
                    </a:schemeClr>
                  </a:solidFill>
                  <a:prstDash val="solid"/>
                  <a:miter lim="800000"/>
                </a:ln>
                <a:noFill/>
                <a:effectLst>
                  <a:glow rad="101600">
                    <a:schemeClr val="accent6">
                      <a:satMod val="175000"/>
                      <a:alpha val="40000"/>
                    </a:schemeClr>
                  </a:glow>
                  <a:outerShdw blurRad="25500" dist="23000" dir="7020000" algn="tl">
                    <a:srgbClr val="000000">
                      <a:alpha val="50000"/>
                    </a:srgbClr>
                  </a:outerShdw>
                  <a:reflection blurRad="6350" stA="60000" endA="900" endPos="60000" dist="60007" dir="5400000" sy="-100000" algn="bl" rotWithShape="0"/>
                </a:effectLst>
              </a:rPr>
              <a:t>xample(waterfall-model)</a:t>
            </a:r>
            <a:endParaRPr lang="fr-FR" b="1" dirty="0">
              <a:ln w="18000">
                <a:solidFill>
                  <a:schemeClr val="accent2">
                    <a:satMod val="140000"/>
                  </a:schemeClr>
                </a:solidFill>
                <a:prstDash val="solid"/>
                <a:miter lim="800000"/>
              </a:ln>
              <a:noFill/>
              <a:effectLst>
                <a:glow rad="101600">
                  <a:schemeClr val="accent6">
                    <a:satMod val="175000"/>
                    <a:alpha val="40000"/>
                  </a:schemeClr>
                </a:glow>
                <a:outerShdw blurRad="25500" dist="23000" dir="7020000" algn="tl">
                  <a:srgbClr val="000000">
                    <a:alpha val="50000"/>
                  </a:srgbClr>
                </a:outerShdw>
                <a:reflection blurRad="6350" stA="60000" endA="900" endPos="60000" dist="60007" dir="5400000" sy="-100000" algn="bl" rotWithShape="0"/>
              </a:effectLst>
            </a:endParaRPr>
          </a:p>
        </p:txBody>
      </p:sp>
      <p:sp>
        <p:nvSpPr>
          <p:cNvPr id="4" name="Subtitle 3">
            <a:extLst>
              <a:ext uri="{FF2B5EF4-FFF2-40B4-BE49-F238E27FC236}">
                <a16:creationId xmlns:a16="http://schemas.microsoft.com/office/drawing/2014/main" id="{1D879C8E-9B5F-435C-B2A6-4CEA5471D533}"/>
              </a:ext>
            </a:extLst>
          </p:cNvPr>
          <p:cNvSpPr>
            <a:spLocks noGrp="1"/>
          </p:cNvSpPr>
          <p:nvPr>
            <p:ph type="subTitle" idx="2"/>
          </p:nvPr>
        </p:nvSpPr>
        <p:spPr>
          <a:xfrm>
            <a:off x="270587" y="167950"/>
            <a:ext cx="8873413" cy="3293707"/>
          </a:xfrm>
        </p:spPr>
        <p:txBody>
          <a:bodyPr>
            <a:scene3d>
              <a:camera prst="orthographicFront"/>
              <a:lightRig rig="threePt" dir="t"/>
            </a:scene3d>
            <a:sp3d extrusionH="57150">
              <a:bevelT w="57150" h="38100" prst="artDeco"/>
            </a:sp3d>
          </a:bodyPr>
          <a:lstStyle/>
          <a:p>
            <a:r>
              <a:rPr lang="fr-FR" sz="54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reflection blurRad="6350" stA="50000" endA="300" endPos="50000" dist="29997" dir="5400000" sy="-100000" algn="bl" rotWithShape="0"/>
                </a:effectLst>
              </a:rPr>
              <a:t>Télescope spatial Hubble (Modèle en cascade</a:t>
            </a:r>
            <a:r>
              <a:rPr lang="fr-FR" sz="48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reflection blurRad="6350" stA="50000" endA="300" endPos="50000" dist="29997" dir="5400000" sy="-100000" algn="bl" rotWithShape="0"/>
                </a:effectLst>
              </a:rPr>
              <a:t>)</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894115"/>
            <a:ext cx="9144000" cy="2645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47528127"/>
      </p:ext>
    </p:extLst>
  </p:cSld>
  <p:clrMapOvr>
    <a:masterClrMapping/>
  </p:clrMapOvr>
  <mc:AlternateContent xmlns:mc="http://schemas.openxmlformats.org/markup-compatibility/2006" xmlns:p14="http://schemas.microsoft.com/office/powerpoint/2010/main">
    <mc:Choice Requires="p14">
      <p:transition spd="slow" p14:dur="1750">
        <p14:honeycomb/>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29250" y="-111968"/>
            <a:ext cx="7717500" cy="478200"/>
          </a:xfrm>
        </p:spPr>
        <p:txBody>
          <a:bodyPr/>
          <a:lstStyle/>
          <a:p>
            <a:r>
              <a:rPr lang="fr-FR" sz="3600" dirty="0">
                <a:effectLst>
                  <a:glow rad="228600">
                    <a:schemeClr val="accent1">
                      <a:satMod val="175000"/>
                      <a:alpha val="40000"/>
                    </a:schemeClr>
                  </a:glow>
                </a:effectLst>
              </a:rPr>
              <a:t>Télescope spatial Hubble (Modèle en cascade)</a:t>
            </a:r>
            <a:endParaRPr lang="en-GB" sz="3600" dirty="0">
              <a:effectLst>
                <a:glow rad="228600">
                  <a:schemeClr val="accent1">
                    <a:satMod val="175000"/>
                    <a:alpha val="40000"/>
                  </a:schemeClr>
                </a:glow>
              </a:effectLst>
            </a:endParaRPr>
          </a:p>
        </p:txBody>
      </p:sp>
      <p:sp>
        <p:nvSpPr>
          <p:cNvPr id="3" name="Espace réservé du texte 2"/>
          <p:cNvSpPr>
            <a:spLocks noGrp="1"/>
          </p:cNvSpPr>
          <p:nvPr>
            <p:ph type="body" idx="1"/>
          </p:nvPr>
        </p:nvSpPr>
        <p:spPr>
          <a:xfrm>
            <a:off x="130629" y="961053"/>
            <a:ext cx="7040489" cy="3638939"/>
          </a:xfrm>
        </p:spPr>
        <p:txBody>
          <a:bodyPr/>
          <a:lstStyle/>
          <a:p>
            <a:r>
              <a:rPr lang="fr-FR" sz="1600" dirty="0">
                <a:ln w="18415" cmpd="sng">
                  <a:solidFill>
                    <a:srgbClr val="FFFFFF"/>
                  </a:solidFill>
                  <a:prstDash val="solid"/>
                </a:ln>
                <a:solidFill>
                  <a:srgbClr val="FFFFFF"/>
                </a:solidFill>
                <a:effectLst>
                  <a:outerShdw blurRad="63500" dir="3600000" algn="tl" rotWithShape="0">
                    <a:srgbClr val="000000">
                      <a:alpha val="70000"/>
                    </a:srgbClr>
                  </a:outerShdw>
                </a:effectLst>
              </a:rPr>
              <a:t>Le Modèle en cascade suit un processus linéaire et séquentiel où chaque phase est complétée avant de passer à la suivante. Appliquons le Modèle en cascade au projet du Télescope spatial Hubble :Application étape par étape du Modèle en cascade Analyse des exigences :Objectif : Définir les objectifs scientifiques du Télescope spatial Hubble, tels que la capture d'images haute résolution de l'</a:t>
            </a:r>
            <a:r>
              <a:rPr lang="fr-FR" sz="1600" dirty="0" err="1">
                <a:ln w="18415" cmpd="sng">
                  <a:solidFill>
                    <a:srgbClr val="FFFFFF"/>
                  </a:solidFill>
                  <a:prstDash val="solid"/>
                </a:ln>
                <a:solidFill>
                  <a:srgbClr val="FFFFFF"/>
                </a:solidFill>
                <a:effectLst>
                  <a:outerShdw blurRad="63500" dir="3600000" algn="tl" rotWithShape="0">
                    <a:srgbClr val="000000">
                      <a:alpha val="70000"/>
                    </a:srgbClr>
                  </a:outerShdw>
                </a:effectLst>
              </a:rPr>
              <a:t>espace.Résultat</a:t>
            </a:r>
            <a:r>
              <a:rPr lang="fr-FR" sz="1600" dirty="0">
                <a:ln w="18415" cmpd="sng">
                  <a:solidFill>
                    <a:srgbClr val="FFFFFF"/>
                  </a:solidFill>
                  <a:prstDash val="solid"/>
                </a:ln>
                <a:solidFill>
                  <a:srgbClr val="FFFFFF"/>
                </a:solidFill>
                <a:effectLst>
                  <a:outerShdw blurRad="63500" dir="3600000" algn="tl" rotWithShape="0">
                    <a:srgbClr val="000000">
                      <a:alpha val="70000"/>
                    </a:srgbClr>
                  </a:outerShdw>
                </a:effectLst>
              </a:rPr>
              <a:t> : Le document des exigences scientifiques et le document des exigences techniques détaillant ce que le télescope doit accomplir en termes de qualité d'image, de résolution et de capacités d'</a:t>
            </a:r>
            <a:r>
              <a:rPr lang="fr-FR" sz="1600" dirty="0" err="1">
                <a:ln w="18415" cmpd="sng">
                  <a:solidFill>
                    <a:srgbClr val="FFFFFF"/>
                  </a:solidFill>
                  <a:prstDash val="solid"/>
                </a:ln>
                <a:solidFill>
                  <a:srgbClr val="FFFFFF"/>
                </a:solidFill>
                <a:effectLst>
                  <a:outerShdw blurRad="63500" dir="3600000" algn="tl" rotWithShape="0">
                    <a:srgbClr val="000000">
                      <a:alpha val="70000"/>
                    </a:srgbClr>
                  </a:outerShdw>
                </a:effectLst>
              </a:rPr>
              <a:t>observation.Conception</a:t>
            </a:r>
            <a:r>
              <a:rPr lang="fr-FR" sz="1600" dirty="0">
                <a:ln w="18415" cmpd="sng">
                  <a:solidFill>
                    <a:srgbClr val="FFFFFF"/>
                  </a:solidFill>
                  <a:prstDash val="solid"/>
                </a:ln>
                <a:solidFill>
                  <a:srgbClr val="FFFFFF"/>
                </a:solidFill>
                <a:effectLst>
                  <a:outerShdw blurRad="63500" dir="3600000" algn="tl" rotWithShape="0">
                    <a:srgbClr val="000000">
                      <a:alpha val="70000"/>
                    </a:srgbClr>
                  </a:outerShdw>
                </a:effectLst>
              </a:rPr>
              <a:t> du système :Objectif : Traduire les exigences scientifiques et techniques en une conception détaillée du </a:t>
            </a:r>
            <a:r>
              <a:rPr lang="fr-FR" sz="1600" dirty="0" err="1">
                <a:ln w="18415" cmpd="sng">
                  <a:solidFill>
                    <a:srgbClr val="FFFFFF"/>
                  </a:solidFill>
                  <a:prstDash val="solid"/>
                </a:ln>
                <a:solidFill>
                  <a:srgbClr val="FFFFFF"/>
                </a:solidFill>
                <a:effectLst>
                  <a:outerShdw blurRad="63500" dir="3600000" algn="tl" rotWithShape="0">
                    <a:srgbClr val="000000">
                      <a:alpha val="70000"/>
                    </a:srgbClr>
                  </a:outerShdw>
                </a:effectLst>
              </a:rPr>
              <a:t>système.Résultat</a:t>
            </a:r>
            <a:r>
              <a:rPr lang="fr-FR" sz="1600" dirty="0">
                <a:ln w="18415" cmpd="sng">
                  <a:solidFill>
                    <a:srgbClr val="FFFFFF"/>
                  </a:solidFill>
                  <a:prstDash val="solid"/>
                </a:ln>
                <a:solidFill>
                  <a:srgbClr val="FFFFFF"/>
                </a:solidFill>
                <a:effectLst>
                  <a:outerShdw blurRad="63500" dir="3600000" algn="tl" rotWithShape="0">
                    <a:srgbClr val="000000">
                      <a:alpha val="70000"/>
                    </a:srgbClr>
                  </a:outerShdw>
                </a:effectLst>
              </a:rPr>
              <a:t> : Des plans et des spécifications détaillées pour le télescope, y compris le système optique (miroir primaire de 2,4 mètres), les instruments, le système de communication et le système d'</a:t>
            </a:r>
            <a:r>
              <a:rPr lang="fr-FR" sz="1600" dirty="0" err="1">
                <a:ln w="18415" cmpd="sng">
                  <a:solidFill>
                    <a:srgbClr val="FFFFFF"/>
                  </a:solidFill>
                  <a:prstDash val="solid"/>
                </a:ln>
                <a:solidFill>
                  <a:srgbClr val="FFFFFF"/>
                </a:solidFill>
                <a:effectLst>
                  <a:outerShdw blurRad="63500" dir="3600000" algn="tl" rotWithShape="0">
                    <a:srgbClr val="000000">
                      <a:alpha val="70000"/>
                    </a:srgbClr>
                  </a:outerShdw>
                </a:effectLst>
              </a:rPr>
              <a:t>alimentation.Mise</a:t>
            </a:r>
            <a:r>
              <a:rPr lang="fr-FR" sz="1600" dirty="0">
                <a:ln w="18415" cmpd="sng">
                  <a:solidFill>
                    <a:srgbClr val="FFFFFF"/>
                  </a:solidFill>
                  <a:prstDash val="solid"/>
                </a:ln>
                <a:solidFill>
                  <a:srgbClr val="FFFFFF"/>
                </a:solidFill>
                <a:effectLst>
                  <a:outerShdw blurRad="63500" dir="3600000" algn="tl" rotWithShape="0">
                    <a:srgbClr val="000000">
                      <a:alpha val="70000"/>
                    </a:srgbClr>
                  </a:outerShdw>
                </a:effectLst>
              </a:rPr>
              <a:t> en œuvre (Construction et assemblage) :</a:t>
            </a:r>
            <a:endParaRPr lang="en-GB" sz="16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Tree>
    <p:extLst>
      <p:ext uri="{BB962C8B-B14F-4D97-AF65-F5344CB8AC3E}">
        <p14:creationId xmlns:p14="http://schemas.microsoft.com/office/powerpoint/2010/main" val="3550127170"/>
      </p:ext>
    </p:extLst>
  </p:cSld>
  <p:clrMapOvr>
    <a:masterClrMapping/>
  </p:clrMapOvr>
  <mc:AlternateContent xmlns:mc="http://schemas.openxmlformats.org/markup-compatibility/2006" xmlns:p14="http://schemas.microsoft.com/office/powerpoint/2010/main">
    <mc:Choice Requires="p14">
      <p:transition spd="slow" p14:dur="175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p:cNvSpPr>
            <a:spLocks noGrp="1"/>
          </p:cNvSpPr>
          <p:nvPr>
            <p:ph type="body" idx="1"/>
          </p:nvPr>
        </p:nvSpPr>
        <p:spPr>
          <a:xfrm>
            <a:off x="125421" y="504298"/>
            <a:ext cx="7717500" cy="3327900"/>
          </a:xfrm>
        </p:spPr>
        <p:txBody>
          <a:bodyPr/>
          <a:lstStyle/>
          <a:p>
            <a:r>
              <a:rPr lang="fr-FR" sz="2000" dirty="0">
                <a:ln w="18415" cmpd="sng">
                  <a:solidFill>
                    <a:srgbClr val="FFFFFF"/>
                  </a:solidFill>
                  <a:prstDash val="solid"/>
                </a:ln>
                <a:solidFill>
                  <a:srgbClr val="FFFFFF"/>
                </a:solidFill>
                <a:effectLst>
                  <a:outerShdw blurRad="63500" dir="3600000" algn="tl" rotWithShape="0">
                    <a:srgbClr val="000000">
                      <a:alpha val="70000"/>
                    </a:srgbClr>
                  </a:outerShdw>
                </a:effectLst>
              </a:rPr>
              <a:t>Objectif : Tester le télescope assemblé pour s'assurer qu'il fonctionne comme </a:t>
            </a:r>
            <a:r>
              <a:rPr lang="fr-FR" sz="2000" dirty="0" err="1">
                <a:ln w="18415" cmpd="sng">
                  <a:solidFill>
                    <a:srgbClr val="FFFFFF"/>
                  </a:solidFill>
                  <a:prstDash val="solid"/>
                </a:ln>
                <a:solidFill>
                  <a:srgbClr val="FFFFFF"/>
                </a:solidFill>
                <a:effectLst>
                  <a:outerShdw blurRad="63500" dir="3600000" algn="tl" rotWithShape="0">
                    <a:srgbClr val="000000">
                      <a:alpha val="70000"/>
                    </a:srgbClr>
                  </a:outerShdw>
                </a:effectLst>
              </a:rPr>
              <a:t>prévu.Résultat</a:t>
            </a:r>
            <a:r>
              <a:rPr lang="fr-FR" sz="2000" dirty="0">
                <a:ln w="18415" cmpd="sng">
                  <a:solidFill>
                    <a:srgbClr val="FFFFFF"/>
                  </a:solidFill>
                  <a:prstDash val="solid"/>
                </a:ln>
                <a:solidFill>
                  <a:srgbClr val="FFFFFF"/>
                </a:solidFill>
                <a:effectLst>
                  <a:outerShdw blurRad="63500" dir="3600000" algn="tl" rotWithShape="0">
                    <a:srgbClr val="000000">
                      <a:alpha val="70000"/>
                    </a:srgbClr>
                  </a:outerShdw>
                </a:effectLst>
              </a:rPr>
              <a:t> : Des tests approfondis ont été effectués sur le télescope, mais en raison de la séparation rigide des phases, le défaut de courbure du miroir primaire (causé par une erreur de fabrication) n'a pas été détecté à ce stade. Le défaut n'a été révélé qu'après le lancement, lorsque le télescope a été </a:t>
            </a:r>
            <a:r>
              <a:rPr lang="fr-FR" sz="2000" dirty="0" err="1">
                <a:ln w="18415" cmpd="sng">
                  <a:solidFill>
                    <a:srgbClr val="FFFFFF"/>
                  </a:solidFill>
                  <a:prstDash val="solid"/>
                </a:ln>
                <a:solidFill>
                  <a:srgbClr val="FFFFFF"/>
                </a:solidFill>
                <a:effectLst>
                  <a:outerShdw blurRad="63500" dir="3600000" algn="tl" rotWithShape="0">
                    <a:srgbClr val="000000">
                      <a:alpha val="70000"/>
                    </a:srgbClr>
                  </a:outerShdw>
                </a:effectLst>
              </a:rPr>
              <a:t>déployé.Déploiement</a:t>
            </a:r>
            <a:r>
              <a:rPr lang="fr-FR" sz="2000" dirty="0">
                <a:ln w="18415" cmpd="sng">
                  <a:solidFill>
                    <a:srgbClr val="FFFFFF"/>
                  </a:solidFill>
                  <a:prstDash val="solid"/>
                </a:ln>
                <a:solidFill>
                  <a:srgbClr val="FFFFFF"/>
                </a:solidFill>
                <a:effectLst>
                  <a:outerShdw blurRad="63500" dir="3600000" algn="tl" rotWithShape="0">
                    <a:srgbClr val="000000">
                      <a:alpha val="70000"/>
                    </a:srgbClr>
                  </a:outerShdw>
                </a:effectLst>
              </a:rPr>
              <a:t> (Lancement et opération) :Objectif : Lancer le télescope et commencer les </a:t>
            </a:r>
            <a:r>
              <a:rPr lang="fr-FR" sz="2000" dirty="0" err="1">
                <a:ln w="18415" cmpd="sng">
                  <a:solidFill>
                    <a:srgbClr val="FFFFFF"/>
                  </a:solidFill>
                  <a:prstDash val="solid"/>
                </a:ln>
                <a:solidFill>
                  <a:srgbClr val="FFFFFF"/>
                </a:solidFill>
                <a:effectLst>
                  <a:outerShdw blurRad="63500" dir="3600000" algn="tl" rotWithShape="0">
                    <a:srgbClr val="000000">
                      <a:alpha val="70000"/>
                    </a:srgbClr>
                  </a:outerShdw>
                </a:effectLst>
              </a:rPr>
              <a:t>opérations.Résultat</a:t>
            </a:r>
            <a:r>
              <a:rPr lang="fr-FR" sz="2000" dirty="0">
                <a:ln w="18415" cmpd="sng">
                  <a:solidFill>
                    <a:srgbClr val="FFFFFF"/>
                  </a:solidFill>
                  <a:prstDash val="solid"/>
                </a:ln>
                <a:solidFill>
                  <a:srgbClr val="FFFFFF"/>
                </a:solidFill>
                <a:effectLst>
                  <a:outerShdw blurRad="63500" dir="3600000" algn="tl" rotWithShape="0">
                    <a:srgbClr val="000000">
                      <a:alpha val="70000"/>
                    </a:srgbClr>
                  </a:outerShdw>
                </a:effectLst>
              </a:rPr>
              <a:t> : Le Télescope spatial Hubble a été lancé en orbite à bord de la navette spatiale </a:t>
            </a:r>
            <a:r>
              <a:rPr lang="fr-FR" sz="2000" dirty="0" err="1">
                <a:ln w="18415" cmpd="sng">
                  <a:solidFill>
                    <a:srgbClr val="FFFFFF"/>
                  </a:solidFill>
                  <a:prstDash val="solid"/>
                </a:ln>
                <a:solidFill>
                  <a:srgbClr val="FFFFFF"/>
                </a:solidFill>
                <a:effectLst>
                  <a:outerShdw blurRad="63500" dir="3600000" algn="tl" rotWithShape="0">
                    <a:srgbClr val="000000">
                      <a:alpha val="70000"/>
                    </a:srgbClr>
                  </a:outerShdw>
                </a:effectLst>
              </a:rPr>
              <a:t>Discovery</a:t>
            </a:r>
            <a:r>
              <a:rPr lang="fr-FR" sz="2000" dirty="0">
                <a:ln w="18415" cmpd="sng">
                  <a:solidFill>
                    <a:srgbClr val="FFFFFF"/>
                  </a:solidFill>
                  <a:prstDash val="solid"/>
                </a:ln>
                <a:solidFill>
                  <a:srgbClr val="FFFFFF"/>
                </a:solidFill>
                <a:effectLst>
                  <a:outerShdw blurRad="63500" dir="3600000" algn="tl" rotWithShape="0">
                    <a:srgbClr val="000000">
                      <a:alpha val="70000"/>
                    </a:srgbClr>
                  </a:outerShdw>
                </a:effectLst>
              </a:rPr>
              <a:t> en 1990. Cependant, il était immédiatement évident que les images étaient déformées en raison du défaut du miroir primaire, qui n'avait pas été détecté lors des phases précédentes.</a:t>
            </a:r>
            <a:endParaRPr lang="en-GB" sz="20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Tree>
    <p:extLst>
      <p:ext uri="{BB962C8B-B14F-4D97-AF65-F5344CB8AC3E}">
        <p14:creationId xmlns:p14="http://schemas.microsoft.com/office/powerpoint/2010/main" val="4228302288"/>
      </p:ext>
    </p:extLst>
  </p:cSld>
  <p:clrMapOvr>
    <a:masterClrMapping/>
  </p:clrMapOvr>
  <mc:AlternateContent xmlns:mc="http://schemas.openxmlformats.org/markup-compatibility/2006" xmlns:p14="http://schemas.microsoft.com/office/powerpoint/2010/main">
    <mc:Choice Requires="p14">
      <p:transition spd="slow" p14:dur="175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59879" y="-74645"/>
            <a:ext cx="7717500" cy="478200"/>
          </a:xfrm>
        </p:spPr>
        <p:txBody>
          <a:bodyPr/>
          <a:lstStyle/>
          <a:p>
            <a:r>
              <a:rPr lang="en-GB" sz="3600" b="1" dirty="0">
                <a:ln w="12700">
                  <a:solidFill>
                    <a:schemeClr val="tx2">
                      <a:satMod val="155000"/>
                    </a:schemeClr>
                  </a:solidFill>
                  <a:prstDash val="solid"/>
                </a:ln>
                <a:solidFill>
                  <a:schemeClr val="bg2">
                    <a:tint val="85000"/>
                    <a:satMod val="155000"/>
                  </a:schemeClr>
                </a:solidFill>
                <a:effectLst>
                  <a:glow rad="228600">
                    <a:schemeClr val="accent2">
                      <a:satMod val="175000"/>
                      <a:alpha val="40000"/>
                    </a:schemeClr>
                  </a:glow>
                  <a:outerShdw blurRad="41275" dist="20320" dir="1800000" algn="tl" rotWithShape="0">
                    <a:srgbClr val="000000">
                      <a:alpha val="40000"/>
                    </a:srgbClr>
                  </a:outerShdw>
                </a:effectLst>
              </a:rPr>
              <a:t>Résumé de la </a:t>
            </a:r>
            <a:r>
              <a:rPr lang="en-GB" sz="3600" b="1" dirty="0" err="1">
                <a:ln w="12700">
                  <a:solidFill>
                    <a:schemeClr val="tx2">
                      <a:satMod val="155000"/>
                    </a:schemeClr>
                  </a:solidFill>
                  <a:prstDash val="solid"/>
                </a:ln>
                <a:solidFill>
                  <a:schemeClr val="bg2">
                    <a:tint val="85000"/>
                    <a:satMod val="155000"/>
                  </a:schemeClr>
                </a:solidFill>
                <a:effectLst>
                  <a:glow rad="228600">
                    <a:schemeClr val="accent2">
                      <a:satMod val="175000"/>
                      <a:alpha val="40000"/>
                    </a:schemeClr>
                  </a:glow>
                  <a:outerShdw blurRad="41275" dist="20320" dir="1800000" algn="tl" rotWithShape="0">
                    <a:srgbClr val="000000">
                      <a:alpha val="40000"/>
                    </a:srgbClr>
                  </a:outerShdw>
                </a:effectLst>
              </a:rPr>
              <a:t>comparaison</a:t>
            </a:r>
            <a:r>
              <a:rPr lang="en-GB" sz="3600" b="1" dirty="0">
                <a:ln w="12700">
                  <a:solidFill>
                    <a:schemeClr val="tx2">
                      <a:satMod val="155000"/>
                    </a:schemeClr>
                  </a:solidFill>
                  <a:prstDash val="solid"/>
                </a:ln>
                <a:solidFill>
                  <a:schemeClr val="bg2">
                    <a:tint val="85000"/>
                    <a:satMod val="155000"/>
                  </a:schemeClr>
                </a:solidFill>
                <a:effectLst>
                  <a:glow rad="228600">
                    <a:schemeClr val="accent2">
                      <a:satMod val="175000"/>
                      <a:alpha val="40000"/>
                    </a:schemeClr>
                  </a:glow>
                  <a:outerShdw blurRad="41275" dist="20320" dir="1800000" algn="tl" rotWithShape="0">
                    <a:srgbClr val="000000">
                      <a:alpha val="40000"/>
                    </a:srgbClr>
                  </a:outerShdw>
                </a:effectLst>
              </a:rPr>
              <a:t> :</a:t>
            </a:r>
          </a:p>
        </p:txBody>
      </p:sp>
      <p:graphicFrame>
        <p:nvGraphicFramePr>
          <p:cNvPr id="4" name="Tableau 3"/>
          <p:cNvGraphicFramePr>
            <a:graphicFrameLocks noGrp="1"/>
          </p:cNvGraphicFramePr>
          <p:nvPr/>
        </p:nvGraphicFramePr>
        <p:xfrm>
          <a:off x="149290" y="667916"/>
          <a:ext cx="8630816" cy="4388177"/>
        </p:xfrm>
        <a:graphic>
          <a:graphicData uri="http://schemas.openxmlformats.org/drawingml/2006/table">
            <a:tbl>
              <a:tblPr firstRow="1" bandRow="1">
                <a:tableStyleId>{80CAA5EF-1687-4F60-90DF-9F2C367EC1FF}</a:tableStyleId>
              </a:tblPr>
              <a:tblGrid>
                <a:gridCol w="4320073">
                  <a:extLst>
                    <a:ext uri="{9D8B030D-6E8A-4147-A177-3AD203B41FA5}">
                      <a16:colId xmlns:a16="http://schemas.microsoft.com/office/drawing/2014/main" val="20000"/>
                    </a:ext>
                  </a:extLst>
                </a:gridCol>
                <a:gridCol w="4310743">
                  <a:extLst>
                    <a:ext uri="{9D8B030D-6E8A-4147-A177-3AD203B41FA5}">
                      <a16:colId xmlns:a16="http://schemas.microsoft.com/office/drawing/2014/main" val="20001"/>
                    </a:ext>
                  </a:extLst>
                </a:gridCol>
              </a:tblGrid>
              <a:tr h="932171">
                <a:tc>
                  <a:txBody>
                    <a:bodyPr/>
                    <a:lstStyle/>
                    <a:p>
                      <a:pPr algn="ctr"/>
                      <a:r>
                        <a:rPr lang="fr-FR" sz="2400" b="1" dirty="0">
                          <a:solidFill>
                            <a:schemeClr val="accent2"/>
                          </a:solidFill>
                        </a:rPr>
                        <a:t>Rover Curiosity de Mars                  (Modèle en V)</a:t>
                      </a:r>
                      <a:endParaRPr lang="en-GB" sz="2400" b="1" dirty="0">
                        <a:solidFill>
                          <a:schemeClr val="accent2"/>
                        </a:solidFill>
                      </a:endParaRPr>
                    </a:p>
                  </a:txBody>
                  <a:tcPr/>
                </a:tc>
                <a:tc>
                  <a:txBody>
                    <a:bodyPr/>
                    <a:lstStyle/>
                    <a:p>
                      <a:pPr algn="ctr"/>
                      <a:r>
                        <a:rPr lang="fr-FR" sz="2400" b="1" dirty="0">
                          <a:solidFill>
                            <a:schemeClr val="accent2"/>
                          </a:solidFill>
                        </a:rPr>
                        <a:t>Télescope spatial Hubble (Modèle en cascade) </a:t>
                      </a:r>
                      <a:endParaRPr lang="en-GB" sz="2400" b="1" dirty="0">
                        <a:solidFill>
                          <a:schemeClr val="accent2"/>
                        </a:solidFill>
                      </a:endParaRPr>
                    </a:p>
                  </a:txBody>
                  <a:tcPr/>
                </a:tc>
                <a:extLst>
                  <a:ext uri="{0D108BD9-81ED-4DB2-BD59-A6C34878D82A}">
                    <a16:rowId xmlns:a16="http://schemas.microsoft.com/office/drawing/2014/main" val="10000"/>
                  </a:ext>
                </a:extLst>
              </a:tr>
              <a:tr h="3456006">
                <a:tc>
                  <a:txBody>
                    <a:bodyPr/>
                    <a:lstStyle/>
                    <a:p>
                      <a:pPr marL="285750" indent="-285750" algn="l">
                        <a:buClr>
                          <a:schemeClr val="bg2"/>
                        </a:buClr>
                        <a:buFont typeface="Arial" panose="020B0604020202020204" pitchFamily="34" charset="0"/>
                        <a:buChar char="•"/>
                      </a:pPr>
                      <a:r>
                        <a:rPr lang="fr-FR" sz="1050" dirty="0">
                          <a:solidFill>
                            <a:srgbClr val="EAC488"/>
                          </a:solidFill>
                        </a:rPr>
                        <a:t>Les exigences scientifiques et techniques ont été </a:t>
                      </a:r>
                      <a:r>
                        <a:rPr lang="fr-FR" sz="1050" b="1" dirty="0">
                          <a:solidFill>
                            <a:srgbClr val="EAC488"/>
                          </a:solidFill>
                        </a:rPr>
                        <a:t>documentés et tracées rigoureusement</a:t>
                      </a:r>
                      <a:r>
                        <a:rPr lang="fr-FR" sz="1050" dirty="0">
                          <a:solidFill>
                            <a:srgbClr val="EAC488"/>
                          </a:solidFill>
                        </a:rPr>
                        <a:t> tout au long du projet.</a:t>
                      </a:r>
                    </a:p>
                    <a:p>
                      <a:pPr marL="285750" indent="-285750" algn="l">
                        <a:buClr>
                          <a:schemeClr val="bg2"/>
                        </a:buClr>
                        <a:buFont typeface="Arial" panose="020B0604020202020204" pitchFamily="34" charset="0"/>
                        <a:buChar char="•"/>
                      </a:pPr>
                      <a:endParaRPr lang="fr-FR" sz="1050" dirty="0">
                        <a:solidFill>
                          <a:srgbClr val="EAC488"/>
                        </a:solidFill>
                      </a:endParaRPr>
                    </a:p>
                    <a:p>
                      <a:pPr marL="285750" marR="0" lvl="0" indent="-285750" algn="l" defTabSz="914400" rtl="0" eaLnBrk="1" fontAlgn="auto" latinLnBrk="0" hangingPunct="1">
                        <a:lnSpc>
                          <a:spcPct val="100000"/>
                        </a:lnSpc>
                        <a:spcBef>
                          <a:spcPts val="0"/>
                        </a:spcBef>
                        <a:spcAft>
                          <a:spcPts val="0"/>
                        </a:spcAft>
                        <a:buClr>
                          <a:schemeClr val="bg2"/>
                        </a:buClr>
                        <a:buSzTx/>
                        <a:buFont typeface="Arial" panose="020B0604020202020204" pitchFamily="34" charset="0"/>
                        <a:buChar char="•"/>
                        <a:tabLst/>
                        <a:defRPr/>
                      </a:pPr>
                      <a:r>
                        <a:rPr lang="fr-FR" sz="1050" dirty="0">
                          <a:solidFill>
                            <a:srgbClr val="EAC488"/>
                          </a:solidFill>
                        </a:rPr>
                        <a:t>Chaque exigence a été associée à un plan de validation, permettant de tester sa faisabilité dès les premières étapes.</a:t>
                      </a:r>
                      <a:r>
                        <a:rPr lang="ar-DZ" sz="1050" dirty="0"/>
                        <a:t>ز</a:t>
                      </a:r>
                      <a:endParaRPr lang="en-GB" sz="1050" dirty="0"/>
                    </a:p>
                    <a:p>
                      <a:pPr marL="0" marR="0" lvl="0" indent="0" algn="l" defTabSz="914400" rtl="0" eaLnBrk="1" fontAlgn="auto" latinLnBrk="0" hangingPunct="1">
                        <a:lnSpc>
                          <a:spcPct val="100000"/>
                        </a:lnSpc>
                        <a:spcBef>
                          <a:spcPts val="0"/>
                        </a:spcBef>
                        <a:spcAft>
                          <a:spcPts val="0"/>
                        </a:spcAft>
                        <a:buClr>
                          <a:schemeClr val="bg2"/>
                        </a:buClr>
                        <a:buSzTx/>
                        <a:buFont typeface="Arial" panose="020B0604020202020204" pitchFamily="34" charset="0"/>
                        <a:buNone/>
                        <a:tabLst/>
                        <a:defRPr/>
                      </a:pPr>
                      <a:r>
                        <a:rPr lang="ar-DZ" sz="1050" dirty="0"/>
                        <a:t>ز</a:t>
                      </a:r>
                      <a:endParaRPr lang="en-GB" sz="1050" dirty="0"/>
                    </a:p>
                    <a:p>
                      <a:pPr marL="285750" indent="-285750" algn="l">
                        <a:buClr>
                          <a:schemeClr val="bg2"/>
                        </a:buClr>
                        <a:buFont typeface="Arial" panose="020B0604020202020204" pitchFamily="34" charset="0"/>
                        <a:buChar char="•"/>
                      </a:pPr>
                      <a:r>
                        <a:rPr lang="fr-FR" sz="1100" dirty="0">
                          <a:solidFill>
                            <a:srgbClr val="EAC488"/>
                          </a:solidFill>
                        </a:rPr>
                        <a:t>Chaque sous-système a été testé individuellement, puis intégré dans un environnement simulant les conditions martiennes.</a:t>
                      </a:r>
                    </a:p>
                    <a:p>
                      <a:pPr marL="285750" indent="-285750" algn="l">
                        <a:buClr>
                          <a:schemeClr val="bg2"/>
                        </a:buClr>
                        <a:buFont typeface="Arial" panose="020B0604020202020204" pitchFamily="34" charset="0"/>
                        <a:buChar char="•"/>
                      </a:pPr>
                      <a:endParaRPr lang="fr-FR" sz="1100" dirty="0">
                        <a:solidFill>
                          <a:srgbClr val="EAC488"/>
                        </a:solidFill>
                      </a:endParaRPr>
                    </a:p>
                    <a:p>
                      <a:pPr marL="285750" indent="-285750" algn="l">
                        <a:buClr>
                          <a:schemeClr val="bg2"/>
                        </a:buClr>
                        <a:buFont typeface="Arial" panose="020B0604020202020204" pitchFamily="34" charset="0"/>
                        <a:buChar char="•"/>
                      </a:pPr>
                      <a:r>
                        <a:rPr lang="fr-FR" sz="1100" dirty="0">
                          <a:solidFill>
                            <a:srgbClr val="EAC488"/>
                          </a:solidFill>
                        </a:rPr>
                        <a:t>Les tests ont été réalisés </a:t>
                      </a:r>
                      <a:r>
                        <a:rPr lang="fr-FR" sz="1100" b="1" dirty="0">
                          <a:solidFill>
                            <a:srgbClr val="EAC488"/>
                          </a:solidFill>
                        </a:rPr>
                        <a:t>itérativement à chaque étape</a:t>
                      </a:r>
                      <a:r>
                        <a:rPr lang="fr-FR" sz="1100" dirty="0">
                          <a:solidFill>
                            <a:srgbClr val="EAC488"/>
                          </a:solidFill>
                        </a:rPr>
                        <a:t>, réduisant les risques d’échec pendant la mission réelle.</a:t>
                      </a:r>
                    </a:p>
                    <a:p>
                      <a:pPr marL="285750" indent="-285750" algn="l">
                        <a:buClr>
                          <a:schemeClr val="bg2"/>
                        </a:buClr>
                        <a:buFont typeface="Arial" panose="020B0604020202020204" pitchFamily="34" charset="0"/>
                        <a:buChar char="•"/>
                      </a:pPr>
                      <a:endParaRPr lang="fr-FR" sz="1100" b="1" dirty="0">
                        <a:solidFill>
                          <a:srgbClr val="EAC488"/>
                        </a:solidFill>
                      </a:endParaRPr>
                    </a:p>
                    <a:p>
                      <a:pPr marL="285750" indent="-285750" algn="l">
                        <a:buClr>
                          <a:schemeClr val="bg2"/>
                        </a:buClr>
                        <a:buFont typeface="Arial" panose="020B0604020202020204" pitchFamily="34" charset="0"/>
                        <a:buChar char="•"/>
                      </a:pPr>
                      <a:r>
                        <a:rPr lang="fr-FR" sz="1100" dirty="0">
                          <a:solidFill>
                            <a:srgbClr val="EAC488"/>
                          </a:solidFill>
                        </a:rPr>
                        <a:t>Les problèmes détectés pendant le développement (par exemple, des ajustements dans le système d’atterrissage) ont été corrigés immédiatement grâce au feedback entre les phases.</a:t>
                      </a:r>
                    </a:p>
                    <a:p>
                      <a:pPr marL="285750" indent="-285750" algn="l">
                        <a:buClr>
                          <a:schemeClr val="bg2"/>
                        </a:buClr>
                        <a:buFont typeface="Arial" panose="020B0604020202020204" pitchFamily="34" charset="0"/>
                        <a:buChar char="•"/>
                      </a:pPr>
                      <a:endParaRPr lang="fr-FR" sz="1100" b="1" dirty="0">
                        <a:solidFill>
                          <a:srgbClr val="EAC488"/>
                        </a:solidFill>
                      </a:endParaRPr>
                    </a:p>
                    <a:p>
                      <a:pPr marL="285750" indent="-285750" algn="l">
                        <a:buClr>
                          <a:schemeClr val="bg2"/>
                        </a:buClr>
                        <a:buFont typeface="Arial" panose="020B0604020202020204" pitchFamily="34" charset="0"/>
                        <a:buChar char="•"/>
                      </a:pPr>
                      <a:r>
                        <a:rPr lang="fr-FR" sz="1100" dirty="0">
                          <a:solidFill>
                            <a:srgbClr val="EAC488"/>
                          </a:solidFill>
                        </a:rPr>
                        <a:t>Le processus itératif a permis de minimiser les risques et d’assurer la réussite dès la première tentative.</a:t>
                      </a:r>
                      <a:endParaRPr lang="en-GB" sz="1100" b="1" dirty="0">
                        <a:solidFill>
                          <a:srgbClr val="EAC488"/>
                        </a:solidFill>
                      </a:endParaRPr>
                    </a:p>
                  </a:txBody>
                  <a:tcPr/>
                </a:tc>
                <a:tc>
                  <a:txBody>
                    <a:bodyPr/>
                    <a:lstStyle/>
                    <a:p>
                      <a:pPr marL="285750" indent="-285750" algn="l">
                        <a:buClr>
                          <a:schemeClr val="bg2"/>
                        </a:buClr>
                        <a:buFont typeface="Arial" panose="020B0604020202020204" pitchFamily="34" charset="0"/>
                        <a:buChar char="•"/>
                      </a:pPr>
                      <a:r>
                        <a:rPr lang="fr-FR" sz="1000" dirty="0">
                          <a:solidFill>
                            <a:srgbClr val="EAC488"/>
                          </a:solidFill>
                        </a:rPr>
                        <a:t>Les exigences ont été définies au début, mais sans processus clair pour assurer leur traçabilité dans les phases ultérieures.</a:t>
                      </a:r>
                    </a:p>
                    <a:p>
                      <a:pPr marL="285750" indent="-285750" algn="l">
                        <a:buClr>
                          <a:schemeClr val="bg2"/>
                        </a:buClr>
                        <a:buFont typeface="Arial" panose="020B0604020202020204" pitchFamily="34" charset="0"/>
                        <a:buChar char="•"/>
                      </a:pPr>
                      <a:endParaRPr lang="fr-FR" sz="1000" dirty="0">
                        <a:solidFill>
                          <a:srgbClr val="EAC488"/>
                        </a:solidFill>
                      </a:endParaRPr>
                    </a:p>
                    <a:p>
                      <a:pPr marL="285750" indent="-285750" algn="l">
                        <a:buClr>
                          <a:schemeClr val="bg2"/>
                        </a:buClr>
                        <a:buFont typeface="Arial" panose="020B0604020202020204" pitchFamily="34" charset="0"/>
                        <a:buChar char="•"/>
                      </a:pPr>
                      <a:r>
                        <a:rPr lang="fr-FR" sz="1000" dirty="0">
                          <a:solidFill>
                            <a:srgbClr val="EAC488"/>
                          </a:solidFill>
                        </a:rPr>
                        <a:t>Une erreur critique (le défaut du miroir principal) est passée inaperçue jusqu'après le déploiement, faute de validation continue.</a:t>
                      </a:r>
                    </a:p>
                    <a:p>
                      <a:pPr marL="285750" indent="-285750" algn="l">
                        <a:buClr>
                          <a:schemeClr val="bg2"/>
                        </a:buClr>
                        <a:buFont typeface="Arial" panose="020B0604020202020204" pitchFamily="34" charset="0"/>
                        <a:buChar char="•"/>
                      </a:pPr>
                      <a:endParaRPr lang="fr-FR" sz="1000" dirty="0">
                        <a:solidFill>
                          <a:srgbClr val="EAC488"/>
                        </a:solidFill>
                      </a:endParaRPr>
                    </a:p>
                    <a:p>
                      <a:pPr marL="285750" indent="-285750" algn="l">
                        <a:buClr>
                          <a:schemeClr val="bg2"/>
                        </a:buClr>
                        <a:buFont typeface="Arial" panose="020B0604020202020204" pitchFamily="34" charset="0"/>
                        <a:buChar char="•"/>
                      </a:pPr>
                      <a:r>
                        <a:rPr lang="fr-FR" sz="1000" dirty="0">
                          <a:solidFill>
                            <a:srgbClr val="EAC488"/>
                          </a:solidFill>
                        </a:rPr>
                        <a:t>Les sous-systèmes ont été testés séparément, mais les tests d’intégration ont été limités.</a:t>
                      </a:r>
                    </a:p>
                    <a:p>
                      <a:pPr marL="285750" indent="-285750" algn="l">
                        <a:buClr>
                          <a:schemeClr val="bg2"/>
                        </a:buClr>
                        <a:buFont typeface="Arial" panose="020B0604020202020204" pitchFamily="34" charset="0"/>
                        <a:buChar char="•"/>
                      </a:pPr>
                      <a:endParaRPr lang="fr-FR" sz="1000" dirty="0">
                        <a:solidFill>
                          <a:srgbClr val="EAC488"/>
                        </a:solidFill>
                      </a:endParaRPr>
                    </a:p>
                    <a:p>
                      <a:pPr marL="285750" indent="-285750" algn="l">
                        <a:buClr>
                          <a:schemeClr val="bg2"/>
                        </a:buClr>
                        <a:buFont typeface="Arial" panose="020B0604020202020204" pitchFamily="34" charset="0"/>
                        <a:buChar char="•"/>
                      </a:pPr>
                      <a:endParaRPr lang="fr-FR" sz="1000" dirty="0">
                        <a:solidFill>
                          <a:srgbClr val="EAC488"/>
                        </a:solidFill>
                      </a:endParaRPr>
                    </a:p>
                    <a:p>
                      <a:pPr marL="285750" indent="-285750" algn="l">
                        <a:buClr>
                          <a:schemeClr val="bg2"/>
                        </a:buClr>
                        <a:buFont typeface="Arial" panose="020B0604020202020204" pitchFamily="34" charset="0"/>
                        <a:buChar char="•"/>
                      </a:pPr>
                      <a:endParaRPr lang="fr-FR" sz="1000" dirty="0">
                        <a:solidFill>
                          <a:srgbClr val="EAC488"/>
                        </a:solidFill>
                      </a:endParaRPr>
                    </a:p>
                    <a:p>
                      <a:pPr marL="285750" indent="-285750" algn="l">
                        <a:buClr>
                          <a:schemeClr val="bg2"/>
                        </a:buClr>
                        <a:buFont typeface="Arial" panose="020B0604020202020204" pitchFamily="34" charset="0"/>
                        <a:buChar char="•"/>
                      </a:pPr>
                      <a:r>
                        <a:rPr lang="fr-FR" sz="1000" dirty="0">
                          <a:solidFill>
                            <a:srgbClr val="EAC488"/>
                          </a:solidFill>
                        </a:rPr>
                        <a:t>Le défaut du miroir n’a été découvert qu’après le lancement, car le modèle en cascade privilégie les tests après l'achèvement de toutes les phases.</a:t>
                      </a:r>
                    </a:p>
                    <a:p>
                      <a:pPr marL="0" indent="0" algn="l">
                        <a:buClr>
                          <a:schemeClr val="bg2"/>
                        </a:buClr>
                        <a:buFont typeface="Arial" panose="020B0604020202020204" pitchFamily="34" charset="0"/>
                        <a:buNone/>
                      </a:pPr>
                      <a:endParaRPr lang="fr-FR" sz="1000" dirty="0">
                        <a:solidFill>
                          <a:srgbClr val="EAC488"/>
                        </a:solidFill>
                      </a:endParaRPr>
                    </a:p>
                    <a:p>
                      <a:pPr marL="285750" indent="-285750" algn="l">
                        <a:buClr>
                          <a:schemeClr val="bg2"/>
                        </a:buClr>
                        <a:buFont typeface="Arial" panose="020B0604020202020204" pitchFamily="34" charset="0"/>
                        <a:buChar char="•"/>
                      </a:pPr>
                      <a:r>
                        <a:rPr lang="fr-FR" sz="1000" dirty="0">
                          <a:solidFill>
                            <a:srgbClr val="EAC488"/>
                          </a:solidFill>
                        </a:rPr>
                        <a:t>Une fois le développement terminé, il était </a:t>
                      </a:r>
                      <a:r>
                        <a:rPr lang="fr-FR" sz="1000" b="1" dirty="0">
                          <a:solidFill>
                            <a:srgbClr val="EAC488"/>
                          </a:solidFill>
                        </a:rPr>
                        <a:t>difficile de revenir en arrière</a:t>
                      </a:r>
                      <a:r>
                        <a:rPr lang="fr-FR" sz="1000" dirty="0">
                          <a:solidFill>
                            <a:srgbClr val="EAC488"/>
                          </a:solidFill>
                        </a:rPr>
                        <a:t> pour corriger les erreurs.</a:t>
                      </a:r>
                    </a:p>
                    <a:p>
                      <a:pPr marL="0" indent="0" algn="l">
                        <a:buClr>
                          <a:schemeClr val="bg2"/>
                        </a:buClr>
                        <a:buFont typeface="Arial" panose="020B0604020202020204" pitchFamily="34" charset="0"/>
                        <a:buNone/>
                      </a:pPr>
                      <a:endParaRPr lang="fr-FR" sz="1000" dirty="0">
                        <a:solidFill>
                          <a:srgbClr val="EAC488"/>
                        </a:solidFill>
                      </a:endParaRPr>
                    </a:p>
                    <a:p>
                      <a:pPr marL="285750" indent="-285750" algn="l">
                        <a:buClr>
                          <a:schemeClr val="bg2"/>
                        </a:buClr>
                        <a:buFont typeface="Arial" panose="020B0604020202020204" pitchFamily="34" charset="0"/>
                        <a:buChar char="•"/>
                      </a:pPr>
                      <a:r>
                        <a:rPr lang="fr-FR" sz="1000" dirty="0">
                          <a:solidFill>
                            <a:srgbClr val="EAC488"/>
                          </a:solidFill>
                        </a:rPr>
                        <a:t>La correction du miroir défectueux a nécessité une mission de réparation coûteuse et complexe après le lancement, causant des retards et des surcoûts.</a:t>
                      </a:r>
                      <a:endParaRPr lang="en-GB" sz="1000" dirty="0">
                        <a:solidFill>
                          <a:srgbClr val="EAC488"/>
                        </a:solidFill>
                      </a:endParaRP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182243466"/>
      </p:ext>
    </p:extLst>
  </p:cSld>
  <p:clrMapOvr>
    <a:masterClrMapping/>
  </p:clrMapOvr>
  <mc:AlternateContent xmlns:mc="http://schemas.openxmlformats.org/markup-compatibility/2006" xmlns:p14="http://schemas.microsoft.com/office/powerpoint/2010/main">
    <mc:Choice Requires="p14">
      <p:transition spd="slow" p14:dur="1750">
        <p14:honeycomb/>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3"/>
          <p:cNvGraphicFramePr>
            <a:graphicFrameLocks noGrp="1"/>
          </p:cNvGraphicFramePr>
          <p:nvPr/>
        </p:nvGraphicFramePr>
        <p:xfrm>
          <a:off x="149290" y="667916"/>
          <a:ext cx="8630816" cy="4450080"/>
        </p:xfrm>
        <a:graphic>
          <a:graphicData uri="http://schemas.openxmlformats.org/drawingml/2006/table">
            <a:tbl>
              <a:tblPr firstRow="1" bandRow="1">
                <a:tableStyleId>{80CAA5EF-1687-4F60-90DF-9F2C367EC1FF}</a:tableStyleId>
              </a:tblPr>
              <a:tblGrid>
                <a:gridCol w="4320073">
                  <a:extLst>
                    <a:ext uri="{9D8B030D-6E8A-4147-A177-3AD203B41FA5}">
                      <a16:colId xmlns:a16="http://schemas.microsoft.com/office/drawing/2014/main" val="20000"/>
                    </a:ext>
                  </a:extLst>
                </a:gridCol>
                <a:gridCol w="4310743">
                  <a:extLst>
                    <a:ext uri="{9D8B030D-6E8A-4147-A177-3AD203B41FA5}">
                      <a16:colId xmlns:a16="http://schemas.microsoft.com/office/drawing/2014/main" val="20001"/>
                    </a:ext>
                  </a:extLst>
                </a:gridCol>
              </a:tblGrid>
              <a:tr h="575347">
                <a:tc>
                  <a:txBody>
                    <a:bodyPr/>
                    <a:lstStyle/>
                    <a:p>
                      <a:pPr algn="ctr"/>
                      <a:r>
                        <a:rPr lang="fr-FR" sz="2400" b="1" dirty="0">
                          <a:solidFill>
                            <a:schemeClr val="accent2"/>
                          </a:solidFill>
                        </a:rPr>
                        <a:t>Rover Curiosity de Mars                  (Modèle en V)</a:t>
                      </a:r>
                      <a:endParaRPr lang="en-GB" sz="2400" b="1" dirty="0">
                        <a:solidFill>
                          <a:schemeClr val="accent2"/>
                        </a:solidFill>
                      </a:endParaRPr>
                    </a:p>
                  </a:txBody>
                  <a:tcPr/>
                </a:tc>
                <a:tc>
                  <a:txBody>
                    <a:bodyPr/>
                    <a:lstStyle/>
                    <a:p>
                      <a:pPr algn="ctr"/>
                      <a:r>
                        <a:rPr lang="fr-FR" sz="2400" b="1" dirty="0">
                          <a:solidFill>
                            <a:schemeClr val="accent2"/>
                          </a:solidFill>
                        </a:rPr>
                        <a:t>Télescope spatial Hubble (Modèle en cascade) </a:t>
                      </a:r>
                      <a:endParaRPr lang="en-GB" sz="2400" b="1" dirty="0">
                        <a:solidFill>
                          <a:schemeClr val="accent2"/>
                        </a:solidFill>
                      </a:endParaRPr>
                    </a:p>
                  </a:txBody>
                  <a:tcPr/>
                </a:tc>
                <a:extLst>
                  <a:ext uri="{0D108BD9-81ED-4DB2-BD59-A6C34878D82A}">
                    <a16:rowId xmlns:a16="http://schemas.microsoft.com/office/drawing/2014/main" val="10000"/>
                  </a:ext>
                </a:extLst>
              </a:tr>
              <a:tr h="3456006">
                <a:tc>
                  <a:txBody>
                    <a:bodyPr/>
                    <a:lstStyle/>
                    <a:p>
                      <a:pPr marL="285750" indent="-285750" algn="l">
                        <a:buClr>
                          <a:schemeClr val="bg2"/>
                        </a:buClr>
                        <a:buFont typeface="Arial" panose="020B0604020202020204" pitchFamily="34" charset="0"/>
                        <a:buChar char="•"/>
                      </a:pPr>
                      <a:r>
                        <a:rPr lang="fr-FR" sz="1400" dirty="0">
                          <a:solidFill>
                            <a:srgbClr val="EAC488"/>
                          </a:solidFill>
                        </a:rPr>
                        <a:t>Les risques ont été identifiés et atténués à chaque étape grâce à une vérification systématique.</a:t>
                      </a:r>
                    </a:p>
                    <a:p>
                      <a:pPr marL="285750" indent="-285750" algn="l">
                        <a:buClr>
                          <a:schemeClr val="bg2"/>
                        </a:buClr>
                        <a:buFont typeface="Arial" panose="020B0604020202020204" pitchFamily="34" charset="0"/>
                        <a:buChar char="•"/>
                      </a:pPr>
                      <a:endParaRPr lang="fr-FR" sz="1400" dirty="0">
                        <a:solidFill>
                          <a:srgbClr val="EAC488"/>
                        </a:solidFill>
                      </a:endParaRPr>
                    </a:p>
                    <a:p>
                      <a:pPr marL="285750" marR="0" lvl="0" indent="-285750" algn="l" defTabSz="914400" rtl="0" eaLnBrk="1" fontAlgn="auto" latinLnBrk="0" hangingPunct="1">
                        <a:lnSpc>
                          <a:spcPct val="100000"/>
                        </a:lnSpc>
                        <a:spcBef>
                          <a:spcPts val="0"/>
                        </a:spcBef>
                        <a:spcAft>
                          <a:spcPts val="0"/>
                        </a:spcAft>
                        <a:buClr>
                          <a:schemeClr val="bg2"/>
                        </a:buClr>
                        <a:buSzTx/>
                        <a:buFont typeface="Arial" panose="020B0604020202020204" pitchFamily="34" charset="0"/>
                        <a:buChar char="•"/>
                        <a:tabLst/>
                        <a:defRPr/>
                      </a:pPr>
                      <a:r>
                        <a:rPr lang="fr-FR" sz="1400" dirty="0">
                          <a:solidFill>
                            <a:srgbClr val="EAC488"/>
                          </a:solidFill>
                        </a:rPr>
                        <a:t>La planification détaillée des tests pour chaque phase a permis de gérer les incertitudes liées à l’environnement martien.</a:t>
                      </a:r>
                      <a:r>
                        <a:rPr lang="en-GB" sz="1400" dirty="0">
                          <a:solidFill>
                            <a:srgbClr val="EAC488"/>
                          </a:solidFill>
                        </a:rPr>
                        <a:t> </a:t>
                      </a:r>
                    </a:p>
                    <a:p>
                      <a:pPr marL="285750" marR="0" lvl="0" indent="-285750" algn="l" defTabSz="914400" rtl="0" eaLnBrk="1" fontAlgn="auto" latinLnBrk="0" hangingPunct="1">
                        <a:lnSpc>
                          <a:spcPct val="100000"/>
                        </a:lnSpc>
                        <a:spcBef>
                          <a:spcPts val="0"/>
                        </a:spcBef>
                        <a:spcAft>
                          <a:spcPts val="0"/>
                        </a:spcAft>
                        <a:buClr>
                          <a:schemeClr val="bg2"/>
                        </a:buClr>
                        <a:buSzTx/>
                        <a:buFont typeface="Arial" panose="020B0604020202020204" pitchFamily="34" charset="0"/>
                        <a:buChar char="•"/>
                        <a:tabLst/>
                        <a:defRPr/>
                      </a:pPr>
                      <a:endParaRPr lang="en-GB" sz="1400" dirty="0">
                        <a:solidFill>
                          <a:srgbClr val="EAC488"/>
                        </a:solidFill>
                      </a:endParaRPr>
                    </a:p>
                    <a:p>
                      <a:pPr marL="285750" marR="0" lvl="0" indent="-285750" algn="l" defTabSz="914400" rtl="0" eaLnBrk="1" fontAlgn="auto" latinLnBrk="0" hangingPunct="1">
                        <a:lnSpc>
                          <a:spcPct val="100000"/>
                        </a:lnSpc>
                        <a:spcBef>
                          <a:spcPts val="0"/>
                        </a:spcBef>
                        <a:spcAft>
                          <a:spcPts val="0"/>
                        </a:spcAft>
                        <a:buClr>
                          <a:schemeClr val="bg2"/>
                        </a:buClr>
                        <a:buSzTx/>
                        <a:buFont typeface="Arial" panose="020B0604020202020204" pitchFamily="34" charset="0"/>
                        <a:buChar char="•"/>
                        <a:tabLst/>
                        <a:defRPr/>
                      </a:pPr>
                      <a:r>
                        <a:rPr lang="fr-FR" sz="1400" dirty="0">
                          <a:solidFill>
                            <a:srgbClr val="EAC488"/>
                          </a:solidFill>
                        </a:rPr>
                        <a:t>Le rover a fonctionné parfaitement dès son arrivée sur Mars, grâce à un processus rigoureux de test et de validation.</a:t>
                      </a:r>
                    </a:p>
                    <a:p>
                      <a:pPr marL="285750" marR="0" lvl="0" indent="-285750" algn="l" defTabSz="914400" rtl="0" eaLnBrk="1" fontAlgn="auto" latinLnBrk="0" hangingPunct="1">
                        <a:lnSpc>
                          <a:spcPct val="100000"/>
                        </a:lnSpc>
                        <a:spcBef>
                          <a:spcPts val="0"/>
                        </a:spcBef>
                        <a:spcAft>
                          <a:spcPts val="0"/>
                        </a:spcAft>
                        <a:buClr>
                          <a:schemeClr val="bg2"/>
                        </a:buClr>
                        <a:buSzTx/>
                        <a:buFont typeface="Arial" panose="020B0604020202020204" pitchFamily="34" charset="0"/>
                        <a:buChar char="•"/>
                        <a:tabLst/>
                        <a:defRPr/>
                      </a:pPr>
                      <a:endParaRPr lang="fr-FR" sz="1400" dirty="0">
                        <a:solidFill>
                          <a:srgbClr val="EAC488"/>
                        </a:solidFill>
                      </a:endParaRPr>
                    </a:p>
                    <a:p>
                      <a:pPr marL="285750" marR="0" lvl="0" indent="-285750" algn="l" defTabSz="914400" rtl="0" eaLnBrk="1" fontAlgn="auto" latinLnBrk="0" hangingPunct="1">
                        <a:lnSpc>
                          <a:spcPct val="100000"/>
                        </a:lnSpc>
                        <a:spcBef>
                          <a:spcPts val="0"/>
                        </a:spcBef>
                        <a:spcAft>
                          <a:spcPts val="0"/>
                        </a:spcAft>
                        <a:buClr>
                          <a:schemeClr val="bg2"/>
                        </a:buClr>
                        <a:buSzTx/>
                        <a:buFont typeface="Arial" panose="020B0604020202020204" pitchFamily="34" charset="0"/>
                        <a:buChar char="•"/>
                        <a:tabLst/>
                        <a:defRPr/>
                      </a:pPr>
                      <a:r>
                        <a:rPr lang="fr-FR" dirty="0">
                          <a:solidFill>
                            <a:srgbClr val="EAC488"/>
                          </a:solidFill>
                        </a:rPr>
                        <a:t>La mission a été un succès dès le premier essai.</a:t>
                      </a:r>
                      <a:endParaRPr lang="en-GB" sz="1400" dirty="0">
                        <a:solidFill>
                          <a:srgbClr val="EAC488"/>
                        </a:solidFill>
                      </a:endParaRPr>
                    </a:p>
                    <a:p>
                      <a:pPr marL="285750" marR="0" lvl="0" indent="-285750" algn="l" defTabSz="914400" rtl="0" eaLnBrk="1" fontAlgn="auto" latinLnBrk="0" hangingPunct="1">
                        <a:lnSpc>
                          <a:spcPct val="100000"/>
                        </a:lnSpc>
                        <a:spcBef>
                          <a:spcPts val="0"/>
                        </a:spcBef>
                        <a:spcAft>
                          <a:spcPts val="0"/>
                        </a:spcAft>
                        <a:buClr>
                          <a:schemeClr val="bg2"/>
                        </a:buClr>
                        <a:buSzTx/>
                        <a:buFont typeface="Arial" panose="020B0604020202020204" pitchFamily="34" charset="0"/>
                        <a:buChar char="•"/>
                        <a:tabLst/>
                        <a:defRPr/>
                      </a:pPr>
                      <a:endParaRPr lang="en-GB" sz="1050" dirty="0">
                        <a:solidFill>
                          <a:srgbClr val="EAC488"/>
                        </a:solidFill>
                      </a:endParaRPr>
                    </a:p>
                  </a:txBody>
                  <a:tcPr/>
                </a:tc>
                <a:tc>
                  <a:txBody>
                    <a:bodyPr/>
                    <a:lstStyle/>
                    <a:p>
                      <a:pPr marL="285750" indent="-285750" algn="l">
                        <a:buClr>
                          <a:schemeClr val="bg2"/>
                        </a:buClr>
                        <a:buFont typeface="Arial" panose="020B0604020202020204" pitchFamily="34" charset="0"/>
                        <a:buChar char="•"/>
                      </a:pPr>
                      <a:r>
                        <a:rPr lang="fr-FR" sz="1400" dirty="0">
                          <a:solidFill>
                            <a:srgbClr val="EAC488"/>
                          </a:solidFill>
                        </a:rPr>
                        <a:t>Les risques n’ont pas été suffisamment pris en compte pendant le développement.</a:t>
                      </a:r>
                    </a:p>
                    <a:p>
                      <a:pPr marL="285750" indent="-285750" algn="l">
                        <a:buClr>
                          <a:schemeClr val="bg2"/>
                        </a:buClr>
                        <a:buFont typeface="Arial" panose="020B0604020202020204" pitchFamily="34" charset="0"/>
                        <a:buChar char="•"/>
                      </a:pPr>
                      <a:endParaRPr lang="fr-FR" sz="1400" dirty="0">
                        <a:solidFill>
                          <a:srgbClr val="EAC488"/>
                        </a:solidFill>
                      </a:endParaRPr>
                    </a:p>
                    <a:p>
                      <a:pPr marL="285750" indent="-285750" algn="l">
                        <a:buClr>
                          <a:schemeClr val="bg2"/>
                        </a:buClr>
                        <a:buFont typeface="Arial" panose="020B0604020202020204" pitchFamily="34" charset="0"/>
                        <a:buChar char="•"/>
                      </a:pPr>
                      <a:endParaRPr lang="fr-FR" sz="1400" dirty="0">
                        <a:solidFill>
                          <a:srgbClr val="EAC488"/>
                        </a:solidFill>
                      </a:endParaRPr>
                    </a:p>
                    <a:p>
                      <a:pPr marL="285750" indent="-285750" algn="l">
                        <a:buClr>
                          <a:schemeClr val="bg2"/>
                        </a:buClr>
                        <a:buFont typeface="Arial" panose="020B0604020202020204" pitchFamily="34" charset="0"/>
                        <a:buChar char="•"/>
                      </a:pPr>
                      <a:r>
                        <a:rPr lang="fr-FR" sz="1400" dirty="0">
                          <a:solidFill>
                            <a:srgbClr val="EAC488"/>
                          </a:solidFill>
                        </a:rPr>
                        <a:t>L’absence de vérification approfondie du miroir avant le lancement montre un manque de gestion proactive des risques.</a:t>
                      </a:r>
                    </a:p>
                    <a:p>
                      <a:pPr marL="0" indent="0" algn="l">
                        <a:buClr>
                          <a:schemeClr val="bg2"/>
                        </a:buClr>
                        <a:buFont typeface="Arial" panose="020B0604020202020204" pitchFamily="34" charset="0"/>
                        <a:buNone/>
                      </a:pPr>
                      <a:endParaRPr lang="fr-FR" sz="1400" dirty="0">
                        <a:solidFill>
                          <a:srgbClr val="EAC488"/>
                        </a:solidFill>
                      </a:endParaRPr>
                    </a:p>
                    <a:p>
                      <a:pPr marL="285750" indent="-285750" algn="l">
                        <a:buClr>
                          <a:schemeClr val="bg2"/>
                        </a:buClr>
                        <a:buFont typeface="Arial" panose="020B0604020202020204" pitchFamily="34" charset="0"/>
                        <a:buChar char="•"/>
                      </a:pPr>
                      <a:r>
                        <a:rPr lang="fr-FR" dirty="0">
                          <a:solidFill>
                            <a:srgbClr val="EAC488"/>
                          </a:solidFill>
                        </a:rPr>
                        <a:t>Le télescope a rencontré des problèmes majeurs dès son déploiement, nécessitant une mission de réparation pour corriger des défauts qui auraient pu être évités avec un processus plus itératif.</a:t>
                      </a:r>
                      <a:endParaRPr lang="fr-FR" sz="1400" dirty="0">
                        <a:solidFill>
                          <a:srgbClr val="EAC488"/>
                        </a:solidFill>
                      </a:endParaRPr>
                    </a:p>
                    <a:p>
                      <a:pPr marL="285750" indent="-285750" algn="l">
                        <a:buClr>
                          <a:schemeClr val="bg2"/>
                        </a:buClr>
                        <a:buFont typeface="Arial" panose="020B0604020202020204" pitchFamily="34" charset="0"/>
                        <a:buChar char="•"/>
                      </a:pPr>
                      <a:endParaRPr lang="fr-FR" sz="1000" dirty="0">
                        <a:solidFill>
                          <a:srgbClr val="EAC488"/>
                        </a:solidFill>
                      </a:endParaRPr>
                    </a:p>
                    <a:p>
                      <a:pPr marL="285750" indent="-285750" algn="l">
                        <a:buClr>
                          <a:schemeClr val="bg2"/>
                        </a:buClr>
                        <a:buFont typeface="Arial" panose="020B0604020202020204" pitchFamily="34" charset="0"/>
                        <a:buChar char="•"/>
                      </a:pPr>
                      <a:endParaRPr lang="fr-FR" sz="1000" dirty="0">
                        <a:solidFill>
                          <a:srgbClr val="EAC488"/>
                        </a:solidFill>
                      </a:endParaRPr>
                    </a:p>
                    <a:p>
                      <a:pPr marL="0" indent="0" algn="l">
                        <a:buClr>
                          <a:schemeClr val="bg2"/>
                        </a:buClr>
                        <a:buFont typeface="Arial" panose="020B0604020202020204" pitchFamily="34" charset="0"/>
                        <a:buNone/>
                      </a:pPr>
                      <a:endParaRPr lang="fr-FR" sz="1000" dirty="0">
                        <a:solidFill>
                          <a:srgbClr val="EAC488"/>
                        </a:solidFill>
                      </a:endParaRPr>
                    </a:p>
                    <a:p>
                      <a:pPr marL="0" indent="0" algn="l">
                        <a:buClr>
                          <a:schemeClr val="bg2"/>
                        </a:buClr>
                        <a:buFont typeface="Arial" panose="020B0604020202020204" pitchFamily="34" charset="0"/>
                        <a:buNone/>
                      </a:pPr>
                      <a:endParaRPr lang="fr-FR" sz="1000" dirty="0">
                        <a:solidFill>
                          <a:srgbClr val="EAC488"/>
                        </a:solidFill>
                      </a:endParaRPr>
                    </a:p>
                    <a:p>
                      <a:pPr marL="0" indent="0" algn="l">
                        <a:buClr>
                          <a:schemeClr val="bg2"/>
                        </a:buClr>
                        <a:buFont typeface="Arial" panose="020B0604020202020204" pitchFamily="34" charset="0"/>
                        <a:buNone/>
                      </a:pPr>
                      <a:endParaRPr lang="fr-FR" sz="1000" dirty="0">
                        <a:solidFill>
                          <a:srgbClr val="EAC488"/>
                        </a:solidFill>
                      </a:endParaRP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26863898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xit" presetSubtype="21" fill="hold" nodeType="clickEffect">
                                  <p:stCondLst>
                                    <p:cond delay="0"/>
                                  </p:stCondLst>
                                  <p:childTnLst>
                                    <p:animEffect transition="out" filter="barn(inVertic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75902" y="-94957"/>
            <a:ext cx="7717500" cy="478200"/>
          </a:xfrm>
        </p:spPr>
        <p:txBody>
          <a:bodyPr>
            <a:scene3d>
              <a:camera prst="orthographicFront"/>
              <a:lightRig rig="threePt" dir="t"/>
            </a:scene3d>
            <a:sp3d extrusionH="57150">
              <a:bevelT w="82550" h="38100" prst="coolSlant"/>
            </a:sp3d>
          </a:bodyPr>
          <a:lstStyle/>
          <a:p>
            <a:r>
              <a:rPr lang="en-GB" sz="6000" b="1" u="sng" dirty="0">
                <a:ln w="12700">
                  <a:solidFill>
                    <a:schemeClr val="tx2">
                      <a:satMod val="155000"/>
                    </a:schemeClr>
                  </a:solidFill>
                  <a:prstDash val="solid"/>
                </a:ln>
                <a:solidFill>
                  <a:schemeClr val="bg2">
                    <a:tint val="85000"/>
                    <a:satMod val="155000"/>
                  </a:schemeClr>
                </a:solidFill>
                <a:effectLst>
                  <a:glow rad="228600">
                    <a:schemeClr val="accent6">
                      <a:satMod val="175000"/>
                      <a:alpha val="40000"/>
                    </a:schemeClr>
                  </a:glow>
                  <a:outerShdw blurRad="60007" dist="310007" dir="7680000" sy="30000" kx="1300200" algn="ctr" rotWithShape="0">
                    <a:prstClr val="black">
                      <a:alpha val="32000"/>
                    </a:prstClr>
                  </a:outerShdw>
                  <a:reflection blurRad="6350" stA="60000" endA="900" endPos="60000" dist="60007" dir="5400000" sy="-100000" algn="bl" rotWithShape="0"/>
                </a:effectLst>
              </a:rPr>
              <a:t>conclusion</a:t>
            </a:r>
          </a:p>
        </p:txBody>
      </p:sp>
      <p:sp>
        <p:nvSpPr>
          <p:cNvPr id="3" name="Espace réservé du texte 2"/>
          <p:cNvSpPr>
            <a:spLocks noGrp="1"/>
          </p:cNvSpPr>
          <p:nvPr>
            <p:ph type="body" idx="1"/>
          </p:nvPr>
        </p:nvSpPr>
        <p:spPr>
          <a:xfrm>
            <a:off x="703919" y="1638318"/>
            <a:ext cx="7717500" cy="3327900"/>
          </a:xfrm>
        </p:spPr>
        <p:txBody>
          <a:bodyPr/>
          <a:lstStyle/>
          <a:p>
            <a:r>
              <a:rPr lang="fr-FR" sz="1800" b="1" dirty="0"/>
              <a:t>En conclusion, le modèle *en V* surpasse le modèle *</a:t>
            </a:r>
            <a:r>
              <a:rPr lang="fr-FR" sz="1800" b="1" dirty="0" err="1"/>
              <a:t>Waterfall</a:t>
            </a:r>
            <a:r>
              <a:rPr lang="fr-FR" sz="1800" b="1" dirty="0"/>
              <a:t>* grâce à son intégration des phases de tests dès le début, garantissant une meilleure détection des erreurs et une qualité accrue du produit final. Cette approche proactive en matière de validation en fait un choix plus efficace et adapté pour les projets complexes et critiques, où la fiabilité et la rigueur sont essentielles, tandis que le modèle </a:t>
            </a:r>
            <a:r>
              <a:rPr lang="fr-FR" sz="1800" b="1" dirty="0" err="1"/>
              <a:t>Waterfall</a:t>
            </a:r>
            <a:r>
              <a:rPr lang="fr-FR" sz="1800" b="1" dirty="0"/>
              <a:t> reste limité par sa rigidité et son manque de flexibilité.</a:t>
            </a:r>
            <a:endParaRPr lang="en-GB" sz="1800" b="1" dirty="0"/>
          </a:p>
        </p:txBody>
      </p:sp>
    </p:spTree>
    <p:extLst>
      <p:ext uri="{BB962C8B-B14F-4D97-AF65-F5344CB8AC3E}">
        <p14:creationId xmlns:p14="http://schemas.microsoft.com/office/powerpoint/2010/main" val="3604163773"/>
      </p:ext>
    </p:extLst>
  </p:cSld>
  <p:clrMapOvr>
    <a:masterClrMapping/>
  </p:clrMapOvr>
  <mc:AlternateContent xmlns:mc="http://schemas.openxmlformats.org/markup-compatibility/2006" xmlns:p14="http://schemas.microsoft.com/office/powerpoint/2010/main">
    <mc:Choice Requires="p14">
      <p:transition spd="slow" p14:dur="1750">
        <p14:honeycomb/>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690;p65">
            <a:extLst>
              <a:ext uri="{FF2B5EF4-FFF2-40B4-BE49-F238E27FC236}">
                <a16:creationId xmlns:a16="http://schemas.microsoft.com/office/drawing/2014/main" id="{43EF6974-4CF0-496B-B408-F5EC7C51A82D}"/>
              </a:ext>
            </a:extLst>
          </p:cNvPr>
          <p:cNvCxnSpPr/>
          <p:nvPr/>
        </p:nvCxnSpPr>
        <p:spPr>
          <a:xfrm>
            <a:off x="3342600" y="1590326"/>
            <a:ext cx="2458800" cy="0"/>
          </a:xfrm>
          <a:prstGeom prst="straightConnector1">
            <a:avLst/>
          </a:prstGeom>
          <a:noFill/>
          <a:ln w="9525" cap="flat" cmpd="sng">
            <a:solidFill>
              <a:schemeClr val="dk2"/>
            </a:solidFill>
            <a:prstDash val="solid"/>
            <a:round/>
            <a:headEnd type="none" w="med" len="med"/>
            <a:tailEnd type="none" w="med" len="med"/>
          </a:ln>
        </p:spPr>
      </p:cxnSp>
      <p:sp>
        <p:nvSpPr>
          <p:cNvPr id="7" name="Google Shape;691;p65">
            <a:extLst>
              <a:ext uri="{FF2B5EF4-FFF2-40B4-BE49-F238E27FC236}">
                <a16:creationId xmlns:a16="http://schemas.microsoft.com/office/drawing/2014/main" id="{8D8A71BC-A29C-4BDB-AFBE-E739DC764694}"/>
              </a:ext>
            </a:extLst>
          </p:cNvPr>
          <p:cNvSpPr txBox="1">
            <a:spLocks noGrp="1"/>
          </p:cNvSpPr>
          <p:nvPr>
            <p:ph type="title"/>
          </p:nvPr>
        </p:nvSpPr>
        <p:spPr>
          <a:xfrm>
            <a:off x="2629200" y="1483811"/>
            <a:ext cx="3885600" cy="693000"/>
          </a:xfrm>
          <a:prstGeom prst="rect">
            <a:avLst/>
          </a:prstGeom>
        </p:spPr>
        <p:txBody>
          <a:bodyPr spcFirstLastPara="1" wrap="square" lIns="91425" tIns="91425" rIns="91425" bIns="91425" anchor="ctr" anchorCtr="0">
            <a:noAutofit/>
            <a:scene3d>
              <a:camera prst="orthographicFront"/>
              <a:lightRig rig="threePt" dir="t"/>
            </a:scene3d>
            <a:sp3d extrusionH="57150">
              <a:bevelT w="38100" h="38100" prst="slope"/>
            </a:sp3d>
          </a:bodyPr>
          <a:lstStyle/>
          <a:p>
            <a:pPr marL="0" lvl="0" indent="0" algn="ctr" rtl="0">
              <a:spcBef>
                <a:spcPts val="0"/>
              </a:spcBef>
              <a:spcAft>
                <a:spcPts val="0"/>
              </a:spcAft>
              <a:buNone/>
            </a:pPr>
            <a:r>
              <a:rPr lang="en" sz="8000" b="1" u="sng"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reflection blurRad="6350" stA="55000" endA="50" endPos="85000" dist="60007" dir="5400000" sy="-100000" algn="bl" rotWithShape="0"/>
                </a:effectLst>
              </a:rPr>
              <a:t>Thanks!</a:t>
            </a:r>
            <a:endParaRPr sz="8000" b="1" u="sng"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reflection blurRad="6350" stA="55000" endA="50" endPos="85000" dist="60007" dir="5400000" sy="-100000" algn="bl" rotWithShape="0"/>
              </a:effectLst>
            </a:endParaRPr>
          </a:p>
        </p:txBody>
      </p:sp>
    </p:spTree>
    <p:extLst>
      <p:ext uri="{BB962C8B-B14F-4D97-AF65-F5344CB8AC3E}">
        <p14:creationId xmlns:p14="http://schemas.microsoft.com/office/powerpoint/2010/main" val="2065573572"/>
      </p:ext>
    </p:extLst>
  </p:cSld>
  <p:clrMapOvr>
    <a:masterClrMapping/>
  </p:clrMapOvr>
  <mc:AlternateContent xmlns:mc="http://schemas.openxmlformats.org/markup-compatibility/2006" xmlns:p14="http://schemas.microsoft.com/office/powerpoint/2010/main">
    <mc:Choice Requires="p14">
      <p:transition spd="slow" p14:dur="1750">
        <p14:honeycomb/>
      </p:transition>
    </mc:Choice>
    <mc:Fallback xmlns="">
      <p:transition spd="slow">
        <p:fade/>
      </p:transition>
    </mc:Fallback>
  </mc:AlternateContent>
</p:sld>
</file>

<file path=ppt/theme/theme1.xml><?xml version="1.0" encoding="utf-8"?>
<a:theme xmlns:a="http://schemas.openxmlformats.org/drawingml/2006/main" name="Dark Elegant Korean Style Project Proposal by Slidesgo">
  <a:themeElements>
    <a:clrScheme name="Simple Light">
      <a:dk1>
        <a:srgbClr val="FFFFFF"/>
      </a:dk1>
      <a:lt1>
        <a:srgbClr val="0C1621"/>
      </a:lt1>
      <a:dk2>
        <a:srgbClr val="EAC488"/>
      </a:dk2>
      <a:lt2>
        <a:srgbClr val="FBE4B4"/>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176</TotalTime>
  <Words>2030</Words>
  <Application>Microsoft Office PowerPoint</Application>
  <PresentationFormat>On-screen Show (16:9)</PresentationFormat>
  <Paragraphs>152</Paragraphs>
  <Slides>21</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Unna</vt:lpstr>
      <vt:lpstr>Arial</vt:lpstr>
      <vt:lpstr>Raleway</vt:lpstr>
      <vt:lpstr>Proxima Nova</vt:lpstr>
      <vt:lpstr>DM Sans</vt:lpstr>
      <vt:lpstr>Dark Elegant Korean Style Project Proposal by Slidesgo</vt:lpstr>
      <vt:lpstr>Expose sur  model de conception</vt:lpstr>
      <vt:lpstr>Introduction</vt:lpstr>
      <vt:lpstr>Alors, commençons par  les modèles de conception.</vt:lpstr>
      <vt:lpstr>Table de matiere</vt:lpstr>
      <vt:lpstr>V-Model</vt:lpstr>
      <vt:lpstr>Definition</vt:lpstr>
      <vt:lpstr>Les etaps</vt:lpstr>
      <vt:lpstr>Schema  comment V-model fonctionne.</vt:lpstr>
      <vt:lpstr>Example(v-model)</vt:lpstr>
      <vt:lpstr>PowerPoint Presentation</vt:lpstr>
      <vt:lpstr>Waterfall</vt:lpstr>
      <vt:lpstr>Definition</vt:lpstr>
      <vt:lpstr>Les etaps</vt:lpstr>
      <vt:lpstr>Schema  comment waterfall model fonctionne.</vt:lpstr>
      <vt:lpstr>Example(waterfall-model)</vt:lpstr>
      <vt:lpstr>Télescope spatial Hubble (Modèle en cascade)</vt:lpstr>
      <vt:lpstr>PowerPoint Presentation</vt:lpstr>
      <vt:lpstr>Résumé de la comparaison :</vt:lpstr>
      <vt:lpstr>PowerPoint Presentation</vt:lpstr>
      <vt:lpstr>conclusion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Expose sur  model de conception</dc:title>
  <dc:creator>Midou</dc:creator>
  <cp:lastModifiedBy>Midou</cp:lastModifiedBy>
  <cp:revision>18</cp:revision>
  <dcterms:modified xsi:type="dcterms:W3CDTF">2025-01-04T12:00:42Z</dcterms:modified>
</cp:coreProperties>
</file>