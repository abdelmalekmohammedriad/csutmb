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34"/>
  </p:handoutMasterIdLst>
  <p:sldIdLst>
    <p:sldId id="657" r:id="rId3"/>
    <p:sldId id="668" r:id="rId5"/>
    <p:sldId id="475" r:id="rId6"/>
    <p:sldId id="546" r:id="rId7"/>
    <p:sldId id="660" r:id="rId8"/>
    <p:sldId id="661" r:id="rId9"/>
    <p:sldId id="679" r:id="rId10"/>
    <p:sldId id="680" r:id="rId11"/>
    <p:sldId id="687" r:id="rId12"/>
    <p:sldId id="683" r:id="rId13"/>
    <p:sldId id="685" r:id="rId14"/>
    <p:sldId id="559" r:id="rId15"/>
    <p:sldId id="665" r:id="rId16"/>
    <p:sldId id="677" r:id="rId17"/>
    <p:sldId id="565" r:id="rId18"/>
    <p:sldId id="567" r:id="rId19"/>
    <p:sldId id="693" r:id="rId20"/>
    <p:sldId id="694" r:id="rId21"/>
    <p:sldId id="568" r:id="rId22"/>
    <p:sldId id="689" r:id="rId23"/>
    <p:sldId id="678" r:id="rId24"/>
    <p:sldId id="570" r:id="rId25"/>
    <p:sldId id="571" r:id="rId26"/>
    <p:sldId id="563" r:id="rId27"/>
    <p:sldId id="573" r:id="rId28"/>
    <p:sldId id="574" r:id="rId29"/>
    <p:sldId id="686" r:id="rId30"/>
    <p:sldId id="603" r:id="rId31"/>
    <p:sldId id="688" r:id="rId32"/>
    <p:sldId id="695" r:id="rId33"/>
  </p:sldIdLst>
  <p:sldSz cx="9144000" cy="6858000" type="screen4x3"/>
  <p:notesSz cx="6831330" cy="9117330"/>
  <p:defaultTextStyle>
    <a:defPPr>
      <a:defRPr lang="en-US"/>
    </a:defPPr>
    <a:lvl1pPr marL="0" lvl="0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bg1"/>
        </a:solidFill>
        <a:latin typeface="Tahoma" panose="020B0604030504040204" pitchFamily="34" charset="0"/>
        <a:ea typeface="+mn-ea"/>
        <a:cs typeface="+mn-cs"/>
      </a:defRPr>
    </a:lvl1pPr>
    <a:lvl2pPr marL="457200" lvl="1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bg1"/>
        </a:solidFill>
        <a:latin typeface="Tahoma" panose="020B0604030504040204" pitchFamily="34" charset="0"/>
        <a:ea typeface="+mn-ea"/>
        <a:cs typeface="+mn-cs"/>
      </a:defRPr>
    </a:lvl2pPr>
    <a:lvl3pPr marL="914400" lvl="2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bg1"/>
        </a:solidFill>
        <a:latin typeface="Tahoma" panose="020B0604030504040204" pitchFamily="34" charset="0"/>
        <a:ea typeface="+mn-ea"/>
        <a:cs typeface="+mn-cs"/>
      </a:defRPr>
    </a:lvl3pPr>
    <a:lvl4pPr marL="1371600" lvl="3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bg1"/>
        </a:solidFill>
        <a:latin typeface="Tahoma" panose="020B0604030504040204" pitchFamily="34" charset="0"/>
        <a:ea typeface="+mn-ea"/>
        <a:cs typeface="+mn-cs"/>
      </a:defRPr>
    </a:lvl4pPr>
    <a:lvl5pPr marL="1828800" lvl="4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bg1"/>
        </a:solidFill>
        <a:latin typeface="Tahoma" panose="020B0604030504040204" pitchFamily="34" charset="0"/>
        <a:ea typeface="+mn-ea"/>
        <a:cs typeface="+mn-cs"/>
      </a:defRPr>
    </a:lvl5pPr>
    <a:lvl6pPr marL="2286000" lvl="5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bg1"/>
        </a:solidFill>
        <a:latin typeface="Tahoma" panose="020B0604030504040204" pitchFamily="34" charset="0"/>
        <a:ea typeface="+mn-ea"/>
        <a:cs typeface="+mn-cs"/>
      </a:defRPr>
    </a:lvl6pPr>
    <a:lvl7pPr marL="2743200" lvl="6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bg1"/>
        </a:solidFill>
        <a:latin typeface="Tahoma" panose="020B0604030504040204" pitchFamily="34" charset="0"/>
        <a:ea typeface="+mn-ea"/>
        <a:cs typeface="+mn-cs"/>
      </a:defRPr>
    </a:lvl7pPr>
    <a:lvl8pPr marL="3200400" lvl="7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bg1"/>
        </a:solidFill>
        <a:latin typeface="Tahoma" panose="020B0604030504040204" pitchFamily="34" charset="0"/>
        <a:ea typeface="+mn-ea"/>
        <a:cs typeface="+mn-cs"/>
      </a:defRPr>
    </a:lvl8pPr>
    <a:lvl9pPr marL="3657600" lvl="8" indent="0" algn="l" defTabSz="914400" rtl="0" eaLnBrk="0" fontAlgn="base" latinLnBrk="0" hangingPunct="0">
      <a:lnSpc>
        <a:spcPct val="100000"/>
      </a:lnSpc>
      <a:spcBef>
        <a:spcPct val="0"/>
      </a:spcBef>
      <a:spcAft>
        <a:spcPct val="0"/>
      </a:spcAft>
      <a:buNone/>
      <a:defRPr sz="4000" b="0" i="0" u="none" kern="1200" baseline="0">
        <a:solidFill>
          <a:schemeClr val="bg1"/>
        </a:solidFill>
        <a:latin typeface="Tahoma" panose="020B0604030504040204" pitchFamily="34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showAnimation="0">
    <p:present/>
    <p:sldAll/>
    <p:penClr>
      <a:srgbClr val="FF0000"/>
    </p:penClr>
    <p:extLst>
      <p:ext uri="{2FDB2607-1784-4EEB-B798-7EB5836EED8A}">
        <p14:showMediaCtrls xmlns:p14="http://schemas.microsoft.com/office/powerpoint/2010/main" val="1"/>
      </p:ext>
    </p:extLst>
  </p:showPr>
  <p:clrMru>
    <a:srgbClr val="FF3300"/>
    <a:srgbClr val="996633"/>
    <a:srgbClr val="000099"/>
    <a:srgbClr val="000066"/>
    <a:srgbClr val="003300"/>
    <a:srgbClr val="28462B"/>
    <a:srgbClr val="5FA18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 vertBarState="minimized">
    <p:restoredLeft sz="32786"/>
    <p:restoredTop sz="95518"/>
  </p:normalViewPr>
  <p:slideViewPr>
    <p:cSldViewPr showGuides="1">
      <p:cViewPr varScale="1">
        <p:scale>
          <a:sx n="70" d="100"/>
          <a:sy n="70" d="100"/>
        </p:scale>
        <p:origin x="1788" y="6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75" d="100"/>
        <a:sy n="75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7" Type="http://schemas.openxmlformats.org/officeDocument/2006/relationships/tableStyles" Target="tableStyles.xml"/><Relationship Id="rId36" Type="http://schemas.openxmlformats.org/officeDocument/2006/relationships/viewProps" Target="viewProps.xml"/><Relationship Id="rId35" Type="http://schemas.openxmlformats.org/officeDocument/2006/relationships/presProps" Target="presProps.xml"/><Relationship Id="rId34" Type="http://schemas.openxmlformats.org/officeDocument/2006/relationships/handoutMaster" Target="handoutMasters/handoutMaster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6489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464899" name="Rectangle 3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t" anchorCtr="0" compatLnSpc="1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464900" name="Rectangle 4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/>
          <a:lstStyle>
            <a:lvl1pPr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464901" name="Rectangle 5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28575">
                <a:solidFill>
                  <a:schemeClr val="hlink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b" anchorCtr="0" compatLnSpc="1"/>
          <a:lstStyle>
            <a:lvl1pPr algn="r"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AFCDCC1E-0ED0-42A8-8C4A-6C2B2A1C2F09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fld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301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60688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29" tIns="45565" rIns="91129" bIns="45565" numCol="1" anchor="t" anchorCtr="0" compatLnSpc="1"/>
          <a:lstStyle>
            <a:lvl1pPr defTabSz="911225"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l" defTabSz="9112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43011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70325" y="0"/>
            <a:ext cx="2960688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29" tIns="45565" rIns="91129" bIns="45565" numCol="1" anchor="t" anchorCtr="0" compatLnSpc="1"/>
          <a:lstStyle>
            <a:lvl1pPr algn="r" defTabSz="911225"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r" defTabSz="9112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3076" name="Rectangle 4"/>
          <p:cNvSpPr>
            <a:spLocks noTextEdit="1"/>
          </p:cNvSpPr>
          <p:nvPr>
            <p:ph type="sldImg" idx="2"/>
          </p:nvPr>
        </p:nvSpPr>
        <p:spPr>
          <a:xfrm>
            <a:off x="1136650" y="684213"/>
            <a:ext cx="4557713" cy="3417887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43013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1225" y="4330700"/>
            <a:ext cx="5008563" cy="41021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29" tIns="45565" rIns="91129" bIns="45565" numCol="1" anchor="t" anchorCtr="0" compatLnSpc="1"/>
          <a:lstStyle/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Click to edit Master text styles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457200" marR="0" lvl="1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Second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914400" marR="0" lvl="2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Third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371600" marR="0" lvl="3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Fourth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  <a:p>
            <a:pPr marL="1828800" marR="0" lvl="4" indent="0" algn="l" defTabSz="914400" rtl="0" eaLnBrk="1" fontAlgn="base" latinLnBrk="0" hangingPunct="1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r>
              <a:rPr kumimoji="0" lang="en-US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imes New Roman" panose="02020603050405020304" pitchFamily="18" charset="0"/>
                <a:ea typeface="+mn-ea"/>
                <a:cs typeface="+mn-cs"/>
              </a:rPr>
              <a:t>Fifth level</a:t>
            </a:r>
            <a:endParaRPr kumimoji="0" lang="en-US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imes New Roman" panose="02020603050405020304" pitchFamily="18" charset="0"/>
              <a:ea typeface="+mn-ea"/>
              <a:cs typeface="+mn-cs"/>
            </a:endParaRPr>
          </a:p>
        </p:txBody>
      </p:sp>
      <p:sp>
        <p:nvSpPr>
          <p:cNvPr id="43014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61400"/>
            <a:ext cx="2960688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29" tIns="45565" rIns="91129" bIns="45565" numCol="1" anchor="b" anchorCtr="0" compatLnSpc="1"/>
          <a:lstStyle>
            <a:lvl1pPr defTabSz="911225"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l" defTabSz="9112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43015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70325" y="8661400"/>
            <a:ext cx="2960688" cy="4556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129" tIns="45565" rIns="91129" bIns="45565" numCol="1" anchor="b" anchorCtr="0" compatLnSpc="1"/>
          <a:lstStyle>
            <a:lvl1pPr algn="r" defTabSz="911225">
              <a:defRPr sz="1200">
                <a:solidFill>
                  <a:schemeClr val="tx1"/>
                </a:solidFill>
              </a:defRPr>
            </a:lvl1pPr>
          </a:lstStyle>
          <a:p>
            <a:pPr marL="0" marR="0" lvl="0" indent="0" algn="r" defTabSz="911225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E38281B3-FD1F-487C-A7F5-A43E59F3B2E0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fld>
            <a:endParaRPr kumimoji="0" lang="fr-FR" sz="1200" b="0" i="0" u="none" strike="noStrike" kern="1200" cap="none" spc="0" normalizeH="0" baseline="0" noProof="0" smtClean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3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4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5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6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7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8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70325" y="8661400"/>
            <a:ext cx="2960688" cy="455613"/>
          </a:xfrm>
          <a:prstGeom prst="rect">
            <a:avLst/>
          </a:prstGeom>
          <a:noFill/>
          <a:ln w="9525">
            <a:noFill/>
          </a:ln>
        </p:spPr>
        <p:txBody>
          <a:bodyPr lIns="91129" tIns="45565" rIns="91129" bIns="45565" anchor="b" anchorCtr="0"/>
          <a:p>
            <a:pPr lvl="0" algn="r" defTabSz="911225" eaLnBrk="1" hangingPunct="1"/>
            <a:fld id="{9A0DB2DC-4C9A-4742-B13C-FB6460FD3503}" type="slidenum">
              <a:rPr lang="fr-FR" altLang="x-none" sz="1200" dirty="0">
                <a:solidFill>
                  <a:schemeClr val="tx1"/>
                </a:solidFill>
              </a:rPr>
            </a:fld>
            <a:endParaRPr lang="fr-FR" altLang="x-none" sz="1200" dirty="0">
              <a:solidFill>
                <a:schemeClr val="tx1"/>
              </a:solidFill>
            </a:endParaRPr>
          </a:p>
        </p:txBody>
      </p:sp>
      <p:sp>
        <p:nvSpPr>
          <p:cNvPr id="6147" name="Rectangle 1026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6148" name="Rectangle 1027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129" tIns="45565" rIns="91129" bIns="45565" anchor="t" anchorCtr="0"/>
          <a:p>
            <a:pPr lvl="0" eaLnBrk="1" hangingPunct="1"/>
            <a:endParaRPr lang="fr-FR" altLang="x-none" dirty="0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81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70325" y="8661400"/>
            <a:ext cx="2960688" cy="455613"/>
          </a:xfrm>
          <a:prstGeom prst="rect">
            <a:avLst/>
          </a:prstGeom>
          <a:noFill/>
          <a:ln w="9525">
            <a:noFill/>
          </a:ln>
        </p:spPr>
        <p:txBody>
          <a:bodyPr lIns="91129" tIns="45565" rIns="91129" bIns="45565" anchor="b" anchorCtr="0"/>
          <a:p>
            <a:pPr lvl="0" algn="r" defTabSz="911225" eaLnBrk="1" hangingPunct="1"/>
            <a:fld id="{9A0DB2DC-4C9A-4742-B13C-FB6460FD3503}" type="slidenum">
              <a:rPr lang="fr-FR" altLang="x-none" sz="1200" dirty="0">
                <a:solidFill>
                  <a:schemeClr val="tx1"/>
                </a:solidFill>
              </a:rPr>
            </a:fld>
            <a:endParaRPr lang="fr-FR" altLang="x-none" sz="1200" dirty="0">
              <a:solidFill>
                <a:schemeClr val="tx1"/>
              </a:solidFill>
            </a:endParaRPr>
          </a:p>
        </p:txBody>
      </p:sp>
      <p:sp>
        <p:nvSpPr>
          <p:cNvPr id="8195" name="Rectangle 2050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8196" name="Rectangle 2051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129" tIns="45565" rIns="91129" bIns="45565" anchor="t" anchorCtr="0"/>
          <a:p>
            <a:pPr lvl="0" eaLnBrk="1" hangingPunct="1"/>
            <a:endParaRPr lang="fr-FR" altLang="x-none" dirty="0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02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70325" y="8661400"/>
            <a:ext cx="2960688" cy="455613"/>
          </a:xfrm>
          <a:prstGeom prst="rect">
            <a:avLst/>
          </a:prstGeom>
          <a:noFill/>
          <a:ln w="9525">
            <a:noFill/>
          </a:ln>
        </p:spPr>
        <p:txBody>
          <a:bodyPr lIns="91129" tIns="45565" rIns="91129" bIns="45565" anchor="b" anchorCtr="0"/>
          <a:p>
            <a:pPr lvl="0" algn="r" defTabSz="911225" eaLnBrk="1" hangingPunct="1"/>
            <a:fld id="{9A0DB2DC-4C9A-4742-B13C-FB6460FD3503}" type="slidenum">
              <a:rPr lang="fr-FR" altLang="x-none" sz="1200" dirty="0">
                <a:solidFill>
                  <a:schemeClr val="tx1"/>
                </a:solidFill>
              </a:rPr>
            </a:fld>
            <a:endParaRPr lang="fr-FR" altLang="x-none" sz="1200" dirty="0">
              <a:solidFill>
                <a:schemeClr val="tx1"/>
              </a:solidFill>
            </a:endParaRPr>
          </a:p>
        </p:txBody>
      </p:sp>
      <p:sp>
        <p:nvSpPr>
          <p:cNvPr id="10243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1024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129" tIns="45565" rIns="91129" bIns="45565" anchor="t" anchorCtr="0"/>
          <a:p>
            <a:pPr lvl="0" eaLnBrk="1" hangingPunct="1"/>
            <a:endParaRPr lang="fr-FR" altLang="x-none" dirty="0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229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70325" y="8661400"/>
            <a:ext cx="2960688" cy="455613"/>
          </a:xfrm>
          <a:prstGeom prst="rect">
            <a:avLst/>
          </a:prstGeom>
          <a:noFill/>
          <a:ln w="9525">
            <a:noFill/>
          </a:ln>
        </p:spPr>
        <p:txBody>
          <a:bodyPr lIns="91129" tIns="45565" rIns="91129" bIns="45565" anchor="b" anchorCtr="0"/>
          <a:p>
            <a:pPr lvl="0" algn="r" defTabSz="911225" eaLnBrk="1" hangingPunct="1"/>
            <a:fld id="{9A0DB2DC-4C9A-4742-B13C-FB6460FD3503}" type="slidenum">
              <a:rPr lang="fr-FR" altLang="x-none" sz="1200" dirty="0">
                <a:solidFill>
                  <a:schemeClr val="tx1"/>
                </a:solidFill>
              </a:rPr>
            </a:fld>
            <a:endParaRPr lang="fr-FR" altLang="x-none" sz="1200" dirty="0">
              <a:solidFill>
                <a:schemeClr val="tx1"/>
              </a:solidFill>
            </a:endParaRPr>
          </a:p>
        </p:txBody>
      </p:sp>
      <p:sp>
        <p:nvSpPr>
          <p:cNvPr id="12291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1229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129" tIns="45565" rIns="91129" bIns="45565" anchor="t" anchorCtr="0"/>
          <a:p>
            <a:pPr lvl="0" eaLnBrk="1" hangingPunct="1"/>
            <a:endParaRPr lang="fr-FR" altLang="x-none" dirty="0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433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70325" y="8661400"/>
            <a:ext cx="2960688" cy="455613"/>
          </a:xfrm>
          <a:prstGeom prst="rect">
            <a:avLst/>
          </a:prstGeom>
          <a:noFill/>
          <a:ln w="9525">
            <a:noFill/>
          </a:ln>
        </p:spPr>
        <p:txBody>
          <a:bodyPr lIns="91129" tIns="45565" rIns="91129" bIns="45565" anchor="b" anchorCtr="0"/>
          <a:p>
            <a:pPr lvl="0" algn="r" defTabSz="911225" eaLnBrk="1" hangingPunct="1"/>
            <a:fld id="{9A0DB2DC-4C9A-4742-B13C-FB6460FD3503}" type="slidenum">
              <a:rPr lang="fr-FR" altLang="x-none" sz="1200" dirty="0">
                <a:solidFill>
                  <a:schemeClr val="tx1"/>
                </a:solidFill>
              </a:rPr>
            </a:fld>
            <a:endParaRPr lang="fr-FR" altLang="x-none" sz="1200" dirty="0">
              <a:solidFill>
                <a:schemeClr val="tx1"/>
              </a:solidFill>
            </a:endParaRPr>
          </a:p>
        </p:txBody>
      </p:sp>
      <p:sp>
        <p:nvSpPr>
          <p:cNvPr id="14339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1434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129" tIns="45565" rIns="91129" bIns="45565" anchor="t" anchorCtr="0"/>
          <a:p>
            <a:pPr lvl="0" eaLnBrk="1" hangingPunct="1"/>
            <a:endParaRPr lang="fr-FR" altLang="x-none" dirty="0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638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70325" y="8661400"/>
            <a:ext cx="2960688" cy="455613"/>
          </a:xfrm>
          <a:prstGeom prst="rect">
            <a:avLst/>
          </a:prstGeom>
          <a:noFill/>
          <a:ln w="9525">
            <a:noFill/>
          </a:ln>
        </p:spPr>
        <p:txBody>
          <a:bodyPr lIns="91129" tIns="45565" rIns="91129" bIns="45565" anchor="b" anchorCtr="0"/>
          <a:p>
            <a:pPr lvl="0" algn="r" defTabSz="911225" eaLnBrk="1" hangingPunct="1"/>
            <a:fld id="{9A0DB2DC-4C9A-4742-B13C-FB6460FD3503}" type="slidenum">
              <a:rPr lang="fr-FR" altLang="x-none" sz="1200" dirty="0">
                <a:solidFill>
                  <a:schemeClr val="tx1"/>
                </a:solidFill>
              </a:rPr>
            </a:fld>
            <a:endParaRPr lang="fr-FR" altLang="x-none" sz="1200" dirty="0">
              <a:solidFill>
                <a:schemeClr val="tx1"/>
              </a:solidFill>
            </a:endParaRPr>
          </a:p>
        </p:txBody>
      </p:sp>
      <p:sp>
        <p:nvSpPr>
          <p:cNvPr id="16387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1638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129" tIns="45565" rIns="91129" bIns="45565" anchor="t" anchorCtr="0"/>
          <a:p>
            <a:pPr lvl="0" eaLnBrk="1" hangingPunct="1"/>
            <a:endParaRPr lang="fr-FR" altLang="x-none" dirty="0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843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70325" y="8661400"/>
            <a:ext cx="2960688" cy="455613"/>
          </a:xfrm>
          <a:prstGeom prst="rect">
            <a:avLst/>
          </a:prstGeom>
          <a:noFill/>
          <a:ln w="9525">
            <a:noFill/>
          </a:ln>
        </p:spPr>
        <p:txBody>
          <a:bodyPr lIns="91129" tIns="45565" rIns="91129" bIns="45565" anchor="b" anchorCtr="0"/>
          <a:p>
            <a:pPr lvl="0" algn="r" defTabSz="911225" eaLnBrk="1" hangingPunct="1"/>
            <a:fld id="{9A0DB2DC-4C9A-4742-B13C-FB6460FD3503}" type="slidenum">
              <a:rPr lang="fr-FR" altLang="x-none" sz="1200" dirty="0">
                <a:solidFill>
                  <a:schemeClr val="tx1"/>
                </a:solidFill>
              </a:rPr>
            </a:fld>
            <a:endParaRPr lang="fr-FR" altLang="x-none" sz="1200" dirty="0">
              <a:solidFill>
                <a:schemeClr val="tx1"/>
              </a:solidFill>
            </a:endParaRPr>
          </a:p>
        </p:txBody>
      </p:sp>
      <p:sp>
        <p:nvSpPr>
          <p:cNvPr id="18435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1843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129" tIns="45565" rIns="91129" bIns="45565" anchor="t" anchorCtr="0"/>
          <a:p>
            <a:pPr lvl="0" eaLnBrk="1" hangingPunct="1"/>
            <a:endParaRPr lang="fr-FR" altLang="x-none" dirty="0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048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70325" y="8661400"/>
            <a:ext cx="2960688" cy="455613"/>
          </a:xfrm>
          <a:prstGeom prst="rect">
            <a:avLst/>
          </a:prstGeom>
          <a:noFill/>
          <a:ln w="9525">
            <a:noFill/>
          </a:ln>
        </p:spPr>
        <p:txBody>
          <a:bodyPr lIns="91129" tIns="45565" rIns="91129" bIns="45565" anchor="b" anchorCtr="0"/>
          <a:p>
            <a:pPr lvl="0" algn="r" defTabSz="911225" eaLnBrk="1" hangingPunct="1"/>
            <a:fld id="{9A0DB2DC-4C9A-4742-B13C-FB6460FD3503}" type="slidenum">
              <a:rPr lang="fr-FR" altLang="x-none" sz="1200" dirty="0">
                <a:solidFill>
                  <a:schemeClr val="tx1"/>
                </a:solidFill>
              </a:rPr>
            </a:fld>
            <a:endParaRPr lang="fr-FR" altLang="x-none" sz="1200" dirty="0">
              <a:solidFill>
                <a:schemeClr val="tx1"/>
              </a:solidFill>
            </a:endParaRPr>
          </a:p>
        </p:txBody>
      </p:sp>
      <p:sp>
        <p:nvSpPr>
          <p:cNvPr id="20483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2048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129" tIns="45565" rIns="91129" bIns="45565" anchor="t" anchorCtr="0"/>
          <a:p>
            <a:pPr lvl="0" eaLnBrk="1" hangingPunct="1"/>
            <a:endParaRPr lang="fr-FR" altLang="x-none" dirty="0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253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70325" y="8661400"/>
            <a:ext cx="2960688" cy="455613"/>
          </a:xfrm>
          <a:prstGeom prst="rect">
            <a:avLst/>
          </a:prstGeom>
          <a:noFill/>
          <a:ln w="9525">
            <a:noFill/>
          </a:ln>
        </p:spPr>
        <p:txBody>
          <a:bodyPr lIns="91129" tIns="45565" rIns="91129" bIns="45565" anchor="b" anchorCtr="0"/>
          <a:p>
            <a:pPr lvl="0" algn="r" defTabSz="911225" eaLnBrk="1" hangingPunct="1"/>
            <a:fld id="{9A0DB2DC-4C9A-4742-B13C-FB6460FD3503}" type="slidenum">
              <a:rPr lang="fr-FR" altLang="x-none" sz="1200" dirty="0">
                <a:solidFill>
                  <a:schemeClr val="tx1"/>
                </a:solidFill>
              </a:rPr>
            </a:fld>
            <a:endParaRPr lang="fr-FR" altLang="x-none" sz="1200" dirty="0">
              <a:solidFill>
                <a:schemeClr val="tx1"/>
              </a:solidFill>
            </a:endParaRPr>
          </a:p>
        </p:txBody>
      </p:sp>
      <p:sp>
        <p:nvSpPr>
          <p:cNvPr id="22531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2253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129" tIns="45565" rIns="91129" bIns="45565" anchor="t" anchorCtr="0"/>
          <a:p>
            <a:pPr lvl="0" eaLnBrk="1" hangingPunct="1"/>
            <a:endParaRPr lang="fr-FR" altLang="x-none" dirty="0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457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70325" y="8661400"/>
            <a:ext cx="2960688" cy="455613"/>
          </a:xfrm>
          <a:prstGeom prst="rect">
            <a:avLst/>
          </a:prstGeom>
          <a:noFill/>
          <a:ln w="9525">
            <a:noFill/>
          </a:ln>
        </p:spPr>
        <p:txBody>
          <a:bodyPr lIns="91129" tIns="45565" rIns="91129" bIns="45565" anchor="b" anchorCtr="0"/>
          <a:p>
            <a:pPr lvl="0" algn="r" defTabSz="911225" eaLnBrk="1" hangingPunct="1"/>
            <a:fld id="{9A0DB2DC-4C9A-4742-B13C-FB6460FD3503}" type="slidenum">
              <a:rPr lang="fr-FR" altLang="x-none" sz="1200" dirty="0">
                <a:solidFill>
                  <a:schemeClr val="tx1"/>
                </a:solidFill>
              </a:rPr>
            </a:fld>
            <a:endParaRPr lang="fr-FR" altLang="x-none" sz="1200" dirty="0">
              <a:solidFill>
                <a:schemeClr val="tx1"/>
              </a:solidFill>
            </a:endParaRPr>
          </a:p>
        </p:txBody>
      </p:sp>
      <p:sp>
        <p:nvSpPr>
          <p:cNvPr id="24579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2458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129" tIns="45565" rIns="91129" bIns="45565" anchor="t" anchorCtr="0"/>
          <a:p>
            <a:pPr lvl="0" eaLnBrk="1" hangingPunct="1"/>
            <a:endParaRPr lang="fr-FR" altLang="x-none" dirty="0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662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70325" y="8661400"/>
            <a:ext cx="2960688" cy="455613"/>
          </a:xfrm>
          <a:prstGeom prst="rect">
            <a:avLst/>
          </a:prstGeom>
          <a:noFill/>
          <a:ln w="9525">
            <a:noFill/>
          </a:ln>
        </p:spPr>
        <p:txBody>
          <a:bodyPr lIns="91129" tIns="45565" rIns="91129" bIns="45565" anchor="b" anchorCtr="0"/>
          <a:p>
            <a:pPr lvl="0" algn="r" defTabSz="911225" eaLnBrk="1" hangingPunct="1"/>
            <a:fld id="{9A0DB2DC-4C9A-4742-B13C-FB6460FD3503}" type="slidenum">
              <a:rPr lang="fr-FR" altLang="x-none" sz="1200" dirty="0">
                <a:solidFill>
                  <a:schemeClr val="tx1"/>
                </a:solidFill>
              </a:rPr>
            </a:fld>
            <a:endParaRPr lang="fr-FR" altLang="x-none" sz="1200" dirty="0">
              <a:solidFill>
                <a:schemeClr val="tx1"/>
              </a:solidFill>
            </a:endParaRPr>
          </a:p>
        </p:txBody>
      </p:sp>
      <p:sp>
        <p:nvSpPr>
          <p:cNvPr id="26627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2662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129" tIns="45565" rIns="91129" bIns="45565" anchor="t" anchorCtr="0"/>
          <a:p>
            <a:pPr lvl="0" eaLnBrk="1" hangingPunct="1"/>
            <a:endParaRPr lang="fr-FR" altLang="x-none" dirty="0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867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70325" y="8661400"/>
            <a:ext cx="2960688" cy="455613"/>
          </a:xfrm>
          <a:prstGeom prst="rect">
            <a:avLst/>
          </a:prstGeom>
          <a:noFill/>
          <a:ln w="9525">
            <a:noFill/>
          </a:ln>
        </p:spPr>
        <p:txBody>
          <a:bodyPr lIns="91129" tIns="45565" rIns="91129" bIns="45565" anchor="b" anchorCtr="0"/>
          <a:p>
            <a:pPr lvl="0" algn="r" defTabSz="911225" eaLnBrk="1" hangingPunct="1"/>
            <a:fld id="{9A0DB2DC-4C9A-4742-B13C-FB6460FD3503}" type="slidenum">
              <a:rPr lang="fr-FR" altLang="x-none" sz="1200" dirty="0">
                <a:solidFill>
                  <a:schemeClr val="tx1"/>
                </a:solidFill>
              </a:rPr>
            </a:fld>
            <a:endParaRPr lang="fr-FR" altLang="x-none" sz="1200" dirty="0">
              <a:solidFill>
                <a:schemeClr val="tx1"/>
              </a:solidFill>
            </a:endParaRPr>
          </a:p>
        </p:txBody>
      </p:sp>
      <p:sp>
        <p:nvSpPr>
          <p:cNvPr id="28675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2867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129" tIns="45565" rIns="91129" bIns="45565" anchor="t" anchorCtr="0"/>
          <a:p>
            <a:pPr lvl="0" eaLnBrk="1" hangingPunct="1"/>
            <a:endParaRPr lang="fr-FR" altLang="x-none" dirty="0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072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70325" y="8661400"/>
            <a:ext cx="2960688" cy="455613"/>
          </a:xfrm>
          <a:prstGeom prst="rect">
            <a:avLst/>
          </a:prstGeom>
          <a:noFill/>
          <a:ln w="9525">
            <a:noFill/>
          </a:ln>
        </p:spPr>
        <p:txBody>
          <a:bodyPr lIns="91129" tIns="45565" rIns="91129" bIns="45565" anchor="b" anchorCtr="0"/>
          <a:p>
            <a:pPr lvl="0" algn="r" defTabSz="911225" eaLnBrk="1" hangingPunct="1"/>
            <a:fld id="{9A0DB2DC-4C9A-4742-B13C-FB6460FD3503}" type="slidenum">
              <a:rPr lang="fr-FR" altLang="x-none" sz="1200" dirty="0">
                <a:solidFill>
                  <a:schemeClr val="tx1"/>
                </a:solidFill>
              </a:rPr>
            </a:fld>
            <a:endParaRPr lang="fr-FR" altLang="x-none" sz="1200" dirty="0">
              <a:solidFill>
                <a:schemeClr val="tx1"/>
              </a:solidFill>
            </a:endParaRPr>
          </a:p>
        </p:txBody>
      </p:sp>
      <p:sp>
        <p:nvSpPr>
          <p:cNvPr id="30723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3072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129" tIns="45565" rIns="91129" bIns="45565" anchor="t" anchorCtr="0"/>
          <a:p>
            <a:pPr lvl="0" eaLnBrk="1" hangingPunct="1"/>
            <a:endParaRPr lang="fr-FR" altLang="x-none" dirty="0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277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70325" y="8661400"/>
            <a:ext cx="2960688" cy="455613"/>
          </a:xfrm>
          <a:prstGeom prst="rect">
            <a:avLst/>
          </a:prstGeom>
          <a:noFill/>
          <a:ln w="9525">
            <a:noFill/>
          </a:ln>
        </p:spPr>
        <p:txBody>
          <a:bodyPr lIns="91129" tIns="45565" rIns="91129" bIns="45565" anchor="b" anchorCtr="0"/>
          <a:p>
            <a:pPr lvl="0" algn="r" defTabSz="911225" eaLnBrk="1" hangingPunct="1"/>
            <a:fld id="{9A0DB2DC-4C9A-4742-B13C-FB6460FD3503}" type="slidenum">
              <a:rPr lang="fr-FR" altLang="x-none" sz="1200" dirty="0">
                <a:solidFill>
                  <a:schemeClr val="tx1"/>
                </a:solidFill>
              </a:rPr>
            </a:fld>
            <a:endParaRPr lang="fr-FR" altLang="x-none" sz="1200" dirty="0">
              <a:solidFill>
                <a:schemeClr val="tx1"/>
              </a:solidFill>
            </a:endParaRPr>
          </a:p>
        </p:txBody>
      </p:sp>
      <p:sp>
        <p:nvSpPr>
          <p:cNvPr id="32771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3277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129" tIns="45565" rIns="91129" bIns="45565" anchor="t" anchorCtr="0"/>
          <a:p>
            <a:pPr lvl="0" eaLnBrk="1" hangingPunct="1"/>
            <a:endParaRPr lang="fr-FR" altLang="x-none" dirty="0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481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70325" y="8661400"/>
            <a:ext cx="2960688" cy="455613"/>
          </a:xfrm>
          <a:prstGeom prst="rect">
            <a:avLst/>
          </a:prstGeom>
          <a:noFill/>
          <a:ln w="9525">
            <a:noFill/>
          </a:ln>
        </p:spPr>
        <p:txBody>
          <a:bodyPr lIns="91129" tIns="45565" rIns="91129" bIns="45565" anchor="b" anchorCtr="0"/>
          <a:p>
            <a:pPr lvl="0" algn="r" defTabSz="911225" eaLnBrk="1" hangingPunct="1"/>
            <a:fld id="{9A0DB2DC-4C9A-4742-B13C-FB6460FD3503}" type="slidenum">
              <a:rPr lang="fr-FR" altLang="x-none" sz="1200" dirty="0">
                <a:solidFill>
                  <a:schemeClr val="tx1"/>
                </a:solidFill>
              </a:rPr>
            </a:fld>
            <a:endParaRPr lang="fr-FR" altLang="x-none" sz="1200" dirty="0">
              <a:solidFill>
                <a:schemeClr val="tx1"/>
              </a:solidFill>
            </a:endParaRPr>
          </a:p>
        </p:txBody>
      </p:sp>
      <p:sp>
        <p:nvSpPr>
          <p:cNvPr id="34819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3482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129" tIns="45565" rIns="91129" bIns="45565" anchor="t" anchorCtr="0"/>
          <a:p>
            <a:pPr lvl="0" eaLnBrk="1" hangingPunct="1"/>
            <a:endParaRPr lang="fr-FR" altLang="x-none" dirty="0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686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70325" y="8661400"/>
            <a:ext cx="2960688" cy="455613"/>
          </a:xfrm>
          <a:prstGeom prst="rect">
            <a:avLst/>
          </a:prstGeom>
          <a:noFill/>
          <a:ln w="9525">
            <a:noFill/>
          </a:ln>
        </p:spPr>
        <p:txBody>
          <a:bodyPr lIns="91129" tIns="45565" rIns="91129" bIns="45565" anchor="b" anchorCtr="0"/>
          <a:p>
            <a:pPr lvl="0" algn="r" defTabSz="911225" eaLnBrk="1" hangingPunct="1"/>
            <a:fld id="{9A0DB2DC-4C9A-4742-B13C-FB6460FD3503}" type="slidenum">
              <a:rPr lang="fr-FR" altLang="x-none" sz="1200" dirty="0">
                <a:solidFill>
                  <a:schemeClr val="tx1"/>
                </a:solidFill>
              </a:rPr>
            </a:fld>
            <a:endParaRPr lang="fr-FR" altLang="x-none" sz="1200" dirty="0">
              <a:solidFill>
                <a:schemeClr val="tx1"/>
              </a:solidFill>
            </a:endParaRPr>
          </a:p>
        </p:txBody>
      </p:sp>
      <p:sp>
        <p:nvSpPr>
          <p:cNvPr id="36867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3686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129" tIns="45565" rIns="91129" bIns="45565" anchor="t" anchorCtr="0"/>
          <a:p>
            <a:pPr lvl="0" eaLnBrk="1" hangingPunct="1"/>
            <a:endParaRPr lang="fr-FR" altLang="x-none" dirty="0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096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70325" y="8661400"/>
            <a:ext cx="2960688" cy="455613"/>
          </a:xfrm>
          <a:prstGeom prst="rect">
            <a:avLst/>
          </a:prstGeom>
          <a:noFill/>
          <a:ln w="9525">
            <a:noFill/>
          </a:ln>
        </p:spPr>
        <p:txBody>
          <a:bodyPr lIns="91129" tIns="45565" rIns="91129" bIns="45565" anchor="b" anchorCtr="0"/>
          <a:p>
            <a:pPr lvl="0" algn="r" defTabSz="911225" eaLnBrk="1" hangingPunct="1"/>
            <a:fld id="{9A0DB2DC-4C9A-4742-B13C-FB6460FD3503}" type="slidenum">
              <a:rPr lang="fr-FR" altLang="x-none" sz="1200" dirty="0">
                <a:solidFill>
                  <a:schemeClr val="tx1"/>
                </a:solidFill>
              </a:rPr>
            </a:fld>
            <a:endParaRPr lang="fr-FR" altLang="x-none" sz="1200" dirty="0">
              <a:solidFill>
                <a:schemeClr val="tx1"/>
              </a:solidFill>
            </a:endParaRPr>
          </a:p>
        </p:txBody>
      </p:sp>
      <p:sp>
        <p:nvSpPr>
          <p:cNvPr id="40963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4096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129" tIns="45565" rIns="91129" bIns="45565" anchor="t" anchorCtr="0"/>
          <a:p>
            <a:pPr lvl="0" eaLnBrk="1" hangingPunct="1"/>
            <a:endParaRPr lang="fr-FR" altLang="x-none" dirty="0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301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70325" y="8661400"/>
            <a:ext cx="2960688" cy="455613"/>
          </a:xfrm>
          <a:prstGeom prst="rect">
            <a:avLst/>
          </a:prstGeom>
          <a:noFill/>
          <a:ln w="9525">
            <a:noFill/>
          </a:ln>
        </p:spPr>
        <p:txBody>
          <a:bodyPr lIns="91129" tIns="45565" rIns="91129" bIns="45565" anchor="b" anchorCtr="0"/>
          <a:p>
            <a:pPr lvl="0" algn="r" defTabSz="911225" eaLnBrk="1" hangingPunct="1"/>
            <a:fld id="{9A0DB2DC-4C9A-4742-B13C-FB6460FD3503}" type="slidenum">
              <a:rPr lang="fr-FR" altLang="x-none" sz="1200" dirty="0">
                <a:solidFill>
                  <a:schemeClr val="tx1"/>
                </a:solidFill>
              </a:rPr>
            </a:fld>
            <a:endParaRPr lang="fr-FR" altLang="x-none" sz="1200" dirty="0">
              <a:solidFill>
                <a:schemeClr val="tx1"/>
              </a:solidFill>
            </a:endParaRPr>
          </a:p>
        </p:txBody>
      </p:sp>
      <p:sp>
        <p:nvSpPr>
          <p:cNvPr id="43011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4301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129" tIns="45565" rIns="91129" bIns="45565" anchor="t" anchorCtr="0"/>
          <a:p>
            <a:pPr lvl="0" eaLnBrk="1" hangingPunct="1"/>
            <a:endParaRPr lang="fr-FR" altLang="x-none" dirty="0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505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70325" y="8661400"/>
            <a:ext cx="2960688" cy="455613"/>
          </a:xfrm>
          <a:prstGeom prst="rect">
            <a:avLst/>
          </a:prstGeom>
          <a:noFill/>
          <a:ln w="9525">
            <a:noFill/>
          </a:ln>
        </p:spPr>
        <p:txBody>
          <a:bodyPr lIns="91129" tIns="45565" rIns="91129" bIns="45565" anchor="b" anchorCtr="0"/>
          <a:p>
            <a:pPr lvl="0" algn="r" defTabSz="911225" eaLnBrk="1" hangingPunct="1"/>
            <a:fld id="{9A0DB2DC-4C9A-4742-B13C-FB6460FD3503}" type="slidenum">
              <a:rPr lang="fr-FR" altLang="x-none" sz="1200" dirty="0">
                <a:solidFill>
                  <a:schemeClr val="tx1"/>
                </a:solidFill>
              </a:rPr>
            </a:fld>
            <a:endParaRPr lang="fr-FR" altLang="x-none" sz="1200" dirty="0">
              <a:solidFill>
                <a:schemeClr val="tx1"/>
              </a:solidFill>
            </a:endParaRPr>
          </a:p>
        </p:txBody>
      </p:sp>
      <p:sp>
        <p:nvSpPr>
          <p:cNvPr id="45059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4506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129" tIns="45565" rIns="91129" bIns="45565" anchor="t" anchorCtr="0"/>
          <a:p>
            <a:pPr lvl="0" eaLnBrk="1" hangingPunct="1"/>
            <a:endParaRPr lang="fr-FR" altLang="x-none" dirty="0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710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70325" y="8661400"/>
            <a:ext cx="2960688" cy="455613"/>
          </a:xfrm>
          <a:prstGeom prst="rect">
            <a:avLst/>
          </a:prstGeom>
          <a:noFill/>
          <a:ln w="9525">
            <a:noFill/>
          </a:ln>
        </p:spPr>
        <p:txBody>
          <a:bodyPr lIns="91129" tIns="45565" rIns="91129" bIns="45565" anchor="b" anchorCtr="0"/>
          <a:p>
            <a:pPr lvl="0" algn="r" defTabSz="911225" eaLnBrk="1" hangingPunct="1"/>
            <a:fld id="{9A0DB2DC-4C9A-4742-B13C-FB6460FD3503}" type="slidenum">
              <a:rPr lang="fr-FR" altLang="x-none" sz="1200" dirty="0">
                <a:solidFill>
                  <a:schemeClr val="tx1"/>
                </a:solidFill>
              </a:rPr>
            </a:fld>
            <a:endParaRPr lang="fr-FR" altLang="x-none" sz="1200" dirty="0">
              <a:solidFill>
                <a:schemeClr val="tx1"/>
              </a:solidFill>
            </a:endParaRPr>
          </a:p>
        </p:txBody>
      </p:sp>
      <p:sp>
        <p:nvSpPr>
          <p:cNvPr id="47107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4710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129" tIns="45565" rIns="91129" bIns="45565" anchor="t" anchorCtr="0"/>
          <a:p>
            <a:pPr lvl="0" eaLnBrk="1" hangingPunct="1"/>
            <a:endParaRPr lang="fr-FR" altLang="x-none" dirty="0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915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70325" y="8661400"/>
            <a:ext cx="2960688" cy="455613"/>
          </a:xfrm>
          <a:prstGeom prst="rect">
            <a:avLst/>
          </a:prstGeom>
          <a:noFill/>
          <a:ln w="9525">
            <a:noFill/>
          </a:ln>
        </p:spPr>
        <p:txBody>
          <a:bodyPr lIns="91129" tIns="45565" rIns="91129" bIns="45565" anchor="b" anchorCtr="0"/>
          <a:p>
            <a:pPr lvl="0" algn="r" defTabSz="911225" eaLnBrk="1" hangingPunct="1"/>
            <a:fld id="{9A0DB2DC-4C9A-4742-B13C-FB6460FD3503}" type="slidenum">
              <a:rPr lang="fr-FR" altLang="x-none" sz="1200" dirty="0">
                <a:solidFill>
                  <a:schemeClr val="tx1"/>
                </a:solidFill>
              </a:rPr>
            </a:fld>
            <a:endParaRPr lang="fr-FR" altLang="x-none" sz="1200" dirty="0">
              <a:solidFill>
                <a:schemeClr val="tx1"/>
              </a:solidFill>
            </a:endParaRPr>
          </a:p>
        </p:txBody>
      </p:sp>
      <p:sp>
        <p:nvSpPr>
          <p:cNvPr id="49155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49156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129" tIns="45565" rIns="91129" bIns="45565" anchor="t" anchorCtr="0"/>
          <a:p>
            <a:pPr lvl="0" eaLnBrk="1" hangingPunct="1"/>
            <a:endParaRPr lang="fr-FR" altLang="x-none" dirty="0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0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70325" y="8661400"/>
            <a:ext cx="2960688" cy="455613"/>
          </a:xfrm>
          <a:prstGeom prst="rect">
            <a:avLst/>
          </a:prstGeom>
          <a:noFill/>
          <a:ln w="9525">
            <a:noFill/>
          </a:ln>
        </p:spPr>
        <p:txBody>
          <a:bodyPr lIns="91129" tIns="45565" rIns="91129" bIns="45565" anchor="b" anchorCtr="0"/>
          <a:p>
            <a:pPr lvl="0" algn="r" defTabSz="911225" eaLnBrk="1" hangingPunct="1"/>
            <a:fld id="{9A0DB2DC-4C9A-4742-B13C-FB6460FD3503}" type="slidenum">
              <a:rPr lang="fr-FR" altLang="x-none" sz="1200" dirty="0">
                <a:solidFill>
                  <a:schemeClr val="tx1"/>
                </a:solidFill>
              </a:rPr>
            </a:fld>
            <a:endParaRPr lang="fr-FR" altLang="x-none" sz="1200" dirty="0">
              <a:solidFill>
                <a:schemeClr val="tx1"/>
              </a:solidFill>
            </a:endParaRPr>
          </a:p>
        </p:txBody>
      </p:sp>
      <p:sp>
        <p:nvSpPr>
          <p:cNvPr id="51203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120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129" tIns="45565" rIns="91129" bIns="45565" anchor="t" anchorCtr="0"/>
          <a:p>
            <a:pPr lvl="0" eaLnBrk="1" hangingPunct="1"/>
            <a:endParaRPr lang="fr-FR" altLang="x-none" dirty="0"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3250" name="Rectangle 7"/>
          <p:cNvSpPr txBox="1">
            <a:spLocks noGrp="1"/>
          </p:cNvSpPr>
          <p:nvPr>
            <p:ph type="sldNum" sz="quarter"/>
          </p:nvPr>
        </p:nvSpPr>
        <p:spPr>
          <a:xfrm>
            <a:off x="3870325" y="8661400"/>
            <a:ext cx="2960688" cy="455613"/>
          </a:xfrm>
          <a:prstGeom prst="rect">
            <a:avLst/>
          </a:prstGeom>
          <a:noFill/>
          <a:ln w="9525">
            <a:noFill/>
          </a:ln>
        </p:spPr>
        <p:txBody>
          <a:bodyPr lIns="91129" tIns="45565" rIns="91129" bIns="45565" anchor="b" anchorCtr="0"/>
          <a:p>
            <a:pPr lvl="0" algn="r" defTabSz="911225" eaLnBrk="1" hangingPunct="1"/>
            <a:fld id="{9A0DB2DC-4C9A-4742-B13C-FB6460FD3503}" type="slidenum">
              <a:rPr lang="fr-FR" altLang="x-none" sz="1200" dirty="0">
                <a:solidFill>
                  <a:schemeClr val="tx1"/>
                </a:solidFill>
              </a:rPr>
            </a:fld>
            <a:endParaRPr lang="fr-FR" altLang="x-none" sz="1200" dirty="0">
              <a:solidFill>
                <a:schemeClr val="tx1"/>
              </a:solidFill>
            </a:endParaRPr>
          </a:p>
        </p:txBody>
      </p:sp>
      <p:sp>
        <p:nvSpPr>
          <p:cNvPr id="53251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3252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129" tIns="45565" rIns="91129" bIns="45565" anchor="t" anchorCtr="0"/>
          <a:p>
            <a:pPr lvl="0" eaLnBrk="1" hangingPunct="1"/>
            <a:endParaRPr lang="fr-FR" altLang="x-none" dirty="0"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5298" name="Rectangle 7"/>
          <p:cNvSpPr txBox="1">
            <a:spLocks noGrp="1"/>
          </p:cNvSpPr>
          <p:nvPr>
            <p:ph type="sldNum" sz="quarter"/>
          </p:nvPr>
        </p:nvSpPr>
        <p:spPr>
          <a:xfrm>
            <a:off x="3870325" y="8661400"/>
            <a:ext cx="2960688" cy="455613"/>
          </a:xfrm>
          <a:prstGeom prst="rect">
            <a:avLst/>
          </a:prstGeom>
          <a:noFill/>
          <a:ln w="9525">
            <a:noFill/>
          </a:ln>
        </p:spPr>
        <p:txBody>
          <a:bodyPr lIns="91129" tIns="45565" rIns="91129" bIns="45565" anchor="b" anchorCtr="0"/>
          <a:p>
            <a:pPr lvl="0" algn="r" defTabSz="911225" eaLnBrk="1" hangingPunct="1"/>
            <a:fld id="{9A0DB2DC-4C9A-4742-B13C-FB6460FD3503}" type="slidenum">
              <a:rPr lang="fr-FR" altLang="x-none" sz="1200" dirty="0">
                <a:solidFill>
                  <a:schemeClr val="tx1"/>
                </a:solidFill>
              </a:rPr>
            </a:fld>
            <a:endParaRPr lang="fr-FR" altLang="x-none" sz="1200" dirty="0">
              <a:solidFill>
                <a:schemeClr val="tx1"/>
              </a:solidFill>
            </a:endParaRPr>
          </a:p>
        </p:txBody>
      </p:sp>
      <p:sp>
        <p:nvSpPr>
          <p:cNvPr id="55299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5300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129" tIns="45565" rIns="91129" bIns="45565" anchor="t" anchorCtr="0"/>
          <a:p>
            <a:pPr lvl="0" eaLnBrk="1" hangingPunct="1"/>
            <a:endParaRPr lang="fr-FR" altLang="x-none" dirty="0"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7346" name="Rectangle 7"/>
          <p:cNvSpPr txBox="1">
            <a:spLocks noGrp="1"/>
          </p:cNvSpPr>
          <p:nvPr>
            <p:ph type="sldNum" sz="quarter"/>
          </p:nvPr>
        </p:nvSpPr>
        <p:spPr>
          <a:xfrm>
            <a:off x="3870325" y="8661400"/>
            <a:ext cx="2960688" cy="455613"/>
          </a:xfrm>
          <a:prstGeom prst="rect">
            <a:avLst/>
          </a:prstGeom>
          <a:noFill/>
          <a:ln w="9525">
            <a:noFill/>
          </a:ln>
        </p:spPr>
        <p:txBody>
          <a:bodyPr lIns="91129" tIns="45565" rIns="91129" bIns="45565" anchor="b" anchorCtr="0"/>
          <a:p>
            <a:pPr lvl="0" algn="r" defTabSz="911225" eaLnBrk="1" hangingPunct="1"/>
            <a:fld id="{9A0DB2DC-4C9A-4742-B13C-FB6460FD3503}" type="slidenum">
              <a:rPr lang="fr-FR" altLang="x-none" sz="1200" dirty="0">
                <a:solidFill>
                  <a:schemeClr val="tx1"/>
                </a:solidFill>
              </a:rPr>
            </a:fld>
            <a:endParaRPr lang="fr-FR" altLang="x-none" sz="1200" dirty="0">
              <a:solidFill>
                <a:schemeClr val="tx1"/>
              </a:solidFill>
            </a:endParaRPr>
          </a:p>
        </p:txBody>
      </p:sp>
      <p:sp>
        <p:nvSpPr>
          <p:cNvPr id="57347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57348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129" tIns="45565" rIns="91129" bIns="45565" anchor="t" anchorCtr="0"/>
          <a:p>
            <a:pPr lvl="0" eaLnBrk="1" hangingPunct="1"/>
            <a:endParaRPr lang="fr-FR" altLang="x-none" dirty="0"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9394" name="Rectangle 7"/>
          <p:cNvSpPr txBox="1">
            <a:spLocks noGrp="1"/>
          </p:cNvSpPr>
          <p:nvPr>
            <p:ph type="sldNum" sz="quarter"/>
          </p:nvPr>
        </p:nvSpPr>
        <p:spPr>
          <a:xfrm>
            <a:off x="3870325" y="8661400"/>
            <a:ext cx="2960688" cy="455613"/>
          </a:xfrm>
          <a:prstGeom prst="rect">
            <a:avLst/>
          </a:prstGeom>
          <a:noFill/>
          <a:ln w="9525">
            <a:noFill/>
          </a:ln>
        </p:spPr>
        <p:txBody>
          <a:bodyPr lIns="91129" tIns="45565" rIns="91129" bIns="45565" anchor="b" anchorCtr="0"/>
          <a:p>
            <a:pPr lvl="0" algn="r" defTabSz="911225" eaLnBrk="1" hangingPunct="1"/>
            <a:fld id="{9A0DB2DC-4C9A-4742-B13C-FB6460FD3503}" type="slidenum">
              <a:rPr lang="fr-FR" altLang="x-none" sz="1200" dirty="0">
                <a:solidFill>
                  <a:schemeClr val="tx1"/>
                </a:solidFill>
              </a:rPr>
            </a:fld>
            <a:endParaRPr lang="fr-FR" altLang="x-none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1442" name="Rectangle 7"/>
          <p:cNvSpPr txBox="1">
            <a:spLocks noGrp="1"/>
          </p:cNvSpPr>
          <p:nvPr>
            <p:ph type="sldNum" sz="quarter"/>
          </p:nvPr>
        </p:nvSpPr>
        <p:spPr>
          <a:xfrm>
            <a:off x="3870325" y="8661400"/>
            <a:ext cx="2960688" cy="455613"/>
          </a:xfrm>
          <a:prstGeom prst="rect">
            <a:avLst/>
          </a:prstGeom>
          <a:noFill/>
          <a:ln w="9525">
            <a:noFill/>
          </a:ln>
        </p:spPr>
        <p:txBody>
          <a:bodyPr lIns="91129" tIns="45565" rIns="91129" bIns="45565" anchor="b" anchorCtr="0"/>
          <a:p>
            <a:pPr lvl="0" algn="r" defTabSz="911225" eaLnBrk="1" hangingPunct="1"/>
            <a:fld id="{9A0DB2DC-4C9A-4742-B13C-FB6460FD3503}" type="slidenum">
              <a:rPr lang="fr-FR" altLang="x-none" sz="1200" dirty="0">
                <a:solidFill>
                  <a:schemeClr val="tx1"/>
                </a:solidFill>
              </a:rPr>
            </a:fld>
            <a:endParaRPr lang="fr-FR" altLang="x-none" sz="1200" dirty="0">
              <a:solidFill>
                <a:schemeClr val="tx1"/>
              </a:solidFill>
            </a:endParaRPr>
          </a:p>
        </p:txBody>
      </p:sp>
      <p:sp>
        <p:nvSpPr>
          <p:cNvPr id="61443" name="Rectangle 2"/>
          <p:cNvSpPr>
            <a:spLocks noTextEdit="1"/>
          </p:cNvSpPr>
          <p:nvPr>
            <p:ph type="sldImg"/>
          </p:nvPr>
        </p:nvSpPr>
        <p:spPr>
          <a:ln/>
        </p:spPr>
      </p:sp>
      <p:sp>
        <p:nvSpPr>
          <p:cNvPr id="61444" name="Rectangle 3"/>
          <p:cNvSpPr>
            <a:spLocks noGrp="1"/>
          </p:cNvSpPr>
          <p:nvPr>
            <p:ph type="body" idx="1"/>
          </p:nvPr>
        </p:nvSpPr>
        <p:spPr>
          <a:ln/>
        </p:spPr>
        <p:txBody>
          <a:bodyPr wrap="square" lIns="91129" tIns="45565" rIns="91129" bIns="45565" anchor="t" anchorCtr="0"/>
          <a:p>
            <a:pPr lvl="0" eaLnBrk="1" hangingPunct="1"/>
            <a:endParaRPr lang="fr-FR" altLang="x-none" dirty="0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50" name="Group 2"/>
          <p:cNvGrpSpPr/>
          <p:nvPr/>
        </p:nvGrpSpPr>
        <p:grpSpPr>
          <a:xfrm>
            <a:off x="0" y="2438400"/>
            <a:ext cx="9009063" cy="1052513"/>
            <a:chOff x="0" y="1536"/>
            <a:chExt cx="5675" cy="663"/>
          </a:xfrm>
        </p:grpSpPr>
        <p:grpSp>
          <p:nvGrpSpPr>
            <p:cNvPr id="2056" name="Group 3"/>
            <p:cNvGrpSpPr/>
            <p:nvPr/>
          </p:nvGrpSpPr>
          <p:grpSpPr>
            <a:xfrm>
              <a:off x="183" y="1604"/>
              <a:ext cx="448" cy="299"/>
              <a:chOff x="720" y="336"/>
              <a:chExt cx="624" cy="432"/>
            </a:xfrm>
          </p:grpSpPr>
          <p:sp>
            <p:nvSpPr>
              <p:cNvPr id="2063" name="Rectangle 4"/>
              <p:cNvSpPr/>
              <p:nvPr/>
            </p:nvSpPr>
            <p:spPr>
              <a:xfrm>
                <a:off x="720" y="336"/>
                <a:ext cx="384" cy="432"/>
              </a:xfrm>
              <a:prstGeom prst="rect">
                <a:avLst/>
              </a:prstGeom>
              <a:solidFill>
                <a:schemeClr val="folHlink"/>
              </a:solidFill>
              <a:ln w="9525">
                <a:noFill/>
              </a:ln>
            </p:spPr>
            <p:txBody>
              <a:bodyPr wrap="none" anchor="ctr" anchorCtr="0"/>
              <a:p>
                <a:pPr lvl="0" eaLnBrk="1" hangingPunct="1"/>
                <a:endParaRPr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064" name="Rectangle 5"/>
              <p:cNvSpPr/>
              <p:nvPr/>
            </p:nvSpPr>
            <p:spPr>
              <a:xfrm>
                <a:off x="1056" y="336"/>
                <a:ext cx="288" cy="432"/>
              </a:xfrm>
              <a:prstGeom prst="rect">
                <a:avLst/>
              </a:prstGeom>
              <a:gradFill rotWithShape="0">
                <a:gsLst>
                  <a:gs pos="0">
                    <a:schemeClr val="folHlink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p>
                <a:pPr lvl="0" eaLnBrk="1" hangingPunct="1"/>
                <a:endParaRPr dirty="0">
                  <a:latin typeface="Tahoma" panose="020B0604030504040204" pitchFamily="34" charset="0"/>
                </a:endParaRPr>
              </a:p>
            </p:txBody>
          </p:sp>
        </p:grpSp>
        <p:grpSp>
          <p:nvGrpSpPr>
            <p:cNvPr id="2057" name="Group 6"/>
            <p:cNvGrpSpPr/>
            <p:nvPr/>
          </p:nvGrpSpPr>
          <p:grpSpPr>
            <a:xfrm>
              <a:off x="261" y="1870"/>
              <a:ext cx="465" cy="299"/>
              <a:chOff x="912" y="2640"/>
              <a:chExt cx="672" cy="432"/>
            </a:xfrm>
          </p:grpSpPr>
          <p:sp>
            <p:nvSpPr>
              <p:cNvPr id="2061" name="Rectangle 7"/>
              <p:cNvSpPr/>
              <p:nvPr/>
            </p:nvSpPr>
            <p:spPr>
              <a:xfrm>
                <a:off x="912" y="2640"/>
                <a:ext cx="384" cy="432"/>
              </a:xfrm>
              <a:prstGeom prst="rect">
                <a:avLst/>
              </a:prstGeom>
              <a:solidFill>
                <a:schemeClr val="accent2"/>
              </a:solidFill>
              <a:ln w="9525">
                <a:noFill/>
              </a:ln>
            </p:spPr>
            <p:txBody>
              <a:bodyPr wrap="none" anchor="ctr" anchorCtr="0"/>
              <a:p>
                <a:pPr lvl="0" eaLnBrk="1" hangingPunct="1"/>
                <a:endParaRPr dirty="0">
                  <a:latin typeface="Tahoma" panose="020B0604030504040204" pitchFamily="34" charset="0"/>
                </a:endParaRPr>
              </a:p>
            </p:txBody>
          </p:sp>
          <p:sp>
            <p:nvSpPr>
              <p:cNvPr id="2062" name="Rectangle 8"/>
              <p:cNvSpPr/>
              <p:nvPr/>
            </p:nvSpPr>
            <p:spPr>
              <a:xfrm>
                <a:off x="1248" y="2640"/>
                <a:ext cx="336" cy="432"/>
              </a:xfrm>
              <a:prstGeom prst="rect">
                <a:avLst/>
              </a:prstGeom>
              <a:gradFill rotWithShape="0">
                <a:gsLst>
                  <a:gs pos="0">
                    <a:schemeClr val="accent2"/>
                  </a:gs>
                  <a:gs pos="100000">
                    <a:schemeClr val="bg1"/>
                  </a:gs>
                </a:gsLst>
                <a:lin ang="0" scaled="1"/>
                <a:tileRect/>
              </a:gradFill>
              <a:ln w="9525">
                <a:noFill/>
              </a:ln>
            </p:spPr>
            <p:txBody>
              <a:bodyPr wrap="none" anchor="ctr" anchorCtr="0"/>
              <a:p>
                <a:pPr lvl="0" eaLnBrk="1" hangingPunct="1"/>
                <a:endParaRPr dirty="0">
                  <a:latin typeface="Tahoma" panose="020B0604030504040204" pitchFamily="34" charset="0"/>
                </a:endParaRPr>
              </a:p>
            </p:txBody>
          </p:sp>
        </p:grpSp>
        <p:sp>
          <p:nvSpPr>
            <p:cNvPr id="2058" name="Rectangle 9"/>
            <p:cNvSpPr/>
            <p:nvPr/>
          </p:nvSpPr>
          <p:spPr>
            <a:xfrm>
              <a:off x="0" y="1824"/>
              <a:ext cx="353" cy="266"/>
            </a:xfrm>
            <a:prstGeom prst="rect">
              <a:avLst/>
            </a:prstGeom>
            <a:gradFill rotWithShape="0">
              <a:gsLst>
                <a:gs pos="0">
                  <a:schemeClr val="bg1"/>
                </a:gs>
                <a:gs pos="100000">
                  <a:schemeClr val="hlink"/>
                </a:gs>
              </a:gsLst>
              <a:lin ang="18900000" scaled="1"/>
              <a:tileRect/>
            </a:gra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dirty="0">
                <a:latin typeface="Tahoma" panose="020B0604030504040204" pitchFamily="34" charset="0"/>
              </a:endParaRPr>
            </a:p>
          </p:txBody>
        </p:sp>
        <p:sp>
          <p:nvSpPr>
            <p:cNvPr id="2059" name="Rectangle 10"/>
            <p:cNvSpPr/>
            <p:nvPr/>
          </p:nvSpPr>
          <p:spPr>
            <a:xfrm>
              <a:off x="400" y="1536"/>
              <a:ext cx="20" cy="663"/>
            </a:xfrm>
            <a:prstGeom prst="rect">
              <a:avLst/>
            </a:prstGeom>
            <a:solidFill>
              <a:schemeClr val="bg2"/>
            </a:soli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dirty="0">
                <a:latin typeface="Tahoma" panose="020B0604030504040204" pitchFamily="34" charset="0"/>
              </a:endParaRPr>
            </a:p>
          </p:txBody>
        </p:sp>
        <p:sp>
          <p:nvSpPr>
            <p:cNvPr id="2060" name="Rectangle 11"/>
            <p:cNvSpPr/>
            <p:nvPr/>
          </p:nvSpPr>
          <p:spPr>
            <a:xfrm flipV="1">
              <a:off x="199" y="2054"/>
              <a:ext cx="5476" cy="35"/>
            </a:xfrm>
            <a:prstGeom prst="rect">
              <a:avLst/>
            </a:prstGeom>
            <a:gradFill rotWithShape="0">
              <a:gsLst>
                <a:gs pos="0">
                  <a:schemeClr val="bg2"/>
                </a:gs>
                <a:gs pos="100000">
                  <a:schemeClr val="bg1"/>
                </a:gs>
              </a:gsLst>
              <a:lin ang="0" scaled="1"/>
              <a:tileRect/>
            </a:gradFill>
            <a:ln w="9525">
              <a:noFill/>
            </a:ln>
          </p:spPr>
          <p:txBody>
            <a:bodyPr wrap="none" anchor="ctr" anchorCtr="0"/>
            <a:p>
              <a:pPr lvl="0" eaLnBrk="1" hangingPunct="1"/>
              <a:endParaRPr dirty="0">
                <a:latin typeface="Tahoma" panose="020B0604030504040204" pitchFamily="34" charset="0"/>
              </a:endParaRPr>
            </a:p>
          </p:txBody>
        </p:sp>
      </p:grpSp>
      <p:sp>
        <p:nvSpPr>
          <p:cNvPr id="2051" name="Rectangle 17"/>
          <p:cNvSpPr/>
          <p:nvPr/>
        </p:nvSpPr>
        <p:spPr>
          <a:xfrm>
            <a:off x="8694738" y="6553200"/>
            <a:ext cx="449262" cy="304800"/>
          </a:xfrm>
          <a:prstGeom prst="rect">
            <a:avLst/>
          </a:prstGeom>
          <a:noFill/>
          <a:ln w="9525">
            <a:noFill/>
          </a:ln>
        </p:spPr>
        <p:txBody>
          <a:bodyPr wrap="none">
            <a:spAutoFit/>
          </a:bodyPr>
          <a:p>
            <a:pPr lvl="0" eaLnBrk="1" hangingPunct="1"/>
            <a:fld id="{9A0DB2DC-4C9A-4742-B13C-FB6460FD3503}" type="slidenum">
              <a:rPr lang="fr-FR" altLang="x-none" sz="1400" dirty="0">
                <a:solidFill>
                  <a:schemeClr val="bg2"/>
                </a:solidFill>
                <a:latin typeface="Tahoma" panose="020B0604030504040204" pitchFamily="34" charset="0"/>
              </a:rPr>
            </a:fld>
            <a:endParaRPr lang="fr-FR" altLang="x-none" sz="1400" dirty="0">
              <a:solidFill>
                <a:schemeClr val="bg2"/>
              </a:solidFill>
              <a:latin typeface="Tahoma" panose="020B0604030504040204" pitchFamily="34" charset="0"/>
            </a:endParaRPr>
          </a:p>
        </p:txBody>
      </p:sp>
      <p:sp>
        <p:nvSpPr>
          <p:cNvPr id="14348" name="Rectangle 12"/>
          <p:cNvSpPr>
            <a:spLocks noGrp="1" noChangeArrowheads="1"/>
          </p:cNvSpPr>
          <p:nvPr>
            <p:ph type="ctrTitle"/>
          </p:nvPr>
        </p:nvSpPr>
        <p:spPr>
          <a:xfrm>
            <a:off x="990600" y="1828800"/>
            <a:ext cx="7772400" cy="1143000"/>
          </a:xfrm>
        </p:spPr>
        <p:txBody>
          <a:bodyPr/>
          <a:lstStyle>
            <a:lvl1pPr>
              <a:defRPr/>
            </a:lvl1pPr>
          </a:lstStyle>
          <a:p>
            <a:pPr lvl="0"/>
            <a:r>
              <a:rPr lang="en-US" noProof="0" smtClean="0"/>
              <a:t>Click to edit Master title style</a:t>
            </a:r>
            <a:endParaRPr lang="en-US" noProof="0" smtClean="0"/>
          </a:p>
        </p:txBody>
      </p:sp>
      <p:sp>
        <p:nvSpPr>
          <p:cNvPr id="14349" name="Rectangle 13"/>
          <p:cNvSpPr>
            <a:spLocks noGrp="1" noChangeArrowheads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/>
            </a:lvl1pPr>
          </a:lstStyle>
          <a:p>
            <a:pPr lvl="0"/>
            <a:r>
              <a:rPr lang="en-US" noProof="0" smtClean="0"/>
              <a:t>Click to edit Master subtitle style</a:t>
            </a:r>
            <a:endParaRPr lang="en-US" noProof="0" smtClean="0"/>
          </a:p>
        </p:txBody>
      </p:sp>
      <p:sp>
        <p:nvSpPr>
          <p:cNvPr id="16" name="Rectangle 14"/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9906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 sz="1400">
                <a:solidFill>
                  <a:schemeClr val="bg2"/>
                </a:solidFill>
              </a:defRPr>
            </a:lvl1pPr>
          </a:lstStyle>
          <a:p>
            <a:pPr marL="0" marR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0F70DF9-F4E4-44D3-8CC6-541BC05C7A7F}" type="datetime4">
              <a:rPr kumimoji="0" lang="fr-F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fld>
            <a:endParaRPr kumimoji="0" lang="fr-FR" sz="1400" b="0" i="0" u="none" strike="noStrike" kern="1200" cap="none" spc="0" normalizeH="0" baseline="0" noProof="0" smtClean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  <p:sp>
        <p:nvSpPr>
          <p:cNvPr id="17" name="Rectangle 16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858000" y="6248400"/>
            <a:ext cx="1905000" cy="4572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29D09CE7-2B0A-4FF0-ADE4-05C8212C680A}" type="slidenum">
              <a:rPr kumimoji="0" lang="fr-F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bg2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fld>
            <a:endParaRPr kumimoji="0" lang="fr-FR" sz="1400" b="0" i="0" u="none" strike="noStrike" kern="1200" cap="none" spc="0" normalizeH="0" baseline="0" noProof="0" smtClean="0">
              <a:ln>
                <a:noFill/>
              </a:ln>
              <a:solidFill>
                <a:schemeClr val="bg2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9FF49E1-AF98-4579-87FE-4BB1F0315423}" type="slidenum">
              <a:rPr kumimoji="0" lang="fr-F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fld>
            <a:endParaRPr kumimoji="0" lang="fr-FR" sz="14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9FF49E1-AF98-4579-87FE-4BB1F0315423}" type="slidenum">
              <a:rPr kumimoji="0" lang="fr-F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fld>
            <a:endParaRPr kumimoji="0" lang="fr-FR" sz="14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2057400"/>
            <a:ext cx="4171950" cy="4343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781550" y="2057400"/>
            <a:ext cx="4173538" cy="434340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9FF49E1-AF98-4579-87FE-4BB1F0315423}" type="slidenum">
              <a:rPr kumimoji="0" lang="fr-F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fld>
            <a:endParaRPr kumimoji="0" lang="fr-FR" sz="14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9FF49E1-AF98-4579-87FE-4BB1F0315423}" type="slidenum">
              <a:rPr kumimoji="0" lang="fr-F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fld>
            <a:endParaRPr kumimoji="0" lang="fr-FR" sz="14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9FF49E1-AF98-4579-87FE-4BB1F0315423}" type="slidenum">
              <a:rPr kumimoji="0" lang="fr-F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fld>
            <a:endParaRPr kumimoji="0" lang="fr-FR" sz="14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9FF49E1-AF98-4579-87FE-4BB1F0315423}" type="slidenum">
              <a:rPr kumimoji="0" lang="fr-F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fld>
            <a:endParaRPr kumimoji="0" lang="fr-FR" sz="14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9FF49E1-AF98-4579-87FE-4BB1F0315423}" type="slidenum">
              <a:rPr kumimoji="0" lang="fr-F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fld>
            <a:endParaRPr kumimoji="0" lang="fr-FR" sz="14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/>
          <a:lstStyle>
            <a:lvl1pPr>
              <a:defRPr sz="3200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 vert="horz" wrap="square" lIns="91440" tIns="45720" rIns="91440" bIns="45720" numCol="1" anchor="t" anchorCtr="0" compatLnSpc="1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marL="0" marR="0" lvl="0" indent="0" algn="l" defTabSz="914400" rtl="0" eaLnBrk="1" fontAlgn="base" latinLnBrk="0" hangingPunct="1">
              <a:lnSpc>
                <a:spcPct val="80000"/>
              </a:lnSpc>
              <a:spcBef>
                <a:spcPct val="20000"/>
              </a:spcBef>
              <a:spcAft>
                <a:spcPct val="0"/>
              </a:spcAft>
              <a:buClr>
                <a:schemeClr val="folHlink"/>
              </a:buClr>
              <a:buSzPct val="60000"/>
              <a:buFont typeface="Wingdings" panose="05000000000000000000" pitchFamily="2" charset="2"/>
              <a:buNone/>
              <a:defRPr/>
            </a:pPr>
            <a:endParaRPr kumimoji="0" lang="en-US" sz="32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  <a:endParaRPr lang="en-US" smtClean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9FF49E1-AF98-4579-87FE-4BB1F0315423}" type="slidenum">
              <a:rPr kumimoji="0" lang="fr-F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fld>
            <a:endParaRPr kumimoji="0" lang="fr-FR" sz="14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9FF49E1-AF98-4579-87FE-4BB1F0315423}" type="slidenum">
              <a:rPr kumimoji="0" lang="fr-F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fld>
            <a:endParaRPr kumimoji="0" lang="fr-FR" sz="14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31013" y="609600"/>
            <a:ext cx="2124075" cy="5791200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221413" cy="579120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  <a:endParaRPr lang="en-US" smtClean="0"/>
          </a:p>
          <a:p>
            <a:pPr lvl="1"/>
            <a:r>
              <a:rPr lang="en-US" smtClean="0"/>
              <a:t>Second level</a:t>
            </a:r>
            <a:endParaRPr lang="en-US" smtClean="0"/>
          </a:p>
          <a:p>
            <a:pPr lvl="2"/>
            <a:r>
              <a:rPr lang="en-US" smtClean="0"/>
              <a:t>Third level</a:t>
            </a:r>
            <a:endParaRPr lang="en-US" smtClean="0"/>
          </a:p>
          <a:p>
            <a:pPr lvl="3"/>
            <a:r>
              <a:rPr lang="en-US" smtClean="0"/>
              <a:t>Fourth level</a:t>
            </a:r>
            <a:endParaRPr lang="en-US" smtClean="0"/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9FF49E1-AF98-4579-87FE-4BB1F0315423}" type="slidenum">
              <a:rPr kumimoji="0" lang="fr-F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fld>
            <a:endParaRPr kumimoji="0" lang="fr-FR" sz="14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026" name="Rectangle 9"/>
          <p:cNvSpPr>
            <a:spLocks noGrp="1"/>
          </p:cNvSpPr>
          <p:nvPr>
            <p:ph type="title"/>
          </p:nvPr>
        </p:nvSpPr>
        <p:spPr>
          <a:xfrm>
            <a:off x="1219200" y="609600"/>
            <a:ext cx="7716838" cy="990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lvl="0"/>
            <a:r>
              <a:rPr dirty="0"/>
              <a:t>Click to edit Master title style</a:t>
            </a:r>
            <a:endParaRPr dirty="0"/>
          </a:p>
        </p:txBody>
      </p:sp>
      <p:sp>
        <p:nvSpPr>
          <p:cNvPr id="1027" name="Rectangle 10"/>
          <p:cNvSpPr>
            <a:spLocks noGrp="1"/>
          </p:cNvSpPr>
          <p:nvPr>
            <p:ph type="body" idx="1"/>
          </p:nvPr>
        </p:nvSpPr>
        <p:spPr>
          <a:xfrm>
            <a:off x="457200" y="2057400"/>
            <a:ext cx="8497888" cy="4343400"/>
          </a:xfrm>
          <a:prstGeom prst="rect">
            <a:avLst/>
          </a:prstGeom>
          <a:noFill/>
          <a:ln w="9525">
            <a:noFill/>
          </a:ln>
        </p:spPr>
        <p:txBody>
          <a:bodyPr/>
          <a:p>
            <a:pPr lvl="0"/>
            <a:r>
              <a:rPr dirty="0"/>
              <a:t>Click to edit Master text styles</a:t>
            </a:r>
            <a:endParaRPr dirty="0"/>
          </a:p>
          <a:p>
            <a:pPr lvl="1"/>
            <a:r>
              <a:rPr dirty="0"/>
              <a:t>Second level</a:t>
            </a:r>
            <a:endParaRPr dirty="0"/>
          </a:p>
          <a:p>
            <a:pPr lvl="2"/>
            <a:r>
              <a:rPr dirty="0"/>
              <a:t>Third level</a:t>
            </a:r>
            <a:endParaRPr dirty="0"/>
          </a:p>
          <a:p>
            <a:pPr lvl="3"/>
            <a:r>
              <a:rPr dirty="0"/>
              <a:t>Fourth level</a:t>
            </a:r>
            <a:endParaRPr dirty="0"/>
          </a:p>
          <a:p>
            <a:pPr lvl="4"/>
            <a:r>
              <a:rPr dirty="0"/>
              <a:t>Fifth level</a:t>
            </a:r>
            <a:endParaRPr dirty="0"/>
          </a:p>
        </p:txBody>
      </p:sp>
      <p:sp>
        <p:nvSpPr>
          <p:cNvPr id="13325" name="Rectangle 13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7239000" y="64008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/>
          <a:lstStyle>
            <a:lvl1pPr algn="r">
              <a:defRPr sz="1400"/>
            </a:lvl1pPr>
          </a:lstStyle>
          <a:p>
            <a:pPr marL="0" marR="0" lvl="0" indent="0" algn="r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F9FF49E1-AF98-4579-87FE-4BB1F0315423}" type="slidenum">
              <a:rPr kumimoji="0" lang="fr-FR" sz="14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Tahoma" panose="020B0604030504040204" pitchFamily="34" charset="0"/>
                <a:ea typeface="+mn-ea"/>
                <a:cs typeface="+mn-cs"/>
              </a:rPr>
            </a:fld>
            <a:endParaRPr kumimoji="0" lang="fr-FR" sz="1400" b="0" i="0" u="none" strike="noStrike" kern="1200" cap="none" spc="0" normalizeH="0" baseline="0" noProof="0" smtClean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Tahoma" panose="020B0604030504040204" pitchFamily="34" charset="0"/>
              <a:ea typeface="+mn-ea"/>
              <a:cs typeface="+mn-cs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l" rtl="0" fontAlgn="base">
        <a:spcBef>
          <a:spcPct val="0"/>
        </a:spcBef>
        <a:spcAft>
          <a:spcPct val="0"/>
        </a:spcAft>
        <a:defRPr sz="4000" kern="1200">
          <a:solidFill>
            <a:schemeClr val="accent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Tahoma" panose="020B0604030504040204" pitchFamily="34" charset="0"/>
        </a:defRPr>
      </a:lvl2pPr>
      <a:lvl3pPr algn="l" rtl="0" fontAlgn="base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Tahoma" panose="020B0604030504040204" pitchFamily="34" charset="0"/>
        </a:defRPr>
      </a:lvl3pPr>
      <a:lvl4pPr algn="l" rtl="0" fontAlgn="base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Tahoma" panose="020B0604030504040204" pitchFamily="34" charset="0"/>
        </a:defRPr>
      </a:lvl4pPr>
      <a:lvl5pPr algn="l" rtl="0" fontAlgn="base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Tahoma" panose="020B0604030504040204" pitchFamily="34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Tahoma" panose="020B0604030504040204" pitchFamily="34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Tahoma" panose="020B0604030504040204" pitchFamily="34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Tahoma" panose="020B0604030504040204" pitchFamily="34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000">
          <a:solidFill>
            <a:schemeClr val="accent2"/>
          </a:solidFill>
          <a:latin typeface="Tahoma" panose="020B0604030504040204" pitchFamily="34" charset="0"/>
        </a:defRPr>
      </a:lvl9pPr>
    </p:titleStyle>
    <p:bodyStyle>
      <a:lvl1pPr marL="342900" indent="-342900" algn="l" rtl="0" fontAlgn="base">
        <a:lnSpc>
          <a:spcPct val="80000"/>
        </a:lnSpc>
        <a:spcBef>
          <a:spcPct val="20000"/>
        </a:spcBef>
        <a:spcAft>
          <a:spcPct val="0"/>
        </a:spcAft>
        <a:buClr>
          <a:schemeClr val="folHlink"/>
        </a:buClr>
        <a:buSzPct val="60000"/>
        <a:buFont typeface="Wingdings" panose="05000000000000000000" pitchFamily="2" charset="2"/>
        <a:buChar char="n"/>
        <a:defRPr sz="2800" kern="1200">
          <a:solidFill>
            <a:schemeClr val="bg1"/>
          </a:solidFill>
          <a:latin typeface="+mn-lt"/>
          <a:ea typeface="+mn-ea"/>
          <a:cs typeface="+mn-cs"/>
        </a:defRPr>
      </a:lvl1pPr>
      <a:lvl2pPr marL="742950" indent="-285750" algn="l" rtl="0" fontAlgn="base">
        <a:lnSpc>
          <a:spcPct val="80000"/>
        </a:lnSpc>
        <a:spcBef>
          <a:spcPct val="20000"/>
        </a:spcBef>
        <a:spcAft>
          <a:spcPct val="0"/>
        </a:spcAft>
        <a:buClr>
          <a:schemeClr val="hlink"/>
        </a:buClr>
        <a:buSzPct val="55000"/>
        <a:buFont typeface="Wingdings" panose="05000000000000000000" pitchFamily="2" charset="2"/>
        <a:buChar char="n"/>
        <a:defRPr sz="2400" kern="1200">
          <a:solidFill>
            <a:schemeClr val="bg1"/>
          </a:solidFill>
          <a:latin typeface="+mn-lt"/>
          <a:ea typeface="+mn-ea"/>
          <a:cs typeface="+mn-cs"/>
        </a:defRPr>
      </a:lvl2pPr>
      <a:lvl3pPr marL="1143000" indent="-228600" algn="l" rtl="0" fontAlgn="base">
        <a:lnSpc>
          <a:spcPct val="80000"/>
        </a:lnSpc>
        <a:spcBef>
          <a:spcPct val="20000"/>
        </a:spcBef>
        <a:spcAft>
          <a:spcPct val="0"/>
        </a:spcAft>
        <a:buClr>
          <a:schemeClr val="folHlink"/>
        </a:buClr>
        <a:buSzPct val="50000"/>
        <a:buFont typeface="Wingdings" panose="05000000000000000000" pitchFamily="2" charset="2"/>
        <a:buChar char="n"/>
        <a:defRPr sz="2400" kern="1200">
          <a:solidFill>
            <a:schemeClr val="bg1"/>
          </a:solidFill>
          <a:latin typeface="+mn-lt"/>
          <a:ea typeface="+mn-ea"/>
          <a:cs typeface="+mn-cs"/>
        </a:defRPr>
      </a:lvl3pPr>
      <a:lvl4pPr marL="1600200" indent="-228600" algn="l" rtl="0" fontAlgn="base">
        <a:lnSpc>
          <a:spcPct val="80000"/>
        </a:lnSpc>
        <a:spcBef>
          <a:spcPct val="20000"/>
        </a:spcBef>
        <a:spcAft>
          <a:spcPct val="0"/>
        </a:spcAft>
        <a:buClr>
          <a:schemeClr val="accent2"/>
        </a:buClr>
        <a:buSzPct val="55000"/>
        <a:buFont typeface="Wingdings" panose="05000000000000000000" pitchFamily="2" charset="2"/>
        <a:buChar char="n"/>
        <a:defRPr sz="2000" kern="1200">
          <a:solidFill>
            <a:schemeClr val="bg1"/>
          </a:solidFill>
          <a:latin typeface="+mn-lt"/>
          <a:ea typeface="+mn-ea"/>
          <a:cs typeface="+mn-cs"/>
        </a:defRPr>
      </a:lvl4pPr>
      <a:lvl5pPr marL="2057400" indent="-228600" algn="l" rtl="0" fontAlgn="base">
        <a:lnSpc>
          <a:spcPct val="80000"/>
        </a:lnSpc>
        <a:spcBef>
          <a:spcPct val="20000"/>
        </a:spcBef>
        <a:spcAft>
          <a:spcPct val="0"/>
        </a:spcAft>
        <a:buClr>
          <a:schemeClr val="accent1"/>
        </a:buClr>
        <a:buSzPct val="50000"/>
        <a:buFont typeface="Wingdings" panose="05000000000000000000" pitchFamily="2" charset="2"/>
        <a:buChar char="n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122" name="Slide Number Placeholder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fr-FR" altLang="x-none" sz="1400" dirty="0"/>
            </a:fld>
            <a:endParaRPr lang="fr-FR" altLang="x-none" sz="1400" dirty="0"/>
          </a:p>
        </p:txBody>
      </p:sp>
      <p:sp>
        <p:nvSpPr>
          <p:cNvPr id="5123" name="Rectangle 2"/>
          <p:cNvSpPr>
            <a:spLocks noGrp="1"/>
          </p:cNvSpPr>
          <p:nvPr>
            <p:ph type="title"/>
          </p:nvPr>
        </p:nvSpPr>
        <p:spPr>
          <a:xfrm>
            <a:off x="685800" y="914400"/>
            <a:ext cx="8077200" cy="2819400"/>
          </a:xfrm>
          <a:ln/>
        </p:spPr>
        <p:txBody>
          <a:bodyPr vert="horz" wrap="square" lIns="91440" tIns="45720" rIns="91440" bIns="45720" anchor="b" anchorCtr="0"/>
          <a:p>
            <a:pPr algn="ctr" eaLnBrk="1" hangingPunct="1"/>
            <a:r>
              <a:rPr lang="fr-FR" altLang="x-none" sz="4800" dirty="0"/>
              <a:t>Data Mining: </a:t>
            </a:r>
            <a:br>
              <a:rPr lang="fr-FR" altLang="x-none" sz="4800" dirty="0"/>
            </a:br>
            <a:r>
              <a:rPr lang="fr-FR" altLang="x-none" sz="4800" dirty="0"/>
              <a:t>Concepts et Techniques</a:t>
            </a:r>
            <a:br>
              <a:rPr lang="fr-FR" altLang="x-none" sz="4800" dirty="0"/>
            </a:br>
            <a:endParaRPr lang="fr-FR" altLang="x-none" sz="2800" dirty="0">
              <a:ea typeface="Tahoma" panose="020B0604030504040204" pitchFamily="34" charset="0"/>
            </a:endParaRPr>
          </a:p>
        </p:txBody>
      </p:sp>
    </p:spTree>
  </p:cSld>
  <p:clrMapOvr>
    <a:masterClrMapping/>
  </p:clrMapOvr>
  <p:transition>
    <p:wipe dir="d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7170" name="Slide Number Placeholder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fr-FR" altLang="x-none" sz="1400" dirty="0"/>
            </a:fld>
            <a:endParaRPr lang="fr-FR" altLang="x-none" sz="1400" dirty="0"/>
          </a:p>
        </p:txBody>
      </p:sp>
      <p:sp>
        <p:nvSpPr>
          <p:cNvPr id="7171" name="Rectangle 1026"/>
          <p:cNvSpPr>
            <a:spLocks noGrp="1"/>
          </p:cNvSpPr>
          <p:nvPr>
            <p:ph type="title"/>
          </p:nvPr>
        </p:nvSpPr>
        <p:spPr>
          <a:xfrm>
            <a:off x="1143000" y="533400"/>
            <a:ext cx="7716838" cy="990600"/>
          </a:xfrm>
          <a:ln/>
        </p:spPr>
        <p:txBody>
          <a:bodyPr vert="horz" wrap="square" lIns="91440" tIns="45720" rIns="91440" bIns="45720" anchor="b" anchorCtr="0"/>
          <a:p>
            <a:pPr algn="ctr" eaLnBrk="1" hangingPunct="1"/>
            <a:r>
              <a:rPr lang="fr-FR" altLang="zh-TW" dirty="0">
                <a:ea typeface="PMingLiU" pitchFamily="18" charset="-120"/>
              </a:rPr>
              <a:t>Plan du Cours</a:t>
            </a:r>
            <a:endParaRPr lang="fr-FR" altLang="zh-TW" dirty="0">
              <a:ea typeface="PMingLiU" pitchFamily="18" charset="-120"/>
            </a:endParaRPr>
          </a:p>
        </p:txBody>
      </p:sp>
      <p:sp>
        <p:nvSpPr>
          <p:cNvPr id="7172" name="Rectangle 1027"/>
          <p:cNvSpPr>
            <a:spLocks noGrp="1"/>
          </p:cNvSpPr>
          <p:nvPr>
            <p:ph idx="1"/>
          </p:nvPr>
        </p:nvSpPr>
        <p:spPr>
          <a:xfrm>
            <a:off x="304800" y="1905000"/>
            <a:ext cx="8534400" cy="4572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fr-FR" altLang="zh-TW" sz="2400" dirty="0">
                <a:ea typeface="PMingLiU" pitchFamily="18" charset="-120"/>
              </a:rPr>
              <a:t>Introduction </a:t>
            </a:r>
            <a:endParaRPr lang="fr-FR" altLang="zh-TW" sz="2400" dirty="0">
              <a:ea typeface="PMingLiU" pitchFamily="18" charset="-120"/>
            </a:endParaRPr>
          </a:p>
          <a:p>
            <a:pPr eaLnBrk="1" hangingPunct="1">
              <a:lnSpc>
                <a:spcPct val="120000"/>
              </a:lnSpc>
            </a:pPr>
            <a:r>
              <a:rPr lang="fr-FR" altLang="zh-TW" sz="2400" dirty="0">
                <a:ea typeface="PMingLiU" pitchFamily="18" charset="-120"/>
              </a:rPr>
              <a:t>Règles d’association </a:t>
            </a:r>
            <a:endParaRPr lang="fr-FR" altLang="zh-TW" sz="2400" dirty="0">
              <a:ea typeface="PMingLiU" pitchFamily="18" charset="-120"/>
            </a:endParaRPr>
          </a:p>
          <a:p>
            <a:pPr eaLnBrk="1" hangingPunct="1">
              <a:lnSpc>
                <a:spcPct val="120000"/>
              </a:lnSpc>
            </a:pPr>
            <a:r>
              <a:rPr lang="fr-FR" altLang="zh-TW" sz="2400" dirty="0">
                <a:ea typeface="PMingLiU" pitchFamily="18" charset="-120"/>
              </a:rPr>
              <a:t>Classification et prédiction</a:t>
            </a:r>
            <a:endParaRPr lang="fr-FR" altLang="zh-TW" sz="2400" dirty="0">
              <a:ea typeface="PMingLiU" pitchFamily="18" charset="-120"/>
            </a:endParaRPr>
          </a:p>
          <a:p>
            <a:pPr eaLnBrk="1" hangingPunct="1">
              <a:lnSpc>
                <a:spcPct val="120000"/>
              </a:lnSpc>
            </a:pPr>
            <a:r>
              <a:rPr lang="fr-FR" altLang="zh-TW" sz="2400" dirty="0">
                <a:ea typeface="PMingLiU" pitchFamily="18" charset="-120"/>
              </a:rPr>
              <a:t>Regroupement (Clustering)</a:t>
            </a:r>
            <a:endParaRPr lang="fr-FR" altLang="zh-TW" sz="2400" dirty="0">
              <a:ea typeface="PMingLiU" pitchFamily="18" charset="-120"/>
            </a:endParaRPr>
          </a:p>
          <a:p>
            <a:pPr eaLnBrk="1" hangingPunct="1">
              <a:lnSpc>
                <a:spcPct val="120000"/>
              </a:lnSpc>
            </a:pPr>
            <a:r>
              <a:rPr lang="fr-FR" altLang="zh-TW" sz="2400" dirty="0">
                <a:ea typeface="PMingLiU" pitchFamily="18" charset="-120"/>
              </a:rPr>
              <a:t>Extraction de types complexes</a:t>
            </a:r>
            <a:endParaRPr lang="fr-FR" altLang="zh-TW" sz="2400" dirty="0">
              <a:ea typeface="PMingLiU" pitchFamily="18" charset="-120"/>
            </a:endParaRPr>
          </a:p>
          <a:p>
            <a:pPr eaLnBrk="1" hangingPunct="1">
              <a:lnSpc>
                <a:spcPct val="120000"/>
              </a:lnSpc>
            </a:pPr>
            <a:r>
              <a:rPr lang="fr-FR" altLang="zh-TW" sz="2400" dirty="0">
                <a:ea typeface="PMingLiU" pitchFamily="18" charset="-120"/>
              </a:rPr>
              <a:t>Applications du Datamining et tendances actuelles (génomique)</a:t>
            </a:r>
            <a:endParaRPr lang="fr-FR" altLang="zh-TW" sz="2400" dirty="0">
              <a:ea typeface="PMingLiU" pitchFamily="18" charset="-120"/>
            </a:endParaRPr>
          </a:p>
        </p:txBody>
      </p:sp>
    </p:spTree>
  </p:cSld>
  <p:clrMapOvr>
    <a:masterClrMapping/>
  </p:clrMapOvr>
  <p:transition>
    <p:wipe dir="d"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9218" name="Slide Number Placeholder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fr-FR" altLang="x-none" sz="1400" dirty="0"/>
            </a:fld>
            <a:endParaRPr lang="fr-FR" altLang="x-none" sz="1400" dirty="0"/>
          </a:p>
        </p:txBody>
      </p:sp>
      <p:sp>
        <p:nvSpPr>
          <p:cNvPr id="9219" name="Rectangle 2"/>
          <p:cNvSpPr>
            <a:spLocks noGrp="1"/>
          </p:cNvSpPr>
          <p:nvPr>
            <p:ph type="title"/>
          </p:nvPr>
        </p:nvSpPr>
        <p:spPr>
          <a:xfrm>
            <a:off x="1828800" y="228600"/>
            <a:ext cx="6934200" cy="990600"/>
          </a:xfrm>
          <a:ln/>
        </p:spPr>
        <p:txBody>
          <a:bodyPr vert="horz" wrap="square" lIns="91440" tIns="45720" rIns="91440" bIns="45720" anchor="b" anchorCtr="0"/>
          <a:p>
            <a:pPr eaLnBrk="1" hangingPunct="1"/>
            <a:r>
              <a:rPr lang="fr-FR" altLang="x-none" dirty="0"/>
              <a:t>Chapitre 1.  Introduction</a:t>
            </a:r>
            <a:endParaRPr lang="fr-FR" altLang="x-none" dirty="0"/>
          </a:p>
        </p:txBody>
      </p:sp>
      <p:sp>
        <p:nvSpPr>
          <p:cNvPr id="9220" name="Rectangle 3"/>
          <p:cNvSpPr>
            <a:spLocks noGrp="1"/>
          </p:cNvSpPr>
          <p:nvPr>
            <p:ph idx="1"/>
          </p:nvPr>
        </p:nvSpPr>
        <p:spPr>
          <a:xfrm>
            <a:off x="685800" y="2057400"/>
            <a:ext cx="8001000" cy="4495800"/>
          </a:xfrm>
          <a:ln/>
        </p:spPr>
        <p:txBody>
          <a:bodyPr vert="horz" wrap="square" lIns="91440" tIns="45720" rIns="91440" bIns="45720" anchor="t" anchorCtr="0"/>
          <a:p>
            <a:pPr defTabSz="914400" eaLnBrk="1" hangingPunct="1">
              <a:lnSpc>
                <a:spcPct val="140000"/>
              </a:lnSpc>
              <a:tabLst>
                <a:tab pos="6178550" algn="l"/>
              </a:tabLst>
            </a:pPr>
            <a:r>
              <a:rPr lang="fr-FR" altLang="x-none" sz="2400" dirty="0"/>
              <a:t>Motivation: Pourquoi le Data mining?</a:t>
            </a:r>
            <a:endParaRPr lang="fr-FR" altLang="x-none" sz="2400" dirty="0"/>
          </a:p>
          <a:p>
            <a:pPr defTabSz="914400" eaLnBrk="1" hangingPunct="1">
              <a:lnSpc>
                <a:spcPct val="140000"/>
              </a:lnSpc>
              <a:tabLst>
                <a:tab pos="6178550" algn="l"/>
              </a:tabLst>
            </a:pPr>
            <a:r>
              <a:rPr lang="fr-FR" altLang="x-none" sz="2400" dirty="0"/>
              <a:t>Ce qu’est le Data mining?</a:t>
            </a:r>
            <a:endParaRPr lang="fr-FR" altLang="x-none" sz="2400" dirty="0"/>
          </a:p>
          <a:p>
            <a:pPr defTabSz="914400" eaLnBrk="1" hangingPunct="1">
              <a:lnSpc>
                <a:spcPct val="140000"/>
              </a:lnSpc>
              <a:tabLst>
                <a:tab pos="6178550" algn="l"/>
              </a:tabLst>
            </a:pPr>
            <a:r>
              <a:rPr lang="fr-FR" altLang="x-none" sz="2400" dirty="0"/>
              <a:t>Data Mining: Sur quels types de données?</a:t>
            </a:r>
            <a:endParaRPr lang="fr-FR" altLang="x-none" sz="2400" dirty="0"/>
          </a:p>
          <a:p>
            <a:pPr defTabSz="914400" eaLnBrk="1" hangingPunct="1">
              <a:lnSpc>
                <a:spcPct val="140000"/>
              </a:lnSpc>
              <a:tabLst>
                <a:tab pos="6178550" algn="l"/>
              </a:tabLst>
            </a:pPr>
            <a:r>
              <a:rPr lang="fr-FR" altLang="x-none" sz="2400" dirty="0"/>
              <a:t>Fonctionnalités du Data mining </a:t>
            </a:r>
            <a:endParaRPr lang="fr-FR" altLang="x-none" sz="2400" dirty="0"/>
          </a:p>
          <a:p>
            <a:pPr defTabSz="914400" eaLnBrk="1" hangingPunct="1">
              <a:lnSpc>
                <a:spcPct val="140000"/>
              </a:lnSpc>
              <a:tabLst>
                <a:tab pos="6178550" algn="l"/>
              </a:tabLst>
            </a:pPr>
            <a:r>
              <a:rPr lang="fr-FR" altLang="x-none" sz="2400" dirty="0"/>
              <a:t>Intérêt des motifs (patterns) </a:t>
            </a:r>
            <a:endParaRPr lang="fr-FR" altLang="x-none" sz="2400" dirty="0"/>
          </a:p>
          <a:p>
            <a:pPr defTabSz="914400" eaLnBrk="1" hangingPunct="1">
              <a:lnSpc>
                <a:spcPct val="140000"/>
              </a:lnSpc>
              <a:tabLst>
                <a:tab pos="6178550" algn="l"/>
              </a:tabLst>
            </a:pPr>
            <a:r>
              <a:rPr lang="fr-FR" altLang="x-none" sz="2400" dirty="0"/>
              <a:t>Classification des systèmes de  Data mining</a:t>
            </a:r>
            <a:endParaRPr lang="fr-FR" altLang="x-none" sz="2400" dirty="0"/>
          </a:p>
          <a:p>
            <a:pPr defTabSz="914400" eaLnBrk="1" hangingPunct="1">
              <a:lnSpc>
                <a:spcPct val="140000"/>
              </a:lnSpc>
              <a:tabLst>
                <a:tab pos="6178550" algn="l"/>
              </a:tabLst>
            </a:pPr>
            <a:r>
              <a:rPr lang="fr-FR" altLang="x-none" sz="2400" dirty="0"/>
              <a:t>Problèmes rencontrés</a:t>
            </a:r>
            <a:endParaRPr lang="fr-FR" altLang="x-none" sz="2400" dirty="0"/>
          </a:p>
        </p:txBody>
      </p:sp>
    </p:spTree>
  </p:cSld>
  <p:clrMapOvr>
    <a:masterClrMapping/>
  </p:clrMapOvr>
  <p:transition>
    <p:blinds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1266" name="Slide Number Placeholder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fr-FR" altLang="x-none" sz="1400" dirty="0"/>
            </a:fld>
            <a:endParaRPr lang="fr-FR" altLang="x-none" sz="1400" dirty="0"/>
          </a:p>
        </p:txBody>
      </p:sp>
      <p:sp>
        <p:nvSpPr>
          <p:cNvPr id="11267" name="Rectangle 2"/>
          <p:cNvSpPr>
            <a:spLocks noGrp="1"/>
          </p:cNvSpPr>
          <p:nvPr>
            <p:ph type="title"/>
          </p:nvPr>
        </p:nvSpPr>
        <p:spPr>
          <a:xfrm>
            <a:off x="685800" y="152400"/>
            <a:ext cx="8001000" cy="990600"/>
          </a:xfrm>
          <a:ln/>
        </p:spPr>
        <p:txBody>
          <a:bodyPr vert="horz" wrap="square" lIns="92075" tIns="46038" rIns="92075" bIns="46038" anchor="ctr" anchorCtr="0"/>
          <a:p>
            <a:pPr algn="ctr" eaLnBrk="1" hangingPunct="1"/>
            <a:r>
              <a:rPr lang="fr-FR" altLang="x-none" sz="3600" dirty="0"/>
              <a:t>Motivation: Le besoin crée l’invention</a:t>
            </a:r>
            <a:endParaRPr lang="fr-FR" altLang="x-none" sz="3600" dirty="0"/>
          </a:p>
        </p:txBody>
      </p:sp>
      <p:sp>
        <p:nvSpPr>
          <p:cNvPr id="11268" name="Rectangle 3"/>
          <p:cNvSpPr>
            <a:spLocks noGrp="1"/>
          </p:cNvSpPr>
          <p:nvPr>
            <p:ph idx="1"/>
          </p:nvPr>
        </p:nvSpPr>
        <p:spPr>
          <a:xfrm>
            <a:off x="381000" y="1219200"/>
            <a:ext cx="8229600" cy="5029200"/>
          </a:xfrm>
          <a:ln/>
        </p:spPr>
        <p:txBody>
          <a:bodyPr vert="horz" wrap="square" lIns="92075" tIns="46038" rIns="92075" bIns="46038" anchor="t" anchorCtr="0"/>
          <a:p>
            <a:pPr eaLnBrk="1" hangingPunct="1">
              <a:lnSpc>
                <a:spcPct val="150000"/>
              </a:lnSpc>
            </a:pPr>
            <a:r>
              <a:rPr lang="fr-FR" altLang="x-none" sz="2000" u="sng" dirty="0"/>
              <a:t>Problème de l’explosion de données</a:t>
            </a:r>
            <a:r>
              <a:rPr lang="fr-FR" altLang="x-none" sz="2400" dirty="0"/>
              <a:t> </a:t>
            </a:r>
            <a:endParaRPr lang="fr-FR" altLang="x-none" sz="2400" dirty="0"/>
          </a:p>
          <a:p>
            <a:pPr lvl="1" eaLnBrk="1" hangingPunct="1">
              <a:lnSpc>
                <a:spcPct val="150000"/>
              </a:lnSpc>
            </a:pPr>
            <a:r>
              <a:rPr lang="fr-FR" altLang="x-none" sz="2000" dirty="0"/>
              <a:t>Les outils automatiques de collecte de données font que les Bases de Données (BD’s) contiennent énormément de données (Ex: La base de données des transactions d’un super marché)</a:t>
            </a:r>
            <a:endParaRPr lang="fr-FR" altLang="x-none" sz="2000" dirty="0"/>
          </a:p>
          <a:p>
            <a:pPr eaLnBrk="1" hangingPunct="1">
              <a:lnSpc>
                <a:spcPct val="150000"/>
              </a:lnSpc>
            </a:pPr>
            <a:r>
              <a:rPr lang="fr-FR" altLang="x-none" sz="2000" u="sng" dirty="0"/>
              <a:t>Beaucoup de données mais peu de connaissances ! </a:t>
            </a:r>
            <a:endParaRPr lang="fr-FR" altLang="x-none" sz="2000" u="sng" dirty="0"/>
          </a:p>
          <a:p>
            <a:pPr eaLnBrk="1" hangingPunct="1">
              <a:lnSpc>
                <a:spcPct val="150000"/>
              </a:lnSpc>
            </a:pPr>
            <a:r>
              <a:rPr lang="fr-FR" altLang="x-none" sz="2000" u="sng" dirty="0"/>
              <a:t>Solution: Data warehousing et data mining</a:t>
            </a:r>
            <a:endParaRPr lang="fr-FR" altLang="x-none" sz="2400" dirty="0"/>
          </a:p>
          <a:p>
            <a:pPr lvl="1" eaLnBrk="1" hangingPunct="1">
              <a:lnSpc>
                <a:spcPct val="150000"/>
              </a:lnSpc>
            </a:pPr>
            <a:r>
              <a:rPr lang="fr-FR" altLang="x-none" sz="2000" dirty="0"/>
              <a:t>Data warehousing et OLAP (On Line Analytical Processing)</a:t>
            </a:r>
            <a:endParaRPr lang="fr-FR" altLang="x-none" sz="2000" dirty="0"/>
          </a:p>
          <a:p>
            <a:pPr lvl="1" eaLnBrk="1" hangingPunct="1">
              <a:lnSpc>
                <a:spcPct val="150000"/>
              </a:lnSpc>
            </a:pPr>
            <a:r>
              <a:rPr lang="fr-FR" altLang="x-none" sz="2000" dirty="0"/>
              <a:t>Extraction de connaissances intéressantes (règles, régularités,  patterns, contraintes) à partir de données</a:t>
            </a:r>
            <a:endParaRPr lang="fr-FR" altLang="x-none" sz="1800" dirty="0"/>
          </a:p>
        </p:txBody>
      </p:sp>
    </p:spTree>
  </p:cSld>
  <p:clrMapOvr>
    <a:masterClrMapping/>
  </p:clrMapOvr>
  <p:transition>
    <p:blinds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3314" name="Slide Number Placeholder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fr-FR" altLang="x-none" sz="1400" dirty="0"/>
            </a:fld>
            <a:endParaRPr lang="fr-FR" altLang="x-none" sz="1400" dirty="0"/>
          </a:p>
        </p:txBody>
      </p:sp>
      <p:sp>
        <p:nvSpPr>
          <p:cNvPr id="13315" name="Rectangle 2"/>
          <p:cNvSpPr>
            <a:spLocks noGrp="1"/>
          </p:cNvSpPr>
          <p:nvPr>
            <p:ph type="title"/>
          </p:nvPr>
        </p:nvSpPr>
        <p:spPr>
          <a:xfrm>
            <a:off x="1447800" y="533400"/>
            <a:ext cx="7239000" cy="838200"/>
          </a:xfrm>
          <a:ln/>
        </p:spPr>
        <p:txBody>
          <a:bodyPr vert="horz" wrap="square" lIns="92075" tIns="46038" rIns="92075" bIns="46038" anchor="ctr" anchorCtr="0"/>
          <a:p>
            <a:pPr eaLnBrk="1" hangingPunct="1"/>
            <a:r>
              <a:rPr lang="fr-FR" altLang="x-none" sz="3600" dirty="0"/>
              <a:t>Evolution des Bases de Données</a:t>
            </a:r>
            <a:endParaRPr lang="fr-FR" altLang="x-none" sz="2000" b="1" dirty="0"/>
          </a:p>
        </p:txBody>
      </p:sp>
      <p:sp>
        <p:nvSpPr>
          <p:cNvPr id="13316" name="Rectangle 3"/>
          <p:cNvSpPr>
            <a:spLocks noGrp="1"/>
          </p:cNvSpPr>
          <p:nvPr>
            <p:ph idx="1"/>
          </p:nvPr>
        </p:nvSpPr>
        <p:spPr>
          <a:xfrm>
            <a:off x="533400" y="1752600"/>
            <a:ext cx="8305800" cy="4419600"/>
          </a:xfrm>
          <a:ln/>
        </p:spPr>
        <p:txBody>
          <a:bodyPr vert="horz" wrap="square" lIns="92075" tIns="46038" rIns="92075" bIns="46038" anchor="t" anchorCtr="0"/>
          <a:p>
            <a:pPr eaLnBrk="1" hangingPunct="1">
              <a:lnSpc>
                <a:spcPct val="110000"/>
              </a:lnSpc>
            </a:pPr>
            <a:r>
              <a:rPr lang="fr-FR" altLang="x-none" sz="2400" dirty="0"/>
              <a:t>1960s:</a:t>
            </a:r>
            <a:endParaRPr lang="fr-FR" altLang="x-none" sz="2400" dirty="0"/>
          </a:p>
          <a:p>
            <a:pPr lvl="1" eaLnBrk="1" hangingPunct="1">
              <a:lnSpc>
                <a:spcPct val="110000"/>
              </a:lnSpc>
            </a:pPr>
            <a:r>
              <a:rPr lang="fr-FR" altLang="x-none" sz="2000" dirty="0"/>
              <a:t>Collecte des données, création des BD’s, IMS et le modèle réseau</a:t>
            </a:r>
            <a:endParaRPr lang="fr-FR" altLang="x-none" sz="2000" dirty="0"/>
          </a:p>
          <a:p>
            <a:pPr eaLnBrk="1" hangingPunct="1">
              <a:lnSpc>
                <a:spcPct val="110000"/>
              </a:lnSpc>
            </a:pPr>
            <a:r>
              <a:rPr lang="fr-FR" altLang="x-none" sz="2400" dirty="0"/>
              <a:t>1970s: </a:t>
            </a:r>
            <a:endParaRPr lang="fr-FR" altLang="x-none" sz="2400" dirty="0"/>
          </a:p>
          <a:p>
            <a:pPr lvl="1" eaLnBrk="1" hangingPunct="1">
              <a:lnSpc>
                <a:spcPct val="110000"/>
              </a:lnSpc>
            </a:pPr>
            <a:r>
              <a:rPr lang="fr-FR" altLang="x-none" sz="2000" dirty="0"/>
              <a:t>Modèle et SGBD’s relationnels, SQL, transactions, OLTP </a:t>
            </a:r>
            <a:endParaRPr lang="fr-FR" altLang="x-none" sz="2000" dirty="0"/>
          </a:p>
          <a:p>
            <a:pPr eaLnBrk="1" hangingPunct="1">
              <a:lnSpc>
                <a:spcPct val="110000"/>
              </a:lnSpc>
            </a:pPr>
            <a:r>
              <a:rPr lang="fr-FR" altLang="x-none" sz="2400" dirty="0"/>
              <a:t>1980s: </a:t>
            </a:r>
            <a:endParaRPr lang="fr-FR" altLang="x-none" sz="2400" dirty="0"/>
          </a:p>
          <a:p>
            <a:pPr lvl="1" eaLnBrk="1" hangingPunct="1">
              <a:lnSpc>
                <a:spcPct val="110000"/>
              </a:lnSpc>
            </a:pPr>
            <a:r>
              <a:rPr lang="fr-FR" altLang="x-none" sz="2000" dirty="0"/>
              <a:t>Modèles de données et SGBD’s avancés (relationnel étendu, OO, déductifs, etc.) et SGBD’s dédiés (spatial, génomique, engineering, etc.)</a:t>
            </a:r>
            <a:endParaRPr lang="fr-FR" altLang="x-none" sz="2000" dirty="0"/>
          </a:p>
          <a:p>
            <a:pPr eaLnBrk="1" hangingPunct="1">
              <a:lnSpc>
                <a:spcPct val="110000"/>
              </a:lnSpc>
            </a:pPr>
            <a:r>
              <a:rPr lang="fr-FR" altLang="x-none" sz="2400" dirty="0"/>
              <a:t>1990s</a:t>
            </a:r>
            <a:r>
              <a:rPr lang="fr-FR" altLang="x-none" sz="2400" dirty="0">
                <a:cs typeface="Tahoma" panose="020B0604030504040204" pitchFamily="34" charset="0"/>
              </a:rPr>
              <a:t>—2000s</a:t>
            </a:r>
            <a:r>
              <a:rPr lang="fr-FR" altLang="x-none" sz="2400" dirty="0"/>
              <a:t>: </a:t>
            </a:r>
            <a:endParaRPr lang="fr-FR" altLang="x-none" sz="2400" dirty="0"/>
          </a:p>
          <a:p>
            <a:pPr lvl="1" eaLnBrk="1" hangingPunct="1">
              <a:lnSpc>
                <a:spcPct val="110000"/>
              </a:lnSpc>
            </a:pPr>
            <a:r>
              <a:rPr lang="fr-FR" altLang="x-none" sz="2000" dirty="0"/>
              <a:t>Data mining et data warehousing, BD’s multimédia, BD’s sur le WEB</a:t>
            </a:r>
            <a:endParaRPr lang="fr-FR" altLang="x-none" sz="2000" dirty="0"/>
          </a:p>
        </p:txBody>
      </p:sp>
    </p:spTree>
  </p:cSld>
  <p:clrMapOvr>
    <a:masterClrMapping/>
  </p:clrMapOvr>
  <p:transition>
    <p:wipe dir="d"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5362" name="Slide Number Placeholder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fr-FR" altLang="x-none" sz="1400" dirty="0"/>
            </a:fld>
            <a:endParaRPr lang="fr-FR" altLang="x-none" sz="1400" dirty="0"/>
          </a:p>
        </p:txBody>
      </p:sp>
      <p:sp>
        <p:nvSpPr>
          <p:cNvPr id="15363" name="Rectangle 1026"/>
          <p:cNvSpPr>
            <a:spLocks noGrp="1"/>
          </p:cNvSpPr>
          <p:nvPr>
            <p:ph type="title"/>
          </p:nvPr>
        </p:nvSpPr>
        <p:spPr>
          <a:xfrm>
            <a:off x="1219200" y="228600"/>
            <a:ext cx="7507288" cy="809625"/>
          </a:xfrm>
          <a:ln/>
        </p:spPr>
        <p:txBody>
          <a:bodyPr vert="horz" wrap="square" lIns="92075" tIns="46038" rIns="92075" bIns="46038" anchor="ctr" anchorCtr="0"/>
          <a:p>
            <a:pPr algn="ctr" eaLnBrk="1" hangingPunct="1"/>
            <a:r>
              <a:rPr lang="fr-FR" altLang="x-none" sz="3600" dirty="0"/>
              <a:t>Ce qu’est le Data Mining</a:t>
            </a:r>
            <a:endParaRPr lang="fr-FR" altLang="x-none" sz="3600" dirty="0"/>
          </a:p>
        </p:txBody>
      </p:sp>
      <p:sp>
        <p:nvSpPr>
          <p:cNvPr id="15364" name="Rectangle 1027"/>
          <p:cNvSpPr>
            <a:spLocks noGrp="1"/>
          </p:cNvSpPr>
          <p:nvPr>
            <p:ph idx="1"/>
          </p:nvPr>
        </p:nvSpPr>
        <p:spPr>
          <a:xfrm>
            <a:off x="228600" y="1524000"/>
            <a:ext cx="8915400" cy="4343400"/>
          </a:xfrm>
          <a:ln/>
        </p:spPr>
        <p:txBody>
          <a:bodyPr vert="horz" wrap="square" lIns="92075" tIns="46038" rIns="92075" bIns="46038" anchor="t" anchorCtr="0"/>
          <a:p>
            <a:pPr eaLnBrk="1" hangingPunct="1">
              <a:lnSpc>
                <a:spcPct val="90000"/>
              </a:lnSpc>
            </a:pPr>
            <a:r>
              <a:rPr lang="fr-FR" altLang="x-none" dirty="0"/>
              <a:t>Data mining :             </a:t>
            </a:r>
            <a:endParaRPr lang="fr-FR" altLang="x-none" dirty="0"/>
          </a:p>
          <a:p>
            <a:pPr lvl="1" eaLnBrk="1" hangingPunct="1">
              <a:lnSpc>
                <a:spcPct val="90000"/>
              </a:lnSpc>
            </a:pPr>
            <a:r>
              <a:rPr lang="fr-FR" altLang="x-none" dirty="0"/>
              <a:t>Extraction d’informations intéressantes </a:t>
            </a:r>
            <a:r>
              <a:rPr lang="fr-FR" altLang="x-none" sz="1800" dirty="0"/>
              <a:t>(</a:t>
            </a:r>
            <a:r>
              <a:rPr lang="fr-FR" altLang="x-none" dirty="0">
                <a:solidFill>
                  <a:schemeClr val="accent2"/>
                </a:solidFill>
              </a:rPr>
              <a:t>non triviales, implicites</a:t>
            </a:r>
            <a:r>
              <a:rPr lang="fr-FR" altLang="x-none" dirty="0"/>
              <a:t>, préalablement inconnues et </a:t>
            </a:r>
            <a:r>
              <a:rPr lang="fr-FR" altLang="x-none" dirty="0">
                <a:solidFill>
                  <a:schemeClr val="accent2"/>
                </a:solidFill>
              </a:rPr>
              <a:t>potentiellement  utiles</a:t>
            </a:r>
            <a:r>
              <a:rPr lang="fr-FR" altLang="x-none" dirty="0"/>
              <a:t>) à partir de grandes bases de données.</a:t>
            </a:r>
            <a:endParaRPr lang="fr-FR" altLang="x-none" sz="1800" dirty="0"/>
          </a:p>
          <a:p>
            <a:pPr eaLnBrk="1" hangingPunct="1">
              <a:lnSpc>
                <a:spcPct val="90000"/>
              </a:lnSpc>
            </a:pPr>
            <a:r>
              <a:rPr lang="fr-FR" altLang="x-none" dirty="0"/>
              <a:t>Autres appellations: </a:t>
            </a:r>
            <a:endParaRPr lang="fr-FR" altLang="x-none" dirty="0"/>
          </a:p>
          <a:p>
            <a:pPr lvl="1" eaLnBrk="1" hangingPunct="1">
              <a:lnSpc>
                <a:spcPct val="90000"/>
              </a:lnSpc>
            </a:pPr>
            <a:r>
              <a:rPr lang="fr-FR" altLang="x-none" dirty="0"/>
              <a:t>ECD (Extraction de  Connaissances à partir de Données)</a:t>
            </a:r>
            <a:endParaRPr lang="fr-FR" altLang="x-none" dirty="0"/>
          </a:p>
          <a:p>
            <a:pPr lvl="1" eaLnBrk="1" hangingPunct="1">
              <a:lnSpc>
                <a:spcPct val="90000"/>
              </a:lnSpc>
            </a:pPr>
            <a:r>
              <a:rPr lang="fr-FR" altLang="x-none" dirty="0"/>
              <a:t>KDD (Knowledge Discovery from Databases)</a:t>
            </a:r>
            <a:endParaRPr lang="fr-FR" altLang="x-none" dirty="0"/>
          </a:p>
          <a:p>
            <a:pPr lvl="1" eaLnBrk="1" hangingPunct="1">
              <a:lnSpc>
                <a:spcPct val="90000"/>
              </a:lnSpc>
            </a:pPr>
            <a:r>
              <a:rPr lang="fr-FR" altLang="x-none" dirty="0"/>
              <a:t>Analyse de données/patterns,  business intelligence, fouille de données, etc …</a:t>
            </a:r>
            <a:endParaRPr lang="fr-FR" altLang="x-none" dirty="0"/>
          </a:p>
          <a:p>
            <a:pPr eaLnBrk="1" hangingPunct="1">
              <a:lnSpc>
                <a:spcPct val="90000"/>
              </a:lnSpc>
            </a:pPr>
            <a:endParaRPr lang="fr-FR" altLang="x-none" dirty="0"/>
          </a:p>
        </p:txBody>
      </p:sp>
    </p:spTree>
  </p:cSld>
  <p:clrMapOvr>
    <a:masterClrMapping/>
  </p:clrMapOvr>
  <p:transition>
    <p:wipe dir="d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7410" name="Slide Number Placeholder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fr-FR" altLang="x-none" sz="1400" dirty="0"/>
            </a:fld>
            <a:endParaRPr lang="fr-FR" altLang="x-none" sz="1400" dirty="0"/>
          </a:p>
        </p:txBody>
      </p:sp>
      <p:sp>
        <p:nvSpPr>
          <p:cNvPr id="17411" name="Rectangle 2"/>
          <p:cNvSpPr>
            <a:spLocks noGrp="1"/>
          </p:cNvSpPr>
          <p:nvPr>
            <p:ph type="title"/>
          </p:nvPr>
        </p:nvSpPr>
        <p:spPr>
          <a:xfrm>
            <a:off x="381000" y="381000"/>
            <a:ext cx="8382000" cy="914400"/>
          </a:xfrm>
          <a:ln/>
        </p:spPr>
        <p:txBody>
          <a:bodyPr vert="horz" wrap="square" lIns="92075" tIns="46038" rIns="92075" bIns="46038" anchor="ctr" anchorCtr="0"/>
          <a:p>
            <a:pPr algn="ctr" eaLnBrk="1" hangingPunct="1"/>
            <a:r>
              <a:rPr lang="fr-FR" altLang="x-none" sz="3600" dirty="0"/>
              <a:t>Pourquoi faire ? </a:t>
            </a:r>
            <a:br>
              <a:rPr lang="fr-FR" altLang="x-none" sz="3600" dirty="0"/>
            </a:br>
            <a:r>
              <a:rPr lang="fr-FR" altLang="x-none" sz="3600" dirty="0"/>
              <a:t>Applications potentielles</a:t>
            </a:r>
            <a:endParaRPr lang="fr-FR" altLang="x-none" sz="3600" dirty="0"/>
          </a:p>
        </p:txBody>
      </p:sp>
      <p:sp>
        <p:nvSpPr>
          <p:cNvPr id="17412" name="Rectangle 3"/>
          <p:cNvSpPr>
            <a:spLocks noGrp="1"/>
          </p:cNvSpPr>
          <p:nvPr>
            <p:ph idx="1"/>
          </p:nvPr>
        </p:nvSpPr>
        <p:spPr>
          <a:xfrm>
            <a:off x="533400" y="1752600"/>
            <a:ext cx="8001000" cy="4572000"/>
          </a:xfrm>
          <a:ln/>
        </p:spPr>
        <p:txBody>
          <a:bodyPr vert="horz" wrap="square" lIns="92075" tIns="46038" rIns="92075" bIns="46038" anchor="t" anchorCtr="0"/>
          <a:p>
            <a:pPr algn="just" eaLnBrk="1" hangingPunct="1">
              <a:lnSpc>
                <a:spcPct val="120000"/>
              </a:lnSpc>
            </a:pPr>
            <a:r>
              <a:rPr lang="fr-FR" altLang="x-none" sz="2400" dirty="0"/>
              <a:t>Analyse de données et aide à la décision</a:t>
            </a:r>
            <a:endParaRPr lang="fr-FR" altLang="x-none" sz="2400" dirty="0"/>
          </a:p>
          <a:p>
            <a:pPr lvl="1" algn="just" eaLnBrk="1" hangingPunct="1">
              <a:lnSpc>
                <a:spcPct val="120000"/>
              </a:lnSpc>
            </a:pPr>
            <a:r>
              <a:rPr lang="fr-FR" altLang="x-none" sz="2000" dirty="0"/>
              <a:t>Analyse de marché</a:t>
            </a:r>
            <a:endParaRPr lang="fr-FR" altLang="x-none" sz="2000" dirty="0"/>
          </a:p>
          <a:p>
            <a:pPr lvl="2" eaLnBrk="1" hangingPunct="1">
              <a:lnSpc>
                <a:spcPct val="120000"/>
              </a:lnSpc>
            </a:pPr>
            <a:r>
              <a:rPr lang="fr-FR" altLang="x-none" dirty="0"/>
              <a:t>Marketing ciblé, gestion des relations client, analyse des achats des clients, ventes croisées, segmentation du marché</a:t>
            </a:r>
            <a:endParaRPr lang="fr-FR" altLang="x-none" dirty="0"/>
          </a:p>
          <a:p>
            <a:pPr lvl="1" algn="just" eaLnBrk="1" hangingPunct="1">
              <a:lnSpc>
                <a:spcPct val="120000"/>
              </a:lnSpc>
            </a:pPr>
            <a:r>
              <a:rPr lang="fr-FR" altLang="x-none" sz="2000" dirty="0"/>
              <a:t>Analyse de risque</a:t>
            </a:r>
            <a:endParaRPr lang="fr-FR" altLang="x-none" dirty="0"/>
          </a:p>
          <a:p>
            <a:pPr lvl="1" algn="just" eaLnBrk="1" hangingPunct="1">
              <a:lnSpc>
                <a:spcPct val="120000"/>
              </a:lnSpc>
            </a:pPr>
            <a:r>
              <a:rPr lang="fr-FR" altLang="x-none" sz="2000" dirty="0"/>
              <a:t>Détection de fraudes</a:t>
            </a:r>
            <a:endParaRPr lang="fr-FR" altLang="x-none" sz="2000" dirty="0"/>
          </a:p>
          <a:p>
            <a:pPr algn="just" eaLnBrk="1" hangingPunct="1">
              <a:lnSpc>
                <a:spcPct val="120000"/>
              </a:lnSpc>
            </a:pPr>
            <a:r>
              <a:rPr lang="fr-FR" altLang="x-none" sz="2400" dirty="0"/>
              <a:t>Autres Applications</a:t>
            </a:r>
            <a:endParaRPr lang="fr-FR" altLang="x-none" sz="2400" dirty="0"/>
          </a:p>
          <a:p>
            <a:pPr lvl="1" algn="just" eaLnBrk="1" hangingPunct="1">
              <a:lnSpc>
                <a:spcPct val="120000"/>
              </a:lnSpc>
            </a:pPr>
            <a:r>
              <a:rPr lang="fr-FR" altLang="x-none" sz="2000" dirty="0"/>
              <a:t>Text mining : news groups, emails, documents Web.</a:t>
            </a:r>
            <a:endParaRPr lang="fr-FR" altLang="x-none" sz="2000" dirty="0"/>
          </a:p>
          <a:p>
            <a:pPr lvl="1" algn="just" eaLnBrk="1" hangingPunct="1">
              <a:lnSpc>
                <a:spcPct val="120000"/>
              </a:lnSpc>
            </a:pPr>
            <a:r>
              <a:rPr lang="fr-FR" altLang="x-none" sz="2000" dirty="0"/>
              <a:t>Optimisation des requêtes</a:t>
            </a:r>
            <a:endParaRPr lang="fr-FR" altLang="x-none" sz="2000" dirty="0"/>
          </a:p>
        </p:txBody>
      </p:sp>
    </p:spTree>
  </p:cSld>
  <p:clrMapOvr>
    <a:masterClrMapping/>
  </p:clrMapOvr>
  <p:transition>
    <p:blinds/>
  </p:transition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19458" name="Slide Number Placeholder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fr-FR" altLang="x-none" sz="1400" dirty="0"/>
            </a:fld>
            <a:endParaRPr lang="fr-FR" altLang="x-none" sz="1400" dirty="0"/>
          </a:p>
        </p:txBody>
      </p:sp>
      <p:sp>
        <p:nvSpPr>
          <p:cNvPr id="19459" name="Rectangle 2"/>
          <p:cNvSpPr>
            <a:spLocks noGrp="1"/>
          </p:cNvSpPr>
          <p:nvPr>
            <p:ph type="title"/>
          </p:nvPr>
        </p:nvSpPr>
        <p:spPr>
          <a:xfrm>
            <a:off x="381000" y="304800"/>
            <a:ext cx="8305800" cy="685800"/>
          </a:xfrm>
          <a:ln/>
        </p:spPr>
        <p:txBody>
          <a:bodyPr vert="horz" wrap="square" lIns="92075" tIns="46038" rIns="92075" bIns="46038" anchor="ctr" anchorCtr="0"/>
          <a:p>
            <a:pPr algn="ctr" eaLnBrk="1" hangingPunct="1"/>
            <a:r>
              <a:rPr lang="fr-FR" altLang="x-none" sz="3600" dirty="0"/>
              <a:t>Analyse de marché et management (1)</a:t>
            </a:r>
            <a:endParaRPr lang="fr-FR" altLang="x-none" sz="3600" dirty="0"/>
          </a:p>
        </p:txBody>
      </p:sp>
      <p:sp>
        <p:nvSpPr>
          <p:cNvPr id="19460" name="Rectangle 3"/>
          <p:cNvSpPr>
            <a:spLocks noGrp="1"/>
          </p:cNvSpPr>
          <p:nvPr>
            <p:ph idx="1"/>
          </p:nvPr>
        </p:nvSpPr>
        <p:spPr>
          <a:xfrm>
            <a:off x="609600" y="1905000"/>
            <a:ext cx="8305800" cy="4419600"/>
          </a:xfrm>
          <a:ln/>
        </p:spPr>
        <p:txBody>
          <a:bodyPr vert="horz" wrap="square" lIns="92075" tIns="46038" rIns="92075" bIns="46038" anchor="t" anchorCtr="0"/>
          <a:p>
            <a:pPr eaLnBrk="1" hangingPunct="1">
              <a:lnSpc>
                <a:spcPct val="110000"/>
              </a:lnSpc>
            </a:pPr>
            <a:r>
              <a:rPr lang="fr-FR" altLang="x-none" sz="2400" dirty="0"/>
              <a:t>Les sources de données à analyser ?</a:t>
            </a:r>
            <a:endParaRPr lang="fr-FR" altLang="x-none" sz="2400" dirty="0"/>
          </a:p>
          <a:p>
            <a:pPr lvl="1" eaLnBrk="1" hangingPunct="1">
              <a:lnSpc>
                <a:spcPct val="110000"/>
              </a:lnSpc>
            </a:pPr>
            <a:r>
              <a:rPr lang="fr-FR" altLang="x-none" sz="2000" dirty="0"/>
              <a:t>Transactions avec carte de crédit, carte de fidélité, sondages </a:t>
            </a:r>
            <a:endParaRPr lang="fr-FR" altLang="x-none" sz="2000" dirty="0"/>
          </a:p>
          <a:p>
            <a:pPr eaLnBrk="1" hangingPunct="1">
              <a:lnSpc>
                <a:spcPct val="110000"/>
              </a:lnSpc>
            </a:pPr>
            <a:r>
              <a:rPr lang="fr-FR" altLang="x-none" sz="2400" dirty="0"/>
              <a:t>Marketing ciblé</a:t>
            </a:r>
            <a:endParaRPr lang="fr-FR" altLang="x-none" sz="2400" dirty="0"/>
          </a:p>
          <a:p>
            <a:pPr lvl="1" eaLnBrk="1" hangingPunct="1">
              <a:lnSpc>
                <a:spcPct val="110000"/>
              </a:lnSpc>
            </a:pPr>
            <a:r>
              <a:rPr lang="fr-FR" altLang="x-none" sz="2000" dirty="0"/>
              <a:t>Trouver un « modèle » pour regrouper les clients partageant les mêmes caractéristiques. Pour chaque groupe, adopter une démarche marketing particulière </a:t>
            </a:r>
            <a:endParaRPr lang="fr-FR" altLang="x-none" sz="2000" dirty="0"/>
          </a:p>
          <a:p>
            <a:pPr eaLnBrk="1" hangingPunct="1">
              <a:lnSpc>
                <a:spcPct val="110000"/>
              </a:lnSpc>
            </a:pPr>
            <a:r>
              <a:rPr lang="fr-FR" altLang="x-none" sz="2400" dirty="0"/>
              <a:t>Analyse croisée</a:t>
            </a:r>
            <a:endParaRPr lang="fr-FR" altLang="x-none" sz="2400" dirty="0"/>
          </a:p>
          <a:p>
            <a:pPr lvl="1" eaLnBrk="1" hangingPunct="1">
              <a:lnSpc>
                <a:spcPct val="110000"/>
              </a:lnSpc>
            </a:pPr>
            <a:r>
              <a:rPr lang="fr-FR" altLang="x-none" sz="2000" dirty="0"/>
              <a:t>Associations/co-relations entre ventes de produits</a:t>
            </a:r>
            <a:endParaRPr lang="fr-FR" altLang="x-none" sz="2000" dirty="0"/>
          </a:p>
          <a:p>
            <a:pPr lvl="1" eaLnBrk="1" hangingPunct="1">
              <a:lnSpc>
                <a:spcPct val="110000"/>
              </a:lnSpc>
            </a:pPr>
            <a:r>
              <a:rPr lang="fr-FR" altLang="x-none" sz="2000" dirty="0"/>
              <a:t>Prédiction basée sur ces associations</a:t>
            </a:r>
            <a:endParaRPr lang="fr-FR" altLang="x-none" sz="2000" dirty="0"/>
          </a:p>
        </p:txBody>
      </p:sp>
    </p:spTree>
  </p:cSld>
  <p:clrMapOvr>
    <a:masterClrMapping/>
  </p:clrMapOvr>
  <p:transition>
    <p:blinds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1506" name="Slide Number Placeholder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fr-FR" altLang="x-none" sz="1400" dirty="0"/>
            </a:fld>
            <a:endParaRPr lang="fr-FR" altLang="x-none" sz="1400" dirty="0"/>
          </a:p>
        </p:txBody>
      </p:sp>
      <p:sp>
        <p:nvSpPr>
          <p:cNvPr id="21507" name="Rectangle 2"/>
          <p:cNvSpPr>
            <a:spLocks noGrp="1"/>
          </p:cNvSpPr>
          <p:nvPr>
            <p:ph type="title"/>
          </p:nvPr>
        </p:nvSpPr>
        <p:spPr>
          <a:xfrm>
            <a:off x="914400" y="228600"/>
            <a:ext cx="7716838" cy="609600"/>
          </a:xfrm>
          <a:ln/>
        </p:spPr>
        <p:txBody>
          <a:bodyPr vert="horz" wrap="square" lIns="91440" tIns="45720" rIns="91440" bIns="45720" anchor="b" anchorCtr="0"/>
          <a:p>
            <a:pPr algn="ctr" eaLnBrk="1" hangingPunct="1"/>
            <a:r>
              <a:rPr lang="fr-FR" altLang="x-none" dirty="0"/>
              <a:t>Applications</a:t>
            </a:r>
            <a:endParaRPr lang="fr-FR" altLang="x-none" dirty="0"/>
          </a:p>
        </p:txBody>
      </p:sp>
      <p:sp>
        <p:nvSpPr>
          <p:cNvPr id="21508" name="Rectangle 3"/>
          <p:cNvSpPr>
            <a:spLocks noGrp="1"/>
          </p:cNvSpPr>
          <p:nvPr>
            <p:ph idx="1"/>
          </p:nvPr>
        </p:nvSpPr>
        <p:spPr>
          <a:xfrm>
            <a:off x="304800" y="838200"/>
            <a:ext cx="8497888" cy="53340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20000"/>
              </a:lnSpc>
            </a:pPr>
            <a:r>
              <a:rPr lang="fr-FR" altLang="x-none" sz="2400" dirty="0"/>
              <a:t>L’analyse d’une BD de transactions</a:t>
            </a:r>
            <a:r>
              <a:rPr lang="fr-FR" altLang="x-none" sz="3200" dirty="0"/>
              <a:t> </a:t>
            </a:r>
            <a:r>
              <a:rPr lang="fr-FR" altLang="x-none" sz="2400" dirty="0"/>
              <a:t>d’un supermarché permet d’étudier le comportement des clients :</a:t>
            </a:r>
            <a:endParaRPr lang="fr-FR" altLang="x-none" sz="2400" dirty="0"/>
          </a:p>
          <a:p>
            <a:pPr lvl="1" eaLnBrk="1" hangingPunct="1">
              <a:lnSpc>
                <a:spcPct val="120000"/>
              </a:lnSpc>
            </a:pPr>
            <a:r>
              <a:rPr lang="fr-FR" altLang="x-none" sz="2000" dirty="0"/>
              <a:t>réorganiser les rayons</a:t>
            </a:r>
            <a:endParaRPr lang="fr-FR" altLang="x-none" sz="2000" dirty="0"/>
          </a:p>
          <a:p>
            <a:pPr lvl="1" eaLnBrk="1" hangingPunct="1">
              <a:lnSpc>
                <a:spcPct val="120000"/>
              </a:lnSpc>
            </a:pPr>
            <a:r>
              <a:rPr lang="fr-FR" altLang="x-none" sz="2000" dirty="0"/>
              <a:t>Ajuster les promotions  </a:t>
            </a:r>
            <a:endParaRPr lang="fr-FR" altLang="x-none" sz="2000" dirty="0"/>
          </a:p>
          <a:p>
            <a:pPr eaLnBrk="1" hangingPunct="1">
              <a:lnSpc>
                <a:spcPct val="120000"/>
              </a:lnSpc>
            </a:pPr>
            <a:r>
              <a:rPr lang="fr-FR" altLang="x-none" sz="2400" dirty="0"/>
              <a:t>En VPC, regrouper les clients selon certains critères :</a:t>
            </a:r>
            <a:endParaRPr lang="fr-FR" altLang="x-none" sz="2400" dirty="0"/>
          </a:p>
          <a:p>
            <a:pPr lvl="1" eaLnBrk="1" hangingPunct="1">
              <a:lnSpc>
                <a:spcPct val="120000"/>
              </a:lnSpc>
            </a:pPr>
            <a:r>
              <a:rPr lang="fr-FR" altLang="x-none" sz="2000" dirty="0"/>
              <a:t>Cibler les « mailings »</a:t>
            </a:r>
            <a:endParaRPr lang="fr-FR" altLang="x-none" sz="2000" dirty="0"/>
          </a:p>
          <a:p>
            <a:pPr eaLnBrk="1" hangingPunct="1">
              <a:lnSpc>
                <a:spcPct val="120000"/>
              </a:lnSpc>
            </a:pPr>
            <a:r>
              <a:rPr lang="fr-FR" altLang="x-none" sz="2400" dirty="0"/>
              <a:t>L’analyse de données médicales :</a:t>
            </a:r>
            <a:endParaRPr lang="fr-FR" altLang="x-none" sz="2400" dirty="0"/>
          </a:p>
          <a:p>
            <a:pPr lvl="1" eaLnBrk="1" hangingPunct="1">
              <a:lnSpc>
                <a:spcPct val="120000"/>
              </a:lnSpc>
            </a:pPr>
            <a:r>
              <a:rPr lang="fr-FR" altLang="x-none" sz="2000" dirty="0"/>
              <a:t>Support pour la recherche </a:t>
            </a:r>
            <a:endParaRPr lang="fr-FR" altLang="x-none" sz="2000" dirty="0"/>
          </a:p>
          <a:p>
            <a:pPr eaLnBrk="1" hangingPunct="1">
              <a:lnSpc>
                <a:spcPct val="120000"/>
              </a:lnSpc>
            </a:pPr>
            <a:r>
              <a:rPr lang="fr-FR" altLang="x-none" sz="2400" dirty="0"/>
              <a:t>L’analyse de données financières :</a:t>
            </a:r>
            <a:endParaRPr lang="fr-FR" altLang="x-none" sz="2400" dirty="0"/>
          </a:p>
          <a:p>
            <a:pPr lvl="1" eaLnBrk="1" hangingPunct="1">
              <a:lnSpc>
                <a:spcPct val="120000"/>
              </a:lnSpc>
            </a:pPr>
            <a:r>
              <a:rPr lang="fr-FR" altLang="x-none" sz="2000" dirty="0"/>
              <a:t>Prédire l’évolution des actions</a:t>
            </a:r>
            <a:endParaRPr lang="fr-FR" altLang="x-none" sz="2000" dirty="0"/>
          </a:p>
          <a:p>
            <a:pPr lvl="1" eaLnBrk="1" hangingPunct="1">
              <a:lnSpc>
                <a:spcPct val="120000"/>
              </a:lnSpc>
            </a:pPr>
            <a:r>
              <a:rPr lang="fr-FR" altLang="x-none" sz="2000" dirty="0"/>
              <a:t>Organismes de crédit (dresser des profils de clients)</a:t>
            </a:r>
            <a:endParaRPr lang="fr-FR" altLang="x-none" sz="2000" dirty="0"/>
          </a:p>
          <a:p>
            <a:pPr lvl="1" eaLnBrk="1" hangingPunct="1">
              <a:lnSpc>
                <a:spcPct val="120000"/>
              </a:lnSpc>
            </a:pPr>
            <a:endParaRPr lang="fr-FR" altLang="x-none" sz="20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3554" name="Slide Number Placeholder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fr-FR" altLang="x-none" sz="1400" dirty="0"/>
            </a:fld>
            <a:endParaRPr lang="fr-FR" altLang="x-none" sz="1400" dirty="0"/>
          </a:p>
        </p:txBody>
      </p:sp>
      <p:sp>
        <p:nvSpPr>
          <p:cNvPr id="23555" name="Rectangle 2050"/>
          <p:cNvSpPr>
            <a:spLocks noGrp="1"/>
          </p:cNvSpPr>
          <p:nvPr>
            <p:ph type="title"/>
          </p:nvPr>
        </p:nvSpPr>
        <p:spPr>
          <a:xfrm>
            <a:off x="609600" y="381000"/>
            <a:ext cx="7924800" cy="685800"/>
          </a:xfrm>
          <a:ln/>
        </p:spPr>
        <p:txBody>
          <a:bodyPr vert="horz" wrap="square" lIns="92075" tIns="46038" rIns="92075" bIns="46038" anchor="ctr" anchorCtr="0"/>
          <a:p>
            <a:pPr algn="ctr" eaLnBrk="1" hangingPunct="1"/>
            <a:r>
              <a:rPr lang="fr-FR" altLang="x-none" sz="3600" dirty="0"/>
              <a:t>Applications</a:t>
            </a:r>
            <a:endParaRPr lang="fr-FR" altLang="x-none" sz="3600" b="1" dirty="0"/>
          </a:p>
        </p:txBody>
      </p:sp>
      <p:sp>
        <p:nvSpPr>
          <p:cNvPr id="23556" name="Rectangle 2051"/>
          <p:cNvSpPr>
            <a:spLocks noGrp="1"/>
          </p:cNvSpPr>
          <p:nvPr>
            <p:ph idx="1"/>
          </p:nvPr>
        </p:nvSpPr>
        <p:spPr>
          <a:xfrm>
            <a:off x="609600" y="1524000"/>
            <a:ext cx="8229600" cy="4800600"/>
          </a:xfrm>
          <a:ln/>
        </p:spPr>
        <p:txBody>
          <a:bodyPr vert="horz" wrap="square" lIns="92075" tIns="46038" rIns="92075" bIns="46038" anchor="t" anchorCtr="0"/>
          <a:p>
            <a:pPr eaLnBrk="1" hangingPunct="1">
              <a:lnSpc>
                <a:spcPct val="100000"/>
              </a:lnSpc>
            </a:pPr>
            <a:r>
              <a:rPr lang="fr-FR" altLang="x-none" sz="2400" dirty="0"/>
              <a:t>Détection de fraudes</a:t>
            </a:r>
            <a:endParaRPr lang="fr-FR" altLang="x-none" sz="2400" dirty="0"/>
          </a:p>
          <a:p>
            <a:pPr lvl="1" eaLnBrk="1" hangingPunct="1">
              <a:lnSpc>
                <a:spcPct val="100000"/>
              </a:lnSpc>
            </a:pPr>
            <a:r>
              <a:rPr lang="fr-FR" altLang="x-none" sz="2000" dirty="0"/>
              <a:t>en santé, services de cartes de crédit, télécommunications, etc.</a:t>
            </a:r>
            <a:endParaRPr lang="fr-FR" altLang="x-none" sz="2000" dirty="0"/>
          </a:p>
          <a:p>
            <a:pPr eaLnBrk="1" hangingPunct="1">
              <a:lnSpc>
                <a:spcPct val="100000"/>
              </a:lnSpc>
            </a:pPr>
            <a:r>
              <a:rPr lang="fr-FR" altLang="x-none" sz="2400" dirty="0"/>
              <a:t>Approche</a:t>
            </a:r>
            <a:endParaRPr lang="fr-FR" altLang="x-none" sz="2400" dirty="0"/>
          </a:p>
          <a:p>
            <a:pPr lvl="1" eaLnBrk="1" hangingPunct="1">
              <a:lnSpc>
                <a:spcPct val="100000"/>
              </a:lnSpc>
            </a:pPr>
            <a:r>
              <a:rPr lang="fr-FR" altLang="x-none" sz="2000" dirty="0"/>
              <a:t>Utiliser les données  historiques pour construire des modèles   de comportements frauduleux puis utiliser les techniques de datamining pour retrouver des instances similaires </a:t>
            </a:r>
            <a:endParaRPr lang="fr-FR" altLang="x-none" sz="2000" dirty="0"/>
          </a:p>
          <a:p>
            <a:pPr eaLnBrk="1" hangingPunct="1">
              <a:lnSpc>
                <a:spcPct val="100000"/>
              </a:lnSpc>
            </a:pPr>
            <a:r>
              <a:rPr lang="fr-FR" altLang="x-none" sz="2400" dirty="0"/>
              <a:t>Exemples</a:t>
            </a:r>
            <a:endParaRPr lang="fr-FR" altLang="x-none" sz="2400" dirty="0"/>
          </a:p>
          <a:p>
            <a:pPr lvl="1" eaLnBrk="1" hangingPunct="1">
              <a:lnSpc>
                <a:spcPct val="100000"/>
              </a:lnSpc>
            </a:pPr>
            <a:r>
              <a:rPr lang="fr-FR" altLang="x-none" sz="2000" dirty="0"/>
              <a:t>Assurances auto: détecter les personnes qui collectionnent les accidents et les remboursements</a:t>
            </a:r>
            <a:endParaRPr lang="fr-FR" altLang="x-none" sz="2000" dirty="0"/>
          </a:p>
          <a:p>
            <a:pPr lvl="1" eaLnBrk="1" hangingPunct="1">
              <a:lnSpc>
                <a:spcPct val="100000"/>
              </a:lnSpc>
            </a:pPr>
            <a:r>
              <a:rPr lang="fr-FR" altLang="x-none" sz="2000" dirty="0"/>
              <a:t>Blanchiment d’argent: détecter les transactions suspectes (US Treasury's Financial Crimes Enforcement Network) </a:t>
            </a:r>
            <a:endParaRPr lang="fr-FR" altLang="x-none" sz="2000" dirty="0"/>
          </a:p>
        </p:txBody>
      </p:sp>
    </p:spTree>
  </p:cSld>
  <p:clrMapOvr>
    <a:masterClrMapping/>
  </p:clrMapOvr>
  <p:transition>
    <p:blinds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5602" name="Slide Number Placeholder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fr-FR" altLang="x-none" sz="1400" dirty="0"/>
            </a:fld>
            <a:endParaRPr lang="fr-FR" altLang="x-none" sz="1400" dirty="0"/>
          </a:p>
        </p:txBody>
      </p:sp>
      <p:sp>
        <p:nvSpPr>
          <p:cNvPr id="25603" name="Rectangle 1026"/>
          <p:cNvSpPr>
            <a:spLocks noGrp="1"/>
          </p:cNvSpPr>
          <p:nvPr>
            <p:ph type="title"/>
          </p:nvPr>
        </p:nvSpPr>
        <p:spPr>
          <a:xfrm>
            <a:off x="1828800" y="533400"/>
            <a:ext cx="6400800" cy="685800"/>
          </a:xfrm>
          <a:ln/>
        </p:spPr>
        <p:txBody>
          <a:bodyPr vert="horz" wrap="square" lIns="92075" tIns="46038" rIns="92075" bIns="46038" anchor="ctr" anchorCtr="0"/>
          <a:p>
            <a:pPr algn="ctr" eaLnBrk="1" hangingPunct="1"/>
            <a:r>
              <a:rPr lang="fr-FR" altLang="x-none" sz="3600" dirty="0"/>
              <a:t>Applications</a:t>
            </a:r>
            <a:endParaRPr lang="fr-FR" altLang="x-none" sz="3600" dirty="0"/>
          </a:p>
        </p:txBody>
      </p:sp>
      <p:sp>
        <p:nvSpPr>
          <p:cNvPr id="25604" name="Rectangle 1027"/>
          <p:cNvSpPr>
            <a:spLocks noGrp="1"/>
          </p:cNvSpPr>
          <p:nvPr>
            <p:ph idx="1"/>
          </p:nvPr>
        </p:nvSpPr>
        <p:spPr>
          <a:xfrm>
            <a:off x="228600" y="1752600"/>
            <a:ext cx="8534400" cy="4800600"/>
          </a:xfrm>
          <a:ln/>
        </p:spPr>
        <p:txBody>
          <a:bodyPr vert="horz" wrap="square" lIns="92075" tIns="46038" rIns="92075" bIns="46038" anchor="t" anchorCtr="0"/>
          <a:p>
            <a:pPr eaLnBrk="1" hangingPunct="1">
              <a:lnSpc>
                <a:spcPct val="110000"/>
              </a:lnSpc>
            </a:pPr>
            <a:r>
              <a:rPr lang="fr-FR" altLang="x-none" dirty="0"/>
              <a:t>Astronomie</a:t>
            </a:r>
            <a:endParaRPr lang="fr-FR" altLang="x-none" dirty="0"/>
          </a:p>
          <a:p>
            <a:pPr lvl="1" eaLnBrk="1" hangingPunct="1">
              <a:lnSpc>
                <a:spcPct val="110000"/>
              </a:lnSpc>
            </a:pPr>
            <a:r>
              <a:rPr lang="fr-FR" altLang="x-none" dirty="0"/>
              <a:t>Le laboratoire JPL a découvert 22 quasars en utilisant les techniques de datamining</a:t>
            </a:r>
            <a:endParaRPr lang="fr-FR" altLang="x-none" dirty="0"/>
          </a:p>
          <a:p>
            <a:pPr eaLnBrk="1" hangingPunct="1">
              <a:lnSpc>
                <a:spcPct val="110000"/>
              </a:lnSpc>
            </a:pPr>
            <a:r>
              <a:rPr lang="fr-FR" altLang="x-none" dirty="0"/>
              <a:t>Web </a:t>
            </a:r>
            <a:endParaRPr lang="fr-FR" altLang="x-none" dirty="0"/>
          </a:p>
          <a:p>
            <a:pPr lvl="1" eaLnBrk="1" hangingPunct="1">
              <a:lnSpc>
                <a:spcPct val="110000"/>
              </a:lnSpc>
            </a:pPr>
            <a:r>
              <a:rPr lang="fr-FR" altLang="x-none" dirty="0"/>
              <a:t>IBM a appliqué des algorithmes de data mining pour réorganiser leurs sites WEB afin de faciliter la navigation.</a:t>
            </a:r>
            <a:endParaRPr lang="fr-FR" altLang="x-none" dirty="0"/>
          </a:p>
          <a:p>
            <a:pPr lvl="1" eaLnBrk="1" hangingPunct="1">
              <a:lnSpc>
                <a:spcPct val="110000"/>
              </a:lnSpc>
            </a:pPr>
            <a:r>
              <a:rPr lang="fr-FR" altLang="x-none" dirty="0"/>
              <a:t>Améliorer le WEB marketing</a:t>
            </a:r>
            <a:endParaRPr lang="fr-FR" altLang="x-none" dirty="0"/>
          </a:p>
        </p:txBody>
      </p:sp>
    </p:spTree>
  </p:cSld>
  <p:clrMapOvr>
    <a:masterClrMapping/>
  </p:clrMapOvr>
  <p:transition>
    <p:blinds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7650" name="Slide Number Placeholder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fr-FR" altLang="x-none" sz="1400" dirty="0"/>
            </a:fld>
            <a:endParaRPr lang="fr-FR" altLang="x-none" sz="1400" dirty="0"/>
          </a:p>
        </p:txBody>
      </p:sp>
      <p:sp>
        <p:nvSpPr>
          <p:cNvPr id="27651" name="Rectangle 21"/>
          <p:cNvSpPr/>
          <p:nvPr/>
        </p:nvSpPr>
        <p:spPr>
          <a:xfrm>
            <a:off x="2362200" y="4572000"/>
            <a:ext cx="685800" cy="685800"/>
          </a:xfrm>
          <a:prstGeom prst="rect">
            <a:avLst/>
          </a:prstGeom>
          <a:solidFill>
            <a:srgbClr val="00CC66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CC66"/>
            </a:extrusionClr>
          </a:sp3d>
        </p:spPr>
        <p:txBody>
          <a:bodyPr wrap="none" anchor="ctr" anchorCtr="0">
            <a:flatTx/>
          </a:bodyPr>
          <a:p>
            <a:pPr eaLnBrk="1" hangingPunct="1"/>
            <a:endParaRPr dirty="0">
              <a:latin typeface="Tahoma" panose="020B0604030504040204" pitchFamily="34" charset="0"/>
            </a:endParaRPr>
          </a:p>
        </p:txBody>
      </p:sp>
      <p:sp>
        <p:nvSpPr>
          <p:cNvPr id="27652" name="Rectangle 2"/>
          <p:cNvSpPr>
            <a:spLocks noGrp="1"/>
          </p:cNvSpPr>
          <p:nvPr>
            <p:ph type="title"/>
          </p:nvPr>
        </p:nvSpPr>
        <p:spPr>
          <a:xfrm>
            <a:off x="1219200" y="228600"/>
            <a:ext cx="7924800" cy="914400"/>
          </a:xfrm>
          <a:ln>
            <a:solidFill>
              <a:schemeClr val="bg1">
                <a:alpha val="100000"/>
              </a:schemeClr>
            </a:solidFill>
            <a:miter lim="800000"/>
          </a:ln>
        </p:spPr>
        <p:txBody>
          <a:bodyPr vert="horz" wrap="square" lIns="92075" tIns="46038" rIns="92075" bIns="46038" anchor="ctr" anchorCtr="0"/>
          <a:p>
            <a:pPr eaLnBrk="1" hangingPunct="1"/>
            <a:r>
              <a:rPr lang="fr-FR" altLang="x-none" sz="3600" dirty="0"/>
              <a:t>Datamining: Un processus dans l’ECD</a:t>
            </a:r>
            <a:endParaRPr lang="fr-FR" altLang="x-none" sz="3600" b="1" dirty="0"/>
          </a:p>
        </p:txBody>
      </p:sp>
      <p:sp>
        <p:nvSpPr>
          <p:cNvPr id="27653" name="Rectangle 3"/>
          <p:cNvSpPr>
            <a:spLocks noGrp="1"/>
          </p:cNvSpPr>
          <p:nvPr>
            <p:ph idx="1"/>
          </p:nvPr>
        </p:nvSpPr>
        <p:spPr>
          <a:xfrm>
            <a:off x="152400" y="1981200"/>
            <a:ext cx="4419600" cy="1066800"/>
          </a:xfrm>
          <a:ln/>
        </p:spPr>
        <p:txBody>
          <a:bodyPr vert="horz" wrap="square" lIns="92075" tIns="46038" rIns="92075" bIns="46038" anchor="t" anchorCtr="0"/>
          <a:p>
            <a:pPr lvl="1" eaLnBrk="1" hangingPunct="1"/>
            <a:r>
              <a:rPr lang="fr-FR" altLang="x-none" dirty="0"/>
              <a:t>Data mining: étape clé dans l’extraction de connaissances</a:t>
            </a:r>
            <a:endParaRPr lang="fr-FR" altLang="x-none" sz="2000" b="1" dirty="0"/>
          </a:p>
        </p:txBody>
      </p:sp>
      <p:sp>
        <p:nvSpPr>
          <p:cNvPr id="27654" name="Line 4"/>
          <p:cNvSpPr/>
          <p:nvPr/>
        </p:nvSpPr>
        <p:spPr>
          <a:xfrm flipV="1">
            <a:off x="1219200" y="5257800"/>
            <a:ext cx="685800" cy="457200"/>
          </a:xfrm>
          <a:prstGeom prst="line">
            <a:avLst/>
          </a:prstGeom>
          <a:ln w="38100" cap="flat" cmpd="sng">
            <a:solidFill>
              <a:schemeClr val="bg1"/>
            </a:solidFill>
            <a:prstDash val="solid"/>
            <a:headEnd type="none" w="sm" len="sm"/>
            <a:tailEnd type="arrow" w="med" len="med"/>
          </a:ln>
        </p:spPr>
      </p:sp>
      <p:sp>
        <p:nvSpPr>
          <p:cNvPr id="27655" name="Line 5"/>
          <p:cNvSpPr/>
          <p:nvPr/>
        </p:nvSpPr>
        <p:spPr>
          <a:xfrm flipV="1">
            <a:off x="6781800" y="1600200"/>
            <a:ext cx="990600" cy="609600"/>
          </a:xfrm>
          <a:prstGeom prst="line">
            <a:avLst/>
          </a:prstGeom>
          <a:ln w="38100" cap="flat" cmpd="sng">
            <a:solidFill>
              <a:schemeClr val="bg1"/>
            </a:solidFill>
            <a:prstDash val="solid"/>
            <a:headEnd type="none" w="sm" len="sm"/>
            <a:tailEnd type="arrow" w="med" len="med"/>
          </a:ln>
        </p:spPr>
      </p:sp>
      <p:sp>
        <p:nvSpPr>
          <p:cNvPr id="27656" name="Line 6"/>
          <p:cNvSpPr/>
          <p:nvPr/>
        </p:nvSpPr>
        <p:spPr>
          <a:xfrm flipV="1">
            <a:off x="5105400" y="2667000"/>
            <a:ext cx="990600" cy="609600"/>
          </a:xfrm>
          <a:prstGeom prst="line">
            <a:avLst/>
          </a:prstGeom>
          <a:ln w="38100" cap="flat" cmpd="sng">
            <a:solidFill>
              <a:schemeClr val="bg1"/>
            </a:solidFill>
            <a:prstDash val="solid"/>
            <a:headEnd type="none" w="sm" len="sm"/>
            <a:tailEnd type="arrow" w="med" len="med"/>
          </a:ln>
        </p:spPr>
      </p:sp>
      <p:sp>
        <p:nvSpPr>
          <p:cNvPr id="27657" name="Line 7"/>
          <p:cNvSpPr/>
          <p:nvPr/>
        </p:nvSpPr>
        <p:spPr>
          <a:xfrm flipV="1">
            <a:off x="3124200" y="3810000"/>
            <a:ext cx="1219200" cy="609600"/>
          </a:xfrm>
          <a:prstGeom prst="line">
            <a:avLst/>
          </a:prstGeom>
          <a:ln w="38100" cap="flat" cmpd="sng">
            <a:solidFill>
              <a:schemeClr val="bg1"/>
            </a:solidFill>
            <a:prstDash val="solid"/>
            <a:headEnd type="none" w="sm" len="sm"/>
            <a:tailEnd type="arrow" w="med" len="med"/>
          </a:ln>
        </p:spPr>
      </p:sp>
      <p:sp>
        <p:nvSpPr>
          <p:cNvPr id="27658" name="Oval 8"/>
          <p:cNvSpPr/>
          <p:nvPr/>
        </p:nvSpPr>
        <p:spPr>
          <a:xfrm>
            <a:off x="228600" y="5562600"/>
            <a:ext cx="685800" cy="152400"/>
          </a:xfrm>
          <a:prstGeom prst="ellipse">
            <a:avLst/>
          </a:prstGeom>
          <a:solidFill>
            <a:srgbClr val="00CC66"/>
          </a:solidFill>
          <a:ln w="12700" cap="flat" cmpd="sng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p>
            <a:pPr eaLnBrk="1" hangingPunct="1"/>
            <a:endParaRPr dirty="0">
              <a:latin typeface="Tahoma" panose="020B0604030504040204" pitchFamily="34" charset="0"/>
            </a:endParaRPr>
          </a:p>
        </p:txBody>
      </p:sp>
      <p:sp>
        <p:nvSpPr>
          <p:cNvPr id="27659" name="Rectangle 9"/>
          <p:cNvSpPr/>
          <p:nvPr/>
        </p:nvSpPr>
        <p:spPr>
          <a:xfrm>
            <a:off x="228600" y="5638800"/>
            <a:ext cx="685800" cy="406400"/>
          </a:xfrm>
          <a:prstGeom prst="rect">
            <a:avLst/>
          </a:prstGeom>
          <a:solidFill>
            <a:srgbClr val="00CC66"/>
          </a:solidFill>
          <a:ln w="12700" cap="flat" cmpd="sng">
            <a:solidFill>
              <a:schemeClr val="bg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pPr eaLnBrk="1" hangingPunct="1"/>
            <a:endParaRPr dirty="0">
              <a:latin typeface="Tahoma" panose="020B0604030504040204" pitchFamily="34" charset="0"/>
            </a:endParaRPr>
          </a:p>
        </p:txBody>
      </p:sp>
      <p:sp>
        <p:nvSpPr>
          <p:cNvPr id="27660" name="Oval 10"/>
          <p:cNvSpPr/>
          <p:nvPr/>
        </p:nvSpPr>
        <p:spPr>
          <a:xfrm>
            <a:off x="228600" y="5943600"/>
            <a:ext cx="685800" cy="152400"/>
          </a:xfrm>
          <a:prstGeom prst="ellipse">
            <a:avLst/>
          </a:prstGeom>
          <a:solidFill>
            <a:srgbClr val="00CC66"/>
          </a:solidFill>
          <a:ln w="12700" cap="flat" cmpd="sng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p>
            <a:pPr eaLnBrk="1" hangingPunct="1"/>
            <a:endParaRPr dirty="0">
              <a:latin typeface="Tahoma" panose="020B0604030504040204" pitchFamily="34" charset="0"/>
            </a:endParaRPr>
          </a:p>
        </p:txBody>
      </p:sp>
      <p:sp>
        <p:nvSpPr>
          <p:cNvPr id="27661" name="Oval 11"/>
          <p:cNvSpPr/>
          <p:nvPr/>
        </p:nvSpPr>
        <p:spPr>
          <a:xfrm>
            <a:off x="609600" y="5943600"/>
            <a:ext cx="685800" cy="152400"/>
          </a:xfrm>
          <a:prstGeom prst="ellipse">
            <a:avLst/>
          </a:prstGeom>
          <a:solidFill>
            <a:srgbClr val="00CC66"/>
          </a:solidFill>
          <a:ln w="12700" cap="flat" cmpd="sng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p>
            <a:pPr eaLnBrk="1" hangingPunct="1"/>
            <a:endParaRPr dirty="0">
              <a:latin typeface="Tahoma" panose="020B0604030504040204" pitchFamily="34" charset="0"/>
            </a:endParaRPr>
          </a:p>
        </p:txBody>
      </p:sp>
      <p:sp>
        <p:nvSpPr>
          <p:cNvPr id="27662" name="Rectangle 12"/>
          <p:cNvSpPr/>
          <p:nvPr/>
        </p:nvSpPr>
        <p:spPr>
          <a:xfrm>
            <a:off x="609600" y="6019800"/>
            <a:ext cx="685800" cy="406400"/>
          </a:xfrm>
          <a:prstGeom prst="rect">
            <a:avLst/>
          </a:prstGeom>
          <a:solidFill>
            <a:srgbClr val="00CC66"/>
          </a:solidFill>
          <a:ln w="12700" cap="flat" cmpd="sng">
            <a:solidFill>
              <a:schemeClr val="bg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pPr eaLnBrk="1" hangingPunct="1"/>
            <a:endParaRPr dirty="0">
              <a:latin typeface="Tahoma" panose="020B0604030504040204" pitchFamily="34" charset="0"/>
            </a:endParaRPr>
          </a:p>
        </p:txBody>
      </p:sp>
      <p:sp>
        <p:nvSpPr>
          <p:cNvPr id="27663" name="Oval 13"/>
          <p:cNvSpPr/>
          <p:nvPr/>
        </p:nvSpPr>
        <p:spPr>
          <a:xfrm>
            <a:off x="609600" y="6324600"/>
            <a:ext cx="685800" cy="152400"/>
          </a:xfrm>
          <a:prstGeom prst="ellipse">
            <a:avLst/>
          </a:prstGeom>
          <a:solidFill>
            <a:srgbClr val="00CC66"/>
          </a:solidFill>
          <a:ln w="12700" cap="flat" cmpd="sng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p>
            <a:pPr eaLnBrk="1" hangingPunct="1"/>
            <a:endParaRPr dirty="0">
              <a:latin typeface="Tahoma" panose="020B0604030504040204" pitchFamily="34" charset="0"/>
            </a:endParaRPr>
          </a:p>
        </p:txBody>
      </p:sp>
      <p:sp>
        <p:nvSpPr>
          <p:cNvPr id="27664" name="Oval 14"/>
          <p:cNvSpPr/>
          <p:nvPr/>
        </p:nvSpPr>
        <p:spPr>
          <a:xfrm>
            <a:off x="1295400" y="5715000"/>
            <a:ext cx="685800" cy="152400"/>
          </a:xfrm>
          <a:prstGeom prst="ellipse">
            <a:avLst/>
          </a:prstGeom>
          <a:solidFill>
            <a:srgbClr val="00CC66"/>
          </a:solidFill>
          <a:ln w="12700" cap="flat" cmpd="sng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p>
            <a:pPr eaLnBrk="1" hangingPunct="1"/>
            <a:endParaRPr dirty="0">
              <a:latin typeface="Tahoma" panose="020B0604030504040204" pitchFamily="34" charset="0"/>
            </a:endParaRPr>
          </a:p>
        </p:txBody>
      </p:sp>
      <p:sp>
        <p:nvSpPr>
          <p:cNvPr id="27665" name="Rectangle 15"/>
          <p:cNvSpPr/>
          <p:nvPr/>
        </p:nvSpPr>
        <p:spPr>
          <a:xfrm>
            <a:off x="1295400" y="5791200"/>
            <a:ext cx="685800" cy="406400"/>
          </a:xfrm>
          <a:prstGeom prst="rect">
            <a:avLst/>
          </a:prstGeom>
          <a:solidFill>
            <a:srgbClr val="00CC66"/>
          </a:solidFill>
          <a:ln w="12700" cap="flat" cmpd="sng">
            <a:solidFill>
              <a:schemeClr val="bg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pPr eaLnBrk="1" hangingPunct="1"/>
            <a:endParaRPr dirty="0">
              <a:latin typeface="Tahoma" panose="020B0604030504040204" pitchFamily="34" charset="0"/>
            </a:endParaRPr>
          </a:p>
        </p:txBody>
      </p:sp>
      <p:sp>
        <p:nvSpPr>
          <p:cNvPr id="27666" name="Oval 16"/>
          <p:cNvSpPr/>
          <p:nvPr/>
        </p:nvSpPr>
        <p:spPr>
          <a:xfrm>
            <a:off x="1295400" y="6096000"/>
            <a:ext cx="685800" cy="152400"/>
          </a:xfrm>
          <a:prstGeom prst="ellipse">
            <a:avLst/>
          </a:prstGeom>
          <a:solidFill>
            <a:srgbClr val="00CC66"/>
          </a:solidFill>
          <a:ln w="12700" cap="flat" cmpd="sng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p>
            <a:pPr eaLnBrk="1" hangingPunct="1"/>
            <a:endParaRPr dirty="0">
              <a:latin typeface="Tahoma" panose="020B0604030504040204" pitchFamily="34" charset="0"/>
            </a:endParaRPr>
          </a:p>
        </p:txBody>
      </p:sp>
      <p:sp>
        <p:nvSpPr>
          <p:cNvPr id="27667" name="Text Box 17"/>
          <p:cNvSpPr txBox="1"/>
          <p:nvPr/>
        </p:nvSpPr>
        <p:spPr>
          <a:xfrm>
            <a:off x="0" y="4876800"/>
            <a:ext cx="2589213" cy="3968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fr-FR" altLang="x-none" sz="2000" b="1" dirty="0">
                <a:latin typeface="Times New Roman" panose="02020603050405020304" pitchFamily="18" charset="0"/>
              </a:rPr>
              <a:t>Nettoyage de données</a:t>
            </a:r>
            <a:r>
              <a:rPr lang="fr-FR" altLang="x-none" sz="2000" b="1" dirty="0">
                <a:solidFill>
                  <a:schemeClr val="tx1"/>
                </a:solidFill>
                <a:latin typeface="Times New Roman" panose="02020603050405020304" pitchFamily="18" charset="0"/>
              </a:rPr>
              <a:t> </a:t>
            </a:r>
            <a:endParaRPr lang="fr-FR" altLang="x-none" sz="1800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68" name="Text Box 18"/>
          <p:cNvSpPr txBox="1"/>
          <p:nvPr/>
        </p:nvSpPr>
        <p:spPr>
          <a:xfrm>
            <a:off x="2438400" y="5486400"/>
            <a:ext cx="1409700" cy="3968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fr-FR" altLang="x-none" sz="2000" b="1" dirty="0">
                <a:latin typeface="Times New Roman" panose="02020603050405020304" pitchFamily="18" charset="0"/>
              </a:rPr>
              <a:t>Intégration</a:t>
            </a:r>
            <a:endParaRPr lang="fr-FR" altLang="x-none" sz="1800" dirty="0">
              <a:latin typeface="Times New Roman" panose="02020603050405020304" pitchFamily="18" charset="0"/>
            </a:endParaRPr>
          </a:p>
        </p:txBody>
      </p:sp>
      <p:sp>
        <p:nvSpPr>
          <p:cNvPr id="27669" name="Text Box 19"/>
          <p:cNvSpPr txBox="1"/>
          <p:nvPr/>
        </p:nvSpPr>
        <p:spPr>
          <a:xfrm>
            <a:off x="1371600" y="6248400"/>
            <a:ext cx="4343400" cy="409575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p>
            <a:pPr eaLnBrk="1" hangingPunct="1"/>
            <a:r>
              <a:rPr lang="fr-FR" altLang="x-none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Bases de données ou fichiers</a:t>
            </a:r>
            <a:endParaRPr lang="fr-FR" altLang="x-none" sz="2000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70" name="Text Box 20"/>
          <p:cNvSpPr txBox="1"/>
          <p:nvPr/>
        </p:nvSpPr>
        <p:spPr>
          <a:xfrm>
            <a:off x="609600" y="4114800"/>
            <a:ext cx="2454275" cy="409575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  <a:miter/>
            <a:headEnd type="none" w="sm" len="sm"/>
            <a:tailEnd type="none" w="sm" len="sm"/>
          </a:ln>
        </p:spPr>
        <p:txBody>
          <a:bodyPr>
            <a:spAutoFit/>
          </a:bodyPr>
          <a:p>
            <a:pPr eaLnBrk="1" hangingPunct="1"/>
            <a:r>
              <a:rPr lang="fr-FR" altLang="x-none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Data Warehouse</a:t>
            </a:r>
            <a:endParaRPr lang="fr-FR" altLang="x-none" sz="2000" b="1" dirty="0">
              <a:solidFill>
                <a:schemeClr val="tx1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71" name="Rectangle 22"/>
          <p:cNvSpPr/>
          <p:nvPr/>
        </p:nvSpPr>
        <p:spPr>
          <a:xfrm>
            <a:off x="4419600" y="3429000"/>
            <a:ext cx="457200" cy="457200"/>
          </a:xfrm>
          <a:prstGeom prst="rect">
            <a:avLst/>
          </a:prstGeom>
          <a:solidFill>
            <a:srgbClr val="00CC66"/>
          </a:solidFill>
          <a:ln w="9525" cap="flat" cmpd="sng">
            <a:prstDash val="solid"/>
            <a:miter/>
            <a:headEnd type="none" w="med" len="med"/>
            <a:tailEnd type="none" w="med" len="med"/>
          </a:ln>
          <a:scene3d>
            <a:camera prst="legacyObliqueTopRight">
              <a:rot lat="0" lon="0" rev="0"/>
            </a:camera>
            <a:lightRig rig="legacyFlat3" dir="b"/>
          </a:scene3d>
          <a:sp3d extrusionH="430200" prstMaterial="legacyMatte">
            <a:bevelT w="13500" h="13500" prst="angle"/>
            <a:bevelB w="13500" h="13500" prst="angle"/>
            <a:extrusionClr>
              <a:srgbClr val="00CC66"/>
            </a:extrusionClr>
          </a:sp3d>
        </p:spPr>
        <p:txBody>
          <a:bodyPr wrap="none" anchor="ctr" anchorCtr="0">
            <a:flatTx/>
          </a:bodyPr>
          <a:p>
            <a:pPr eaLnBrk="1" hangingPunct="1"/>
            <a:endParaRPr dirty="0">
              <a:latin typeface="Tahoma" panose="020B0604030504040204" pitchFamily="34" charset="0"/>
            </a:endParaRPr>
          </a:p>
        </p:txBody>
      </p:sp>
      <p:sp>
        <p:nvSpPr>
          <p:cNvPr id="27672" name="Rectangle 23"/>
          <p:cNvSpPr/>
          <p:nvPr/>
        </p:nvSpPr>
        <p:spPr>
          <a:xfrm>
            <a:off x="6477000" y="1981200"/>
            <a:ext cx="76200" cy="609600"/>
          </a:xfrm>
          <a:prstGeom prst="rect">
            <a:avLst/>
          </a:prstGeom>
          <a:solidFill>
            <a:schemeClr val="hlink"/>
          </a:solidFill>
          <a:ln w="12700" cap="flat" cmpd="sng">
            <a:solidFill>
              <a:schemeClr val="bg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pPr eaLnBrk="1" hangingPunct="1"/>
            <a:endParaRPr dirty="0">
              <a:latin typeface="Tahoma" panose="020B0604030504040204" pitchFamily="34" charset="0"/>
            </a:endParaRPr>
          </a:p>
        </p:txBody>
      </p:sp>
      <p:sp>
        <p:nvSpPr>
          <p:cNvPr id="27673" name="Rectangle 24"/>
          <p:cNvSpPr/>
          <p:nvPr/>
        </p:nvSpPr>
        <p:spPr>
          <a:xfrm>
            <a:off x="6553200" y="2209800"/>
            <a:ext cx="76200" cy="381000"/>
          </a:xfrm>
          <a:prstGeom prst="rect">
            <a:avLst/>
          </a:prstGeom>
          <a:solidFill>
            <a:schemeClr val="accent2"/>
          </a:solidFill>
          <a:ln w="12700" cap="flat" cmpd="sng">
            <a:solidFill>
              <a:schemeClr val="bg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pPr eaLnBrk="1" hangingPunct="1"/>
            <a:endParaRPr dirty="0">
              <a:latin typeface="Tahoma" panose="020B0604030504040204" pitchFamily="34" charset="0"/>
            </a:endParaRPr>
          </a:p>
        </p:txBody>
      </p:sp>
      <p:sp>
        <p:nvSpPr>
          <p:cNvPr id="27674" name="Rectangle 25"/>
          <p:cNvSpPr/>
          <p:nvPr/>
        </p:nvSpPr>
        <p:spPr>
          <a:xfrm>
            <a:off x="6400800" y="2133600"/>
            <a:ext cx="76200" cy="457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bg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pPr eaLnBrk="1" hangingPunct="1"/>
            <a:endParaRPr dirty="0">
              <a:latin typeface="Tahoma" panose="020B0604030504040204" pitchFamily="34" charset="0"/>
            </a:endParaRPr>
          </a:p>
        </p:txBody>
      </p:sp>
      <p:sp>
        <p:nvSpPr>
          <p:cNvPr id="27675" name="Rectangle 26"/>
          <p:cNvSpPr/>
          <p:nvPr/>
        </p:nvSpPr>
        <p:spPr>
          <a:xfrm>
            <a:off x="6629400" y="2362200"/>
            <a:ext cx="76200" cy="228600"/>
          </a:xfrm>
          <a:prstGeom prst="rect">
            <a:avLst/>
          </a:prstGeom>
          <a:solidFill>
            <a:schemeClr val="tx1"/>
          </a:solidFill>
          <a:ln w="12700" cap="flat" cmpd="sng">
            <a:solidFill>
              <a:schemeClr val="bg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pPr eaLnBrk="1" hangingPunct="1"/>
            <a:endParaRPr dirty="0">
              <a:latin typeface="Tahoma" panose="020B0604030504040204" pitchFamily="34" charset="0"/>
            </a:endParaRPr>
          </a:p>
        </p:txBody>
      </p:sp>
      <p:sp>
        <p:nvSpPr>
          <p:cNvPr id="27676" name="Rectangle 27"/>
          <p:cNvSpPr/>
          <p:nvPr/>
        </p:nvSpPr>
        <p:spPr>
          <a:xfrm>
            <a:off x="6172200" y="2590800"/>
            <a:ext cx="685800" cy="76200"/>
          </a:xfrm>
          <a:prstGeom prst="rect">
            <a:avLst/>
          </a:prstGeom>
          <a:solidFill>
            <a:schemeClr val="accent1"/>
          </a:solidFill>
          <a:ln w="12700" cap="flat" cmpd="sng">
            <a:solidFill>
              <a:schemeClr val="bg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pPr eaLnBrk="1" hangingPunct="1"/>
            <a:endParaRPr dirty="0">
              <a:latin typeface="Tahoma" panose="020B0604030504040204" pitchFamily="34" charset="0"/>
            </a:endParaRPr>
          </a:p>
        </p:txBody>
      </p:sp>
      <p:sp>
        <p:nvSpPr>
          <p:cNvPr id="27677" name="Rectangle 28"/>
          <p:cNvSpPr/>
          <p:nvPr/>
        </p:nvSpPr>
        <p:spPr>
          <a:xfrm>
            <a:off x="6248400" y="2362200"/>
            <a:ext cx="152400" cy="228600"/>
          </a:xfrm>
          <a:prstGeom prst="rect">
            <a:avLst/>
          </a:prstGeom>
          <a:solidFill>
            <a:srgbClr val="FF99FF"/>
          </a:solidFill>
          <a:ln w="12700" cap="flat" cmpd="sng">
            <a:solidFill>
              <a:schemeClr val="bg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pPr eaLnBrk="1" hangingPunct="1"/>
            <a:endParaRPr dirty="0">
              <a:latin typeface="Tahoma" panose="020B0604030504040204" pitchFamily="34" charset="0"/>
            </a:endParaRPr>
          </a:p>
        </p:txBody>
      </p:sp>
      <p:sp>
        <p:nvSpPr>
          <p:cNvPr id="27678" name="WordArt 29"/>
          <p:cNvSpPr>
            <a:spLocks noTextEdit="1"/>
          </p:cNvSpPr>
          <p:nvPr/>
        </p:nvSpPr>
        <p:spPr>
          <a:xfrm>
            <a:off x="7086600" y="990600"/>
            <a:ext cx="1743075" cy="612775"/>
          </a:xfrm>
          <a:prstGeom prst="rect">
            <a:avLst/>
          </a:prstGeom>
        </p:spPr>
        <p:txBody>
          <a:bodyPr wrap="none" fromWordArt="1">
            <a:prstTxWarp prst="textCascadeUp">
              <a:avLst>
                <a:gd name="adj" fmla="val 44444"/>
              </a:avLst>
            </a:prstTxWarp>
            <a:normAutofit/>
            <a:scene3d>
              <a:camera prst="legacyPerspectiveFront">
                <a:rot lat="20520000" lon="1080000" rev="0"/>
              </a:camera>
              <a:lightRig rig="legacyHarsh2" dir="b"/>
            </a:scene3d>
            <a:sp3d extrusionH="430200" prstMaterial="legacyMatte">
              <a:extrusionClr>
                <a:srgbClr val="FF6600"/>
              </a:extrusionClr>
            </a:sp3d>
          </a:bodyPr>
          <a:p>
            <a:pPr algn="ctr"/>
            <a:r>
              <a:rPr lang="en-US" sz="2800">
                <a:gradFill rotWithShape="1">
                  <a:gsLst>
                    <a:gs pos="0">
                      <a:srgbClr val="FFE701"/>
                    </a:gs>
                    <a:gs pos="100000">
                      <a:srgbClr val="FE3E02"/>
                    </a:gs>
                  </a:gsLst>
                  <a:lin ang="5400000" scaled="1"/>
                  <a:tileRect/>
                </a:gradFill>
                <a:latin typeface="Impact" panose="020B0806030902050204" charset="0"/>
                <a:ea typeface="Impact" panose="020B0806030902050204" charset="0"/>
              </a:rPr>
              <a:t>Connaissance</a:t>
            </a:r>
            <a:endParaRPr lang="en-US" sz="2800">
              <a:gradFill rotWithShape="1">
                <a:gsLst>
                  <a:gs pos="0">
                    <a:srgbClr val="FFE701"/>
                  </a:gs>
                  <a:gs pos="100000">
                    <a:srgbClr val="FE3E02"/>
                  </a:gs>
                </a:gsLst>
                <a:lin ang="5400000" scaled="1"/>
                <a:tileRect/>
              </a:gradFill>
              <a:latin typeface="Impact" panose="020B0806030902050204" charset="0"/>
              <a:ea typeface="Impact" panose="020B0806030902050204" charset="0"/>
            </a:endParaRPr>
          </a:p>
        </p:txBody>
      </p:sp>
      <p:sp>
        <p:nvSpPr>
          <p:cNvPr id="27679" name="Text Box 30"/>
          <p:cNvSpPr txBox="1"/>
          <p:nvPr/>
        </p:nvSpPr>
        <p:spPr>
          <a:xfrm>
            <a:off x="1828800" y="3352800"/>
            <a:ext cx="2571750" cy="409575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>
            <a:spAutoFit/>
          </a:bodyPr>
          <a:p>
            <a:pPr eaLnBrk="1" hangingPunct="1"/>
            <a:r>
              <a:rPr lang="fr-FR" altLang="x-none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Données intéressantes</a:t>
            </a:r>
            <a:endParaRPr lang="fr-FR" altLang="x-none" sz="2000" b="1" dirty="0">
              <a:solidFill>
                <a:srgbClr val="00CC66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80" name="Text Box 31"/>
          <p:cNvSpPr txBox="1"/>
          <p:nvPr/>
        </p:nvSpPr>
        <p:spPr>
          <a:xfrm>
            <a:off x="3641725" y="4052888"/>
            <a:ext cx="1155700" cy="396875"/>
          </a:xfrm>
          <a:prstGeom prst="rect">
            <a:avLst/>
          </a:prstGeom>
          <a:noFill/>
          <a:ln w="12700">
            <a:noFill/>
          </a:ln>
        </p:spPr>
        <p:txBody>
          <a:bodyPr wrap="none">
            <a:spAutoFit/>
          </a:bodyPr>
          <a:p>
            <a:pPr eaLnBrk="1" hangingPunct="1"/>
            <a:r>
              <a:rPr lang="fr-FR" altLang="x-none" sz="2000" b="1" dirty="0">
                <a:latin typeface="Times New Roman" panose="02020603050405020304" pitchFamily="18" charset="0"/>
              </a:rPr>
              <a:t>Sélection</a:t>
            </a:r>
            <a:endParaRPr lang="fr-FR" altLang="x-none" sz="2000" b="1" dirty="0">
              <a:latin typeface="Times New Roman" panose="02020603050405020304" pitchFamily="18" charset="0"/>
            </a:endParaRPr>
          </a:p>
        </p:txBody>
      </p:sp>
      <p:sp>
        <p:nvSpPr>
          <p:cNvPr id="27681" name="Text Box 32"/>
          <p:cNvSpPr txBox="1"/>
          <p:nvPr/>
        </p:nvSpPr>
        <p:spPr>
          <a:xfrm>
            <a:off x="4267200" y="2590800"/>
            <a:ext cx="1571625" cy="409575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>
            <a:spAutoFit/>
          </a:bodyPr>
          <a:p>
            <a:pPr eaLnBrk="1" hangingPunct="1"/>
            <a:r>
              <a:rPr lang="fr-FR" altLang="x-none" sz="2000" b="1" dirty="0">
                <a:solidFill>
                  <a:srgbClr val="FF3300"/>
                </a:solidFill>
                <a:latin typeface="Times New Roman" panose="02020603050405020304" pitchFamily="18" charset="0"/>
              </a:rPr>
              <a:t>Data Mining</a:t>
            </a:r>
            <a:endParaRPr lang="fr-FR" altLang="x-none" sz="2000" b="1" dirty="0">
              <a:solidFill>
                <a:srgbClr val="FF33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82" name="Text Box 33"/>
          <p:cNvSpPr txBox="1"/>
          <p:nvPr/>
        </p:nvSpPr>
        <p:spPr>
          <a:xfrm>
            <a:off x="5257800" y="1676400"/>
            <a:ext cx="2727325" cy="409575"/>
          </a:xfrm>
          <a:prstGeom prst="rect">
            <a:avLst/>
          </a:prstGeom>
          <a:noFill/>
          <a:ln w="12700" cap="flat" cmpd="sng">
            <a:solidFill>
              <a:schemeClr val="bg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>
            <a:spAutoFit/>
          </a:bodyPr>
          <a:p>
            <a:pPr eaLnBrk="1" hangingPunct="1"/>
            <a:r>
              <a:rPr lang="fr-FR" altLang="x-none" sz="2000" b="1" dirty="0">
                <a:solidFill>
                  <a:schemeClr val="accent2"/>
                </a:solidFill>
                <a:latin typeface="Times New Roman" panose="02020603050405020304" pitchFamily="18" charset="0"/>
              </a:rPr>
              <a:t>Evaluation de patterns </a:t>
            </a:r>
            <a:endParaRPr lang="fr-FR" altLang="x-none" sz="2000" b="1" dirty="0">
              <a:solidFill>
                <a:schemeClr val="accent2"/>
              </a:solidFill>
              <a:latin typeface="Times New Roman" panose="02020603050405020304" pitchFamily="18" charset="0"/>
            </a:endParaRPr>
          </a:p>
        </p:txBody>
      </p:sp>
      <p:sp>
        <p:nvSpPr>
          <p:cNvPr id="27683" name="Line 34"/>
          <p:cNvSpPr/>
          <p:nvPr/>
        </p:nvSpPr>
        <p:spPr>
          <a:xfrm>
            <a:off x="5638800" y="3124200"/>
            <a:ext cx="0" cy="2133600"/>
          </a:xfrm>
          <a:prstGeom prst="line">
            <a:avLst/>
          </a:prstGeom>
          <a:ln w="38100" cap="flat" cmpd="sng">
            <a:solidFill>
              <a:schemeClr val="bg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27684" name="Line 35"/>
          <p:cNvSpPr/>
          <p:nvPr/>
        </p:nvSpPr>
        <p:spPr>
          <a:xfrm>
            <a:off x="7315200" y="2057400"/>
            <a:ext cx="0" cy="3200400"/>
          </a:xfrm>
          <a:prstGeom prst="line">
            <a:avLst/>
          </a:prstGeom>
          <a:ln w="38100" cap="flat" cmpd="sng">
            <a:solidFill>
              <a:schemeClr val="bg1"/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27685" name="Line 36"/>
          <p:cNvSpPr/>
          <p:nvPr/>
        </p:nvSpPr>
        <p:spPr>
          <a:xfrm flipH="1">
            <a:off x="3962400" y="5257800"/>
            <a:ext cx="3352800" cy="0"/>
          </a:xfrm>
          <a:prstGeom prst="line">
            <a:avLst/>
          </a:prstGeom>
          <a:ln w="38100" cap="flat" cmpd="sng">
            <a:solidFill>
              <a:schemeClr val="bg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27686" name="Line 37"/>
          <p:cNvSpPr/>
          <p:nvPr/>
        </p:nvSpPr>
        <p:spPr>
          <a:xfrm flipV="1">
            <a:off x="3962400" y="4343400"/>
            <a:ext cx="0" cy="914400"/>
          </a:xfrm>
          <a:prstGeom prst="line">
            <a:avLst/>
          </a:prstGeom>
          <a:ln w="38100" cap="flat" cmpd="sng">
            <a:solidFill>
              <a:schemeClr val="bg1"/>
            </a:solidFill>
            <a:prstDash val="solid"/>
            <a:headEnd type="none" w="sm" len="sm"/>
            <a:tailEnd type="triangle" w="med" len="med"/>
          </a:ln>
        </p:spPr>
      </p:sp>
      <p:sp>
        <p:nvSpPr>
          <p:cNvPr id="27687" name="Line 38"/>
          <p:cNvSpPr/>
          <p:nvPr/>
        </p:nvSpPr>
        <p:spPr>
          <a:xfrm>
            <a:off x="7315200" y="5257800"/>
            <a:ext cx="0" cy="838200"/>
          </a:xfrm>
          <a:prstGeom prst="line">
            <a:avLst/>
          </a:prstGeom>
          <a:ln w="38100" cap="flat" cmpd="sng">
            <a:solidFill>
              <a:schemeClr val="bg1"/>
            </a:solidFill>
            <a:prstDash val="sysDot"/>
            <a:headEnd type="none" w="sm" len="sm"/>
            <a:tailEnd type="triangle" w="med" len="med"/>
          </a:ln>
        </p:spPr>
      </p:sp>
      <p:sp>
        <p:nvSpPr>
          <p:cNvPr id="27688" name="Line 39"/>
          <p:cNvSpPr/>
          <p:nvPr/>
        </p:nvSpPr>
        <p:spPr>
          <a:xfrm flipH="1">
            <a:off x="2286000" y="6096000"/>
            <a:ext cx="5029200" cy="0"/>
          </a:xfrm>
          <a:prstGeom prst="line">
            <a:avLst/>
          </a:prstGeom>
          <a:ln w="38100" cap="flat" cmpd="sng">
            <a:solidFill>
              <a:schemeClr val="bg1"/>
            </a:solidFill>
            <a:prstDash val="sysDot"/>
            <a:headEnd type="none" w="sm" len="sm"/>
            <a:tailEnd type="triangle" w="med" len="med"/>
          </a:ln>
        </p:spPr>
      </p:sp>
      <p:sp>
        <p:nvSpPr>
          <p:cNvPr id="27689" name="Line 40"/>
          <p:cNvSpPr/>
          <p:nvPr/>
        </p:nvSpPr>
        <p:spPr>
          <a:xfrm flipH="1" flipV="1">
            <a:off x="1905000" y="5410200"/>
            <a:ext cx="381000" cy="685800"/>
          </a:xfrm>
          <a:prstGeom prst="line">
            <a:avLst/>
          </a:prstGeom>
          <a:ln w="38100" cap="flat" cmpd="sng">
            <a:solidFill>
              <a:schemeClr val="bg1"/>
            </a:solidFill>
            <a:prstDash val="sysDot"/>
            <a:headEnd type="none" w="sm" len="sm"/>
            <a:tailEnd type="triangle" w="med" len="med"/>
          </a:ln>
        </p:spPr>
      </p:sp>
      <p:sp>
        <p:nvSpPr>
          <p:cNvPr id="27690" name="Line 41"/>
          <p:cNvSpPr/>
          <p:nvPr/>
        </p:nvSpPr>
        <p:spPr>
          <a:xfrm>
            <a:off x="2057400" y="5410200"/>
            <a:ext cx="1600200" cy="0"/>
          </a:xfrm>
          <a:prstGeom prst="line">
            <a:avLst/>
          </a:prstGeom>
          <a:ln w="28575" cap="flat" cmpd="sng">
            <a:solidFill>
              <a:schemeClr val="bg1"/>
            </a:solidFill>
            <a:prstDash val="dash"/>
            <a:miter/>
            <a:headEnd type="none" w="med" len="med"/>
            <a:tailEnd type="none" w="med" len="med"/>
          </a:ln>
        </p:spPr>
      </p:sp>
      <p:sp>
        <p:nvSpPr>
          <p:cNvPr id="27691" name="Line 42"/>
          <p:cNvSpPr/>
          <p:nvPr/>
        </p:nvSpPr>
        <p:spPr>
          <a:xfrm flipV="1">
            <a:off x="3657600" y="4191000"/>
            <a:ext cx="0" cy="1219200"/>
          </a:xfrm>
          <a:prstGeom prst="line">
            <a:avLst/>
          </a:prstGeom>
          <a:ln w="28575" cap="flat" cmpd="sng">
            <a:solidFill>
              <a:schemeClr val="bg1"/>
            </a:solidFill>
            <a:prstDash val="dash"/>
            <a:miter/>
            <a:headEnd type="none" w="med" len="med"/>
            <a:tailEnd type="triangle" w="med" len="med"/>
          </a:ln>
        </p:spPr>
      </p:sp>
    </p:spTree>
  </p:cSld>
  <p:clrMapOvr>
    <a:masterClrMapping/>
  </p:clrMapOvr>
  <p:transition>
    <p:blinds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9698" name="Slide Number Placeholder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fr-FR" altLang="x-none" sz="1400" dirty="0"/>
            </a:fld>
            <a:endParaRPr lang="fr-FR" altLang="x-none" sz="1400" dirty="0"/>
          </a:p>
        </p:txBody>
      </p:sp>
      <p:sp>
        <p:nvSpPr>
          <p:cNvPr id="29699" name="Rectangle 2"/>
          <p:cNvSpPr>
            <a:spLocks noGrp="1"/>
          </p:cNvSpPr>
          <p:nvPr>
            <p:ph type="title"/>
          </p:nvPr>
        </p:nvSpPr>
        <p:spPr>
          <a:xfrm>
            <a:off x="1371600" y="228600"/>
            <a:ext cx="5791200" cy="533400"/>
          </a:xfrm>
          <a:ln/>
        </p:spPr>
        <p:txBody>
          <a:bodyPr vert="horz" wrap="square" lIns="92075" tIns="46038" rIns="92075" bIns="46038" anchor="ctr" anchorCtr="0"/>
          <a:p>
            <a:pPr eaLnBrk="1" hangingPunct="1"/>
            <a:r>
              <a:rPr lang="fr-FR" altLang="x-none" sz="3600" dirty="0"/>
              <a:t>Etapes du processus d’ECD</a:t>
            </a:r>
            <a:endParaRPr lang="fr-FR" altLang="x-none" sz="3200" b="1" dirty="0"/>
          </a:p>
        </p:txBody>
      </p:sp>
      <p:sp>
        <p:nvSpPr>
          <p:cNvPr id="29700" name="Rectangle 3"/>
          <p:cNvSpPr>
            <a:spLocks noGrp="1"/>
          </p:cNvSpPr>
          <p:nvPr>
            <p:ph idx="1"/>
          </p:nvPr>
        </p:nvSpPr>
        <p:spPr>
          <a:xfrm>
            <a:off x="533400" y="1295400"/>
            <a:ext cx="7848600" cy="5334000"/>
          </a:xfrm>
          <a:ln/>
        </p:spPr>
        <p:txBody>
          <a:bodyPr vert="horz" wrap="square" lIns="92075" tIns="46038" rIns="92075" bIns="46038" anchor="t" anchorCtr="0"/>
          <a:p>
            <a:pPr eaLnBrk="1" hangingPunct="1">
              <a:lnSpc>
                <a:spcPct val="120000"/>
              </a:lnSpc>
            </a:pPr>
            <a:r>
              <a:rPr lang="fr-FR" altLang="x-none" sz="2000" dirty="0"/>
              <a:t>Comprendre le domaine d’application</a:t>
            </a:r>
            <a:endParaRPr lang="fr-FR" altLang="x-none" sz="2000" dirty="0"/>
          </a:p>
          <a:p>
            <a:pPr eaLnBrk="1" hangingPunct="1">
              <a:lnSpc>
                <a:spcPct val="120000"/>
              </a:lnSpc>
            </a:pPr>
            <a:r>
              <a:rPr lang="fr-FR" altLang="x-none" sz="2000" dirty="0"/>
              <a:t>Création d’un ensemble de données (sélection)</a:t>
            </a:r>
            <a:endParaRPr lang="fr-FR" altLang="x-none" sz="2000" dirty="0"/>
          </a:p>
          <a:p>
            <a:pPr eaLnBrk="1" hangingPunct="1">
              <a:lnSpc>
                <a:spcPct val="120000"/>
              </a:lnSpc>
            </a:pPr>
            <a:r>
              <a:rPr lang="fr-FR" altLang="x-none" sz="2000" dirty="0">
                <a:solidFill>
                  <a:schemeClr val="accent2"/>
                </a:solidFill>
              </a:rPr>
              <a:t>Nettoyage et pré-traitement des données</a:t>
            </a:r>
            <a:r>
              <a:rPr lang="fr-FR" altLang="x-none" sz="2000" dirty="0"/>
              <a:t> (peut prendre 60% de l’effort)</a:t>
            </a:r>
            <a:endParaRPr lang="fr-FR" altLang="x-none" sz="2000" dirty="0"/>
          </a:p>
          <a:p>
            <a:pPr eaLnBrk="1" hangingPunct="1">
              <a:lnSpc>
                <a:spcPct val="120000"/>
              </a:lnSpc>
            </a:pPr>
            <a:r>
              <a:rPr lang="fr-FR" altLang="x-none" sz="2000" dirty="0"/>
              <a:t>Choix des fonctionnalités du data mining </a:t>
            </a:r>
            <a:endParaRPr lang="fr-FR" altLang="x-none" sz="2000" dirty="0"/>
          </a:p>
          <a:p>
            <a:pPr lvl="1" eaLnBrk="1" hangingPunct="1">
              <a:lnSpc>
                <a:spcPct val="120000"/>
              </a:lnSpc>
            </a:pPr>
            <a:r>
              <a:rPr lang="fr-FR" altLang="x-none" sz="1800" dirty="0"/>
              <a:t> classification, consolidation, régression, association, clustering.</a:t>
            </a:r>
            <a:endParaRPr lang="fr-FR" altLang="x-none" sz="1800" dirty="0"/>
          </a:p>
          <a:p>
            <a:pPr eaLnBrk="1" hangingPunct="1">
              <a:lnSpc>
                <a:spcPct val="120000"/>
              </a:lnSpc>
            </a:pPr>
            <a:r>
              <a:rPr lang="fr-FR" altLang="x-none" sz="2000" dirty="0"/>
              <a:t>Choix de(s) l’algorithme(s) d’extraction</a:t>
            </a:r>
            <a:endParaRPr lang="fr-FR" altLang="x-none" sz="2000" dirty="0"/>
          </a:p>
          <a:p>
            <a:pPr eaLnBrk="1" hangingPunct="1">
              <a:lnSpc>
                <a:spcPct val="120000"/>
              </a:lnSpc>
            </a:pPr>
            <a:r>
              <a:rPr lang="fr-FR" altLang="x-none" sz="2000" dirty="0">
                <a:solidFill>
                  <a:schemeClr val="accent2"/>
                </a:solidFill>
              </a:rPr>
              <a:t>Datamining</a:t>
            </a:r>
            <a:r>
              <a:rPr lang="fr-FR" altLang="x-none" sz="2000" dirty="0"/>
              <a:t>: Recherche des motifs (patterns) intéressants</a:t>
            </a:r>
            <a:endParaRPr lang="fr-FR" altLang="x-none" sz="2000" dirty="0"/>
          </a:p>
          <a:p>
            <a:pPr eaLnBrk="1" hangingPunct="1">
              <a:lnSpc>
                <a:spcPct val="120000"/>
              </a:lnSpc>
            </a:pPr>
            <a:r>
              <a:rPr lang="fr-FR" altLang="x-none" sz="2000" dirty="0">
                <a:solidFill>
                  <a:schemeClr val="accent2"/>
                </a:solidFill>
              </a:rPr>
              <a:t>Evaluation des Patterns et  présentation</a:t>
            </a:r>
            <a:endParaRPr lang="fr-FR" altLang="x-none" sz="2000" dirty="0">
              <a:solidFill>
                <a:schemeClr val="accent2"/>
              </a:solidFill>
            </a:endParaRPr>
          </a:p>
          <a:p>
            <a:pPr lvl="1" eaLnBrk="1" hangingPunct="1">
              <a:lnSpc>
                <a:spcPct val="120000"/>
              </a:lnSpc>
            </a:pPr>
            <a:r>
              <a:rPr lang="fr-FR" altLang="x-none" sz="1800" dirty="0"/>
              <a:t>visualisation, transformation, suppression des patterns redondants, etc.</a:t>
            </a:r>
            <a:endParaRPr lang="fr-FR" altLang="x-none" sz="1800" dirty="0"/>
          </a:p>
          <a:p>
            <a:pPr eaLnBrk="1" hangingPunct="1">
              <a:lnSpc>
                <a:spcPct val="120000"/>
              </a:lnSpc>
            </a:pPr>
            <a:r>
              <a:rPr lang="fr-FR" altLang="x-none" sz="2000" dirty="0"/>
              <a:t>Utilisation de la connaissance extraite</a:t>
            </a:r>
            <a:endParaRPr lang="fr-FR" altLang="x-none" dirty="0"/>
          </a:p>
        </p:txBody>
      </p:sp>
    </p:spTree>
  </p:cSld>
  <p:clrMapOvr>
    <a:masterClrMapping/>
  </p:clrMapOvr>
  <p:transition>
    <p:wipe dir="d"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1746" name="Slide Number Placeholder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fr-FR" altLang="x-none" sz="1400" dirty="0"/>
            </a:fld>
            <a:endParaRPr lang="fr-FR" altLang="x-none" sz="1400" dirty="0"/>
          </a:p>
        </p:txBody>
      </p:sp>
      <p:sp>
        <p:nvSpPr>
          <p:cNvPr id="31747" name="Rectangle 2"/>
          <p:cNvSpPr>
            <a:spLocks noGrp="1"/>
          </p:cNvSpPr>
          <p:nvPr>
            <p:ph type="title"/>
          </p:nvPr>
        </p:nvSpPr>
        <p:spPr>
          <a:xfrm>
            <a:off x="228600" y="228600"/>
            <a:ext cx="8153400" cy="1143000"/>
          </a:xfrm>
          <a:ln>
            <a:solidFill>
              <a:schemeClr val="bg1">
                <a:alpha val="100000"/>
              </a:schemeClr>
            </a:solidFill>
            <a:miter lim="800000"/>
          </a:ln>
        </p:spPr>
        <p:txBody>
          <a:bodyPr vert="horz" wrap="square" lIns="92075" tIns="46038" rIns="92075" bIns="46038" anchor="ctr" anchorCtr="0"/>
          <a:p>
            <a:pPr algn="ctr" eaLnBrk="1" hangingPunct="1"/>
            <a:r>
              <a:rPr lang="fr-FR" altLang="x-none" dirty="0"/>
              <a:t>Architecture typique d’un système de Data mining</a:t>
            </a:r>
            <a:endParaRPr lang="fr-FR" altLang="x-none" sz="3200" b="1" dirty="0"/>
          </a:p>
        </p:txBody>
      </p:sp>
      <p:sp>
        <p:nvSpPr>
          <p:cNvPr id="31748" name="Rectangle 7"/>
          <p:cNvSpPr/>
          <p:nvPr/>
        </p:nvSpPr>
        <p:spPr>
          <a:xfrm>
            <a:off x="3200400" y="5486400"/>
            <a:ext cx="914400" cy="838200"/>
          </a:xfrm>
          <a:prstGeom prst="rect">
            <a:avLst/>
          </a:prstGeom>
          <a:solidFill>
            <a:srgbClr val="00CC66"/>
          </a:solidFill>
          <a:ln w="12700" cap="flat" cmpd="sng">
            <a:solidFill>
              <a:schemeClr val="bg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pPr eaLnBrk="1" hangingPunct="1"/>
            <a:endParaRPr dirty="0">
              <a:latin typeface="Tahoma" panose="020B0604030504040204" pitchFamily="34" charset="0"/>
            </a:endParaRPr>
          </a:p>
        </p:txBody>
      </p:sp>
      <p:sp>
        <p:nvSpPr>
          <p:cNvPr id="31749" name="Oval 8"/>
          <p:cNvSpPr/>
          <p:nvPr/>
        </p:nvSpPr>
        <p:spPr>
          <a:xfrm>
            <a:off x="3200400" y="5334000"/>
            <a:ext cx="914400" cy="381000"/>
          </a:xfrm>
          <a:prstGeom prst="ellipse">
            <a:avLst/>
          </a:prstGeom>
          <a:solidFill>
            <a:srgbClr val="00CC66"/>
          </a:solidFill>
          <a:ln w="12700" cap="flat" cmpd="sng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p>
            <a:pPr eaLnBrk="1" hangingPunct="1"/>
            <a:endParaRPr dirty="0">
              <a:latin typeface="Tahoma" panose="020B0604030504040204" pitchFamily="34" charset="0"/>
            </a:endParaRPr>
          </a:p>
        </p:txBody>
      </p:sp>
      <p:sp>
        <p:nvSpPr>
          <p:cNvPr id="31750" name="Oval 9"/>
          <p:cNvSpPr/>
          <p:nvPr/>
        </p:nvSpPr>
        <p:spPr>
          <a:xfrm>
            <a:off x="4953000" y="6172200"/>
            <a:ext cx="1295400" cy="381000"/>
          </a:xfrm>
          <a:prstGeom prst="ellipse">
            <a:avLst/>
          </a:prstGeom>
          <a:solidFill>
            <a:srgbClr val="00CC66"/>
          </a:solidFill>
          <a:ln w="12700" cap="flat" cmpd="sng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p>
            <a:pPr eaLnBrk="1" hangingPunct="1"/>
            <a:endParaRPr dirty="0">
              <a:latin typeface="Tahoma" panose="020B0604030504040204" pitchFamily="34" charset="0"/>
            </a:endParaRPr>
          </a:p>
        </p:txBody>
      </p:sp>
      <p:sp>
        <p:nvSpPr>
          <p:cNvPr id="31751" name="Rectangle 10"/>
          <p:cNvSpPr/>
          <p:nvPr/>
        </p:nvSpPr>
        <p:spPr>
          <a:xfrm>
            <a:off x="4953000" y="5486400"/>
            <a:ext cx="1295400" cy="838200"/>
          </a:xfrm>
          <a:prstGeom prst="rect">
            <a:avLst/>
          </a:prstGeom>
          <a:solidFill>
            <a:srgbClr val="00CC66"/>
          </a:solidFill>
          <a:ln w="12700">
            <a:noFill/>
          </a:ln>
        </p:spPr>
        <p:txBody>
          <a:bodyPr wrap="none" anchor="ctr" anchorCtr="0"/>
          <a:p>
            <a:pPr eaLnBrk="1" hangingPunct="1"/>
            <a:endParaRPr dirty="0">
              <a:latin typeface="Tahoma" panose="020B0604030504040204" pitchFamily="34" charset="0"/>
            </a:endParaRPr>
          </a:p>
        </p:txBody>
      </p:sp>
      <p:sp>
        <p:nvSpPr>
          <p:cNvPr id="31752" name="Oval 11"/>
          <p:cNvSpPr/>
          <p:nvPr/>
        </p:nvSpPr>
        <p:spPr>
          <a:xfrm>
            <a:off x="4953000" y="5334000"/>
            <a:ext cx="1295400" cy="304800"/>
          </a:xfrm>
          <a:prstGeom prst="ellipse">
            <a:avLst/>
          </a:prstGeom>
          <a:solidFill>
            <a:srgbClr val="00CC66"/>
          </a:solidFill>
          <a:ln w="12700" cap="flat" cmpd="sng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p>
            <a:pPr eaLnBrk="1" hangingPunct="1"/>
            <a:endParaRPr dirty="0">
              <a:latin typeface="Tahoma" panose="020B0604030504040204" pitchFamily="34" charset="0"/>
            </a:endParaRPr>
          </a:p>
        </p:txBody>
      </p:sp>
      <p:sp>
        <p:nvSpPr>
          <p:cNvPr id="31753" name="Text Box 12"/>
          <p:cNvSpPr txBox="1"/>
          <p:nvPr/>
        </p:nvSpPr>
        <p:spPr>
          <a:xfrm>
            <a:off x="4876800" y="5562600"/>
            <a:ext cx="1447800" cy="7016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algn="ctr" eaLnBrk="1" hangingPunct="1"/>
            <a:r>
              <a:rPr lang="fr-FR" altLang="x-none" sz="2000" b="1" dirty="0">
                <a:latin typeface="Times New Roman" panose="02020603050405020304" pitchFamily="18" charset="0"/>
              </a:rPr>
              <a:t>Data </a:t>
            </a:r>
            <a:endParaRPr lang="fr-FR" altLang="x-none" sz="2000" b="1" dirty="0">
              <a:latin typeface="Times New Roman" panose="02020603050405020304" pitchFamily="18" charset="0"/>
            </a:endParaRPr>
          </a:p>
          <a:p>
            <a:pPr algn="ctr" eaLnBrk="1" hangingPunct="1"/>
            <a:r>
              <a:rPr lang="fr-FR" altLang="x-none" sz="2000" b="1" dirty="0">
                <a:latin typeface="Times New Roman" panose="02020603050405020304" pitchFamily="18" charset="0"/>
              </a:rPr>
              <a:t>Warehouse</a:t>
            </a:r>
            <a:endParaRPr lang="fr-FR" altLang="x-none" sz="2000" b="1" dirty="0">
              <a:latin typeface="Times New Roman" panose="02020603050405020304" pitchFamily="18" charset="0"/>
            </a:endParaRPr>
          </a:p>
        </p:txBody>
      </p:sp>
      <p:sp>
        <p:nvSpPr>
          <p:cNvPr id="31754" name="Line 26"/>
          <p:cNvSpPr/>
          <p:nvPr/>
        </p:nvSpPr>
        <p:spPr>
          <a:xfrm>
            <a:off x="5257800" y="4038600"/>
            <a:ext cx="0" cy="304800"/>
          </a:xfrm>
          <a:prstGeom prst="line">
            <a:avLst/>
          </a:prstGeom>
          <a:ln w="38100" cap="flat" cmpd="sng">
            <a:solidFill>
              <a:schemeClr val="bg1"/>
            </a:solidFill>
            <a:prstDash val="solid"/>
            <a:headEnd type="triangle" w="med" len="med"/>
            <a:tailEnd type="none" w="sm" len="sm"/>
          </a:ln>
        </p:spPr>
      </p:sp>
      <p:sp>
        <p:nvSpPr>
          <p:cNvPr id="31755" name="Line 27"/>
          <p:cNvSpPr/>
          <p:nvPr/>
        </p:nvSpPr>
        <p:spPr>
          <a:xfrm>
            <a:off x="3276600" y="4038600"/>
            <a:ext cx="0" cy="304800"/>
          </a:xfrm>
          <a:prstGeom prst="line">
            <a:avLst/>
          </a:prstGeom>
          <a:ln w="38100" cap="flat" cmpd="sng">
            <a:solidFill>
              <a:schemeClr val="bg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1756" name="Line 29"/>
          <p:cNvSpPr/>
          <p:nvPr/>
        </p:nvSpPr>
        <p:spPr>
          <a:xfrm>
            <a:off x="6019800" y="3810000"/>
            <a:ext cx="1066800" cy="0"/>
          </a:xfrm>
          <a:prstGeom prst="line">
            <a:avLst/>
          </a:prstGeom>
          <a:ln w="38100" cap="flat" cmpd="sng">
            <a:solidFill>
              <a:schemeClr val="bg1"/>
            </a:solidFill>
            <a:prstDash val="solid"/>
            <a:headEnd type="triangle" w="med" len="med"/>
            <a:tailEnd type="none" w="med" len="med"/>
          </a:ln>
        </p:spPr>
      </p:sp>
      <p:sp>
        <p:nvSpPr>
          <p:cNvPr id="31757" name="Line 32"/>
          <p:cNvSpPr/>
          <p:nvPr/>
        </p:nvSpPr>
        <p:spPr>
          <a:xfrm>
            <a:off x="3276600" y="3276600"/>
            <a:ext cx="0" cy="304800"/>
          </a:xfrm>
          <a:prstGeom prst="line">
            <a:avLst/>
          </a:prstGeom>
          <a:ln w="38100" cap="flat" cmpd="sng">
            <a:solidFill>
              <a:schemeClr val="bg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1758" name="Line 33"/>
          <p:cNvSpPr/>
          <p:nvPr/>
        </p:nvSpPr>
        <p:spPr>
          <a:xfrm>
            <a:off x="5334000" y="3276600"/>
            <a:ext cx="0" cy="304800"/>
          </a:xfrm>
          <a:prstGeom prst="line">
            <a:avLst/>
          </a:prstGeom>
          <a:ln w="38100" cap="flat" cmpd="sng">
            <a:solidFill>
              <a:schemeClr val="bg1"/>
            </a:solidFill>
            <a:prstDash val="solid"/>
            <a:headEnd type="triangle" w="med" len="med"/>
            <a:tailEnd type="none" w="sm" len="sm"/>
          </a:ln>
        </p:spPr>
      </p:sp>
      <p:sp>
        <p:nvSpPr>
          <p:cNvPr id="31759" name="Line 37"/>
          <p:cNvSpPr/>
          <p:nvPr/>
        </p:nvSpPr>
        <p:spPr>
          <a:xfrm>
            <a:off x="3657600" y="4953000"/>
            <a:ext cx="0" cy="533400"/>
          </a:xfrm>
          <a:prstGeom prst="line">
            <a:avLst/>
          </a:prstGeom>
          <a:ln w="38100" cap="flat" cmpd="sng">
            <a:solidFill>
              <a:schemeClr val="bg1"/>
            </a:solidFill>
            <a:prstDash val="solid"/>
            <a:headEnd type="triangle" w="med" len="med"/>
            <a:tailEnd type="none" w="sm" len="sm"/>
          </a:ln>
        </p:spPr>
      </p:sp>
      <p:sp>
        <p:nvSpPr>
          <p:cNvPr id="31760" name="Line 38"/>
          <p:cNvSpPr/>
          <p:nvPr/>
        </p:nvSpPr>
        <p:spPr>
          <a:xfrm>
            <a:off x="5562600" y="4953000"/>
            <a:ext cx="0" cy="533400"/>
          </a:xfrm>
          <a:prstGeom prst="line">
            <a:avLst/>
          </a:prstGeom>
          <a:ln w="38100" cap="flat" cmpd="sng">
            <a:solidFill>
              <a:schemeClr val="bg1"/>
            </a:solidFill>
            <a:prstDash val="solid"/>
            <a:headEnd type="triangle" w="med" len="med"/>
            <a:tailEnd type="none" w="sm" len="sm"/>
          </a:ln>
        </p:spPr>
      </p:sp>
      <p:sp>
        <p:nvSpPr>
          <p:cNvPr id="31761" name="Text Box 56"/>
          <p:cNvSpPr txBox="1"/>
          <p:nvPr/>
        </p:nvSpPr>
        <p:spPr>
          <a:xfrm>
            <a:off x="0" y="5029200"/>
            <a:ext cx="2667000" cy="376238"/>
          </a:xfrm>
          <a:prstGeom prst="rect">
            <a:avLst/>
          </a:prstGeom>
          <a:noFill/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fr-FR" altLang="x-none" sz="1800" b="1" dirty="0">
                <a:latin typeface="Times New Roman" panose="02020603050405020304" pitchFamily="18" charset="0"/>
              </a:rPr>
              <a:t>Nettoyage &amp; intégration</a:t>
            </a:r>
            <a:endParaRPr lang="fr-FR" altLang="x-none" sz="1800" b="1" dirty="0">
              <a:latin typeface="Times New Roman" panose="02020603050405020304" pitchFamily="18" charset="0"/>
            </a:endParaRPr>
          </a:p>
        </p:txBody>
      </p:sp>
      <p:sp>
        <p:nvSpPr>
          <p:cNvPr id="31762" name="Text Box 57"/>
          <p:cNvSpPr txBox="1"/>
          <p:nvPr/>
        </p:nvSpPr>
        <p:spPr>
          <a:xfrm>
            <a:off x="5791200" y="5029200"/>
            <a:ext cx="1066800" cy="376238"/>
          </a:xfrm>
          <a:prstGeom prst="rect">
            <a:avLst/>
          </a:prstGeom>
          <a:noFill/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>
            <a:spAutoFit/>
          </a:bodyPr>
          <a:p>
            <a:pPr eaLnBrk="1" hangingPunct="1">
              <a:spcBef>
                <a:spcPct val="50000"/>
              </a:spcBef>
            </a:pPr>
            <a:r>
              <a:rPr lang="fr-FR" altLang="x-none" sz="1800" b="1" dirty="0">
                <a:latin typeface="Times New Roman" panose="02020603050405020304" pitchFamily="18" charset="0"/>
              </a:rPr>
              <a:t>Filtrage</a:t>
            </a:r>
            <a:endParaRPr lang="fr-FR" altLang="x-none" sz="1800" b="1" dirty="0">
              <a:latin typeface="Times New Roman" panose="02020603050405020304" pitchFamily="18" charset="0"/>
            </a:endParaRPr>
          </a:p>
        </p:txBody>
      </p:sp>
      <p:sp>
        <p:nvSpPr>
          <p:cNvPr id="31763" name="Oval 58"/>
          <p:cNvSpPr/>
          <p:nvPr/>
        </p:nvSpPr>
        <p:spPr>
          <a:xfrm>
            <a:off x="3200400" y="6172200"/>
            <a:ext cx="914400" cy="381000"/>
          </a:xfrm>
          <a:prstGeom prst="ellipse">
            <a:avLst/>
          </a:prstGeom>
          <a:solidFill>
            <a:srgbClr val="00CC66"/>
          </a:solidFill>
          <a:ln w="12700" cap="flat" cmpd="sng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p>
            <a:pPr eaLnBrk="1" hangingPunct="1"/>
            <a:endParaRPr dirty="0">
              <a:latin typeface="Tahoma" panose="020B0604030504040204" pitchFamily="34" charset="0"/>
            </a:endParaRPr>
          </a:p>
        </p:txBody>
      </p:sp>
      <p:sp>
        <p:nvSpPr>
          <p:cNvPr id="31764" name="Rectangle 59"/>
          <p:cNvSpPr/>
          <p:nvPr/>
        </p:nvSpPr>
        <p:spPr>
          <a:xfrm>
            <a:off x="2286000" y="5486400"/>
            <a:ext cx="914400" cy="838200"/>
          </a:xfrm>
          <a:prstGeom prst="rect">
            <a:avLst/>
          </a:prstGeom>
          <a:solidFill>
            <a:srgbClr val="00CC66"/>
          </a:solidFill>
          <a:ln w="12700" cap="flat" cmpd="sng">
            <a:solidFill>
              <a:schemeClr val="bg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pPr eaLnBrk="1" hangingPunct="1"/>
            <a:endParaRPr dirty="0">
              <a:latin typeface="Tahoma" panose="020B0604030504040204" pitchFamily="34" charset="0"/>
            </a:endParaRPr>
          </a:p>
        </p:txBody>
      </p:sp>
      <p:sp>
        <p:nvSpPr>
          <p:cNvPr id="31765" name="Oval 60"/>
          <p:cNvSpPr/>
          <p:nvPr/>
        </p:nvSpPr>
        <p:spPr>
          <a:xfrm>
            <a:off x="2286000" y="5334000"/>
            <a:ext cx="914400" cy="381000"/>
          </a:xfrm>
          <a:prstGeom prst="ellipse">
            <a:avLst/>
          </a:prstGeom>
          <a:solidFill>
            <a:srgbClr val="00CC66"/>
          </a:solidFill>
          <a:ln w="12700" cap="flat" cmpd="sng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p>
            <a:pPr eaLnBrk="1" hangingPunct="1"/>
            <a:endParaRPr dirty="0">
              <a:latin typeface="Tahoma" panose="020B0604030504040204" pitchFamily="34" charset="0"/>
            </a:endParaRPr>
          </a:p>
        </p:txBody>
      </p:sp>
      <p:sp>
        <p:nvSpPr>
          <p:cNvPr id="31766" name="Oval 61"/>
          <p:cNvSpPr/>
          <p:nvPr/>
        </p:nvSpPr>
        <p:spPr>
          <a:xfrm>
            <a:off x="2286000" y="6172200"/>
            <a:ext cx="914400" cy="381000"/>
          </a:xfrm>
          <a:prstGeom prst="ellipse">
            <a:avLst/>
          </a:prstGeom>
          <a:solidFill>
            <a:srgbClr val="00CC66"/>
          </a:solidFill>
          <a:ln w="12700" cap="flat" cmpd="sng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p>
            <a:pPr eaLnBrk="1" hangingPunct="1"/>
            <a:endParaRPr dirty="0">
              <a:latin typeface="Tahoma" panose="020B0604030504040204" pitchFamily="34" charset="0"/>
            </a:endParaRPr>
          </a:p>
        </p:txBody>
      </p:sp>
      <p:sp>
        <p:nvSpPr>
          <p:cNvPr id="31767" name="Text Box 62"/>
          <p:cNvSpPr txBox="1"/>
          <p:nvPr/>
        </p:nvSpPr>
        <p:spPr>
          <a:xfrm>
            <a:off x="2590800" y="5791200"/>
            <a:ext cx="1338263" cy="396875"/>
          </a:xfrm>
          <a:prstGeom prst="rect">
            <a:avLst/>
          </a:prstGeom>
          <a:noFill/>
          <a:ln w="12700">
            <a:noFill/>
          </a:ln>
        </p:spPr>
        <p:txBody>
          <a:bodyPr>
            <a:spAutoFit/>
          </a:bodyPr>
          <a:p>
            <a:pPr eaLnBrk="1" hangingPunct="1"/>
            <a:r>
              <a:rPr lang="fr-FR" altLang="x-none" sz="2000" b="1" dirty="0">
                <a:latin typeface="Times New Roman" panose="02020603050405020304" pitchFamily="18" charset="0"/>
              </a:rPr>
              <a:t>BD’s</a:t>
            </a:r>
            <a:endParaRPr lang="fr-FR" altLang="x-none" sz="2000" b="1" dirty="0">
              <a:latin typeface="Times New Roman" panose="02020603050405020304" pitchFamily="18" charset="0"/>
            </a:endParaRPr>
          </a:p>
        </p:txBody>
      </p:sp>
      <p:sp>
        <p:nvSpPr>
          <p:cNvPr id="31768" name="Line 63"/>
          <p:cNvSpPr/>
          <p:nvPr/>
        </p:nvSpPr>
        <p:spPr>
          <a:xfrm>
            <a:off x="2743200" y="4953000"/>
            <a:ext cx="0" cy="533400"/>
          </a:xfrm>
          <a:prstGeom prst="line">
            <a:avLst/>
          </a:prstGeom>
          <a:ln w="38100" cap="flat" cmpd="sng">
            <a:solidFill>
              <a:schemeClr val="bg1"/>
            </a:solidFill>
            <a:prstDash val="solid"/>
            <a:headEnd type="triangle" w="med" len="med"/>
            <a:tailEnd type="none" w="sm" len="sm"/>
          </a:ln>
        </p:spPr>
      </p:sp>
      <p:sp>
        <p:nvSpPr>
          <p:cNvPr id="31769" name="Rectangle 70"/>
          <p:cNvSpPr/>
          <p:nvPr/>
        </p:nvSpPr>
        <p:spPr>
          <a:xfrm>
            <a:off x="2590800" y="4343400"/>
            <a:ext cx="3505200" cy="6858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eaLnBrk="1" hangingPunct="1"/>
            <a:endParaRPr dirty="0">
              <a:latin typeface="Tahoma" panose="020B0604030504040204" pitchFamily="34" charset="0"/>
            </a:endParaRPr>
          </a:p>
        </p:txBody>
      </p:sp>
      <p:sp>
        <p:nvSpPr>
          <p:cNvPr id="31770" name="Text Box 71"/>
          <p:cNvSpPr txBox="1"/>
          <p:nvPr/>
        </p:nvSpPr>
        <p:spPr>
          <a:xfrm>
            <a:off x="2667000" y="4495800"/>
            <a:ext cx="3276600" cy="476250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eaLnBrk="1" hangingPunct="1">
              <a:lnSpc>
                <a:spcPct val="90000"/>
              </a:lnSpc>
              <a:spcBef>
                <a:spcPct val="50000"/>
              </a:spcBef>
            </a:pPr>
            <a:r>
              <a:rPr lang="fr-FR" altLang="x-none" sz="2400" dirty="0">
                <a:latin typeface="Tahoma" panose="020B0604030504040204" pitchFamily="34" charset="0"/>
              </a:rPr>
              <a:t>BD ou</a:t>
            </a:r>
            <a:r>
              <a:rPr lang="fr-FR" altLang="x-none" sz="2800" dirty="0">
                <a:latin typeface="Tahoma" panose="020B0604030504040204" pitchFamily="34" charset="0"/>
              </a:rPr>
              <a:t> </a:t>
            </a:r>
            <a:r>
              <a:rPr lang="fr-FR" altLang="x-none" sz="2400" dirty="0">
                <a:latin typeface="Tahoma" panose="020B0604030504040204" pitchFamily="34" charset="0"/>
              </a:rPr>
              <a:t>Datawarehouse</a:t>
            </a:r>
            <a:endParaRPr lang="fr-FR" altLang="x-none" sz="2400" dirty="0">
              <a:latin typeface="Tahoma" panose="020B0604030504040204" pitchFamily="34" charset="0"/>
            </a:endParaRPr>
          </a:p>
        </p:txBody>
      </p:sp>
      <p:sp>
        <p:nvSpPr>
          <p:cNvPr id="31771" name="Rectangle 72"/>
          <p:cNvSpPr/>
          <p:nvPr/>
        </p:nvSpPr>
        <p:spPr>
          <a:xfrm>
            <a:off x="2514600" y="3505200"/>
            <a:ext cx="3505200" cy="5334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fr-FR" altLang="x-none" sz="2800" dirty="0">
                <a:latin typeface="Tahoma" panose="020B0604030504040204" pitchFamily="34" charset="0"/>
              </a:rPr>
              <a:t>Module Data mining</a:t>
            </a:r>
            <a:endParaRPr lang="fr-FR" altLang="x-none" sz="2800" dirty="0">
              <a:latin typeface="Tahoma" panose="020B0604030504040204" pitchFamily="34" charset="0"/>
            </a:endParaRPr>
          </a:p>
        </p:txBody>
      </p:sp>
      <p:sp>
        <p:nvSpPr>
          <p:cNvPr id="31772" name="Rectangle 74"/>
          <p:cNvSpPr/>
          <p:nvPr/>
        </p:nvSpPr>
        <p:spPr>
          <a:xfrm>
            <a:off x="2590800" y="2667000"/>
            <a:ext cx="3505200" cy="60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fr-FR" altLang="x-none" sz="2800" dirty="0">
                <a:latin typeface="Tahoma" panose="020B0604030504040204" pitchFamily="34" charset="0"/>
              </a:rPr>
              <a:t>Evaluation des motifs</a:t>
            </a:r>
            <a:endParaRPr lang="fr-FR" altLang="x-none" sz="2800" dirty="0">
              <a:latin typeface="Tahoma" panose="020B0604030504040204" pitchFamily="34" charset="0"/>
            </a:endParaRPr>
          </a:p>
        </p:txBody>
      </p:sp>
      <p:sp>
        <p:nvSpPr>
          <p:cNvPr id="31773" name="Rectangle 75"/>
          <p:cNvSpPr/>
          <p:nvPr/>
        </p:nvSpPr>
        <p:spPr>
          <a:xfrm>
            <a:off x="2514600" y="1752600"/>
            <a:ext cx="3657600" cy="6096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fr-FR" altLang="x-none" sz="2800" dirty="0">
                <a:latin typeface="Tahoma" panose="020B0604030504040204" pitchFamily="34" charset="0"/>
              </a:rPr>
              <a:t>Interface</a:t>
            </a:r>
            <a:r>
              <a:rPr lang="fr-FR" altLang="x-none" sz="2400" dirty="0">
                <a:latin typeface="Tahoma" panose="020B0604030504040204" pitchFamily="34" charset="0"/>
              </a:rPr>
              <a:t> </a:t>
            </a:r>
            <a:r>
              <a:rPr lang="fr-FR" altLang="x-none" sz="2800" dirty="0">
                <a:latin typeface="Tahoma" panose="020B0604030504040204" pitchFamily="34" charset="0"/>
              </a:rPr>
              <a:t>graphique</a:t>
            </a:r>
            <a:endParaRPr lang="fr-FR" altLang="x-none" sz="2800" dirty="0">
              <a:latin typeface="Tahoma" panose="020B0604030504040204" pitchFamily="34" charset="0"/>
            </a:endParaRPr>
          </a:p>
        </p:txBody>
      </p:sp>
      <p:sp>
        <p:nvSpPr>
          <p:cNvPr id="31774" name="Line 76"/>
          <p:cNvSpPr/>
          <p:nvPr/>
        </p:nvSpPr>
        <p:spPr>
          <a:xfrm>
            <a:off x="3352800" y="2362200"/>
            <a:ext cx="0" cy="304800"/>
          </a:xfrm>
          <a:prstGeom prst="line">
            <a:avLst/>
          </a:prstGeom>
          <a:ln w="38100" cap="flat" cmpd="sng">
            <a:solidFill>
              <a:schemeClr val="bg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1775" name="Line 77"/>
          <p:cNvSpPr/>
          <p:nvPr/>
        </p:nvSpPr>
        <p:spPr>
          <a:xfrm>
            <a:off x="3276600" y="1447800"/>
            <a:ext cx="0" cy="304800"/>
          </a:xfrm>
          <a:prstGeom prst="line">
            <a:avLst/>
          </a:prstGeom>
          <a:ln w="38100" cap="flat" cmpd="sng">
            <a:solidFill>
              <a:schemeClr val="bg1"/>
            </a:solidFill>
            <a:prstDash val="solid"/>
            <a:headEnd type="none" w="med" len="med"/>
            <a:tailEnd type="triangle" w="med" len="med"/>
          </a:ln>
        </p:spPr>
      </p:sp>
      <p:sp>
        <p:nvSpPr>
          <p:cNvPr id="31776" name="Line 78"/>
          <p:cNvSpPr/>
          <p:nvPr/>
        </p:nvSpPr>
        <p:spPr>
          <a:xfrm>
            <a:off x="5334000" y="2362200"/>
            <a:ext cx="0" cy="304800"/>
          </a:xfrm>
          <a:prstGeom prst="line">
            <a:avLst/>
          </a:prstGeom>
          <a:ln w="38100" cap="flat" cmpd="sng">
            <a:solidFill>
              <a:schemeClr val="bg1"/>
            </a:solidFill>
            <a:prstDash val="solid"/>
            <a:headEnd type="triangle" w="med" len="med"/>
            <a:tailEnd type="none" w="sm" len="sm"/>
          </a:ln>
        </p:spPr>
      </p:sp>
      <p:sp>
        <p:nvSpPr>
          <p:cNvPr id="31777" name="Line 79"/>
          <p:cNvSpPr/>
          <p:nvPr/>
        </p:nvSpPr>
        <p:spPr>
          <a:xfrm>
            <a:off x="5257800" y="1447800"/>
            <a:ext cx="0" cy="304800"/>
          </a:xfrm>
          <a:prstGeom prst="line">
            <a:avLst/>
          </a:prstGeom>
          <a:ln w="38100" cap="flat" cmpd="sng">
            <a:solidFill>
              <a:schemeClr val="bg1"/>
            </a:solidFill>
            <a:prstDash val="solid"/>
            <a:headEnd type="triangle" w="med" len="med"/>
            <a:tailEnd type="none" w="sm" len="sm"/>
          </a:ln>
        </p:spPr>
      </p:sp>
      <p:sp>
        <p:nvSpPr>
          <p:cNvPr id="31778" name="Line 82"/>
          <p:cNvSpPr/>
          <p:nvPr/>
        </p:nvSpPr>
        <p:spPr>
          <a:xfrm>
            <a:off x="6096000" y="2971800"/>
            <a:ext cx="1066800" cy="381000"/>
          </a:xfrm>
          <a:prstGeom prst="line">
            <a:avLst/>
          </a:prstGeom>
          <a:ln w="38100" cap="flat" cmpd="sng">
            <a:solidFill>
              <a:schemeClr val="bg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31779" name="Line 83"/>
          <p:cNvSpPr/>
          <p:nvPr/>
        </p:nvSpPr>
        <p:spPr>
          <a:xfrm>
            <a:off x="6172200" y="3200400"/>
            <a:ext cx="990600" cy="381000"/>
          </a:xfrm>
          <a:prstGeom prst="line">
            <a:avLst/>
          </a:prstGeom>
          <a:ln w="38100" cap="flat" cmpd="sng">
            <a:solidFill>
              <a:schemeClr val="bg1"/>
            </a:solidFill>
            <a:prstDash val="solid"/>
            <a:miter/>
            <a:headEnd type="triangle" w="med" len="med"/>
            <a:tailEnd type="none" w="med" len="med"/>
          </a:ln>
        </p:spPr>
      </p:sp>
      <p:sp>
        <p:nvSpPr>
          <p:cNvPr id="31780" name="Rectangle 84"/>
          <p:cNvSpPr/>
          <p:nvPr/>
        </p:nvSpPr>
        <p:spPr>
          <a:xfrm>
            <a:off x="7162800" y="3124200"/>
            <a:ext cx="914400" cy="838200"/>
          </a:xfrm>
          <a:prstGeom prst="rect">
            <a:avLst/>
          </a:prstGeom>
          <a:solidFill>
            <a:srgbClr val="00CC66"/>
          </a:solidFill>
          <a:ln w="12700" cap="flat" cmpd="sng">
            <a:solidFill>
              <a:schemeClr val="bg1"/>
            </a:solidFill>
            <a:prstDash val="solid"/>
            <a:miter/>
            <a:headEnd type="none" w="sm" len="sm"/>
            <a:tailEnd type="none" w="sm" len="sm"/>
          </a:ln>
        </p:spPr>
        <p:txBody>
          <a:bodyPr wrap="none" anchor="ctr" anchorCtr="0"/>
          <a:p>
            <a:pPr algn="ctr" eaLnBrk="1" hangingPunct="1"/>
            <a:endParaRPr lang="fr-FR" altLang="x-none" sz="2000" b="1" dirty="0">
              <a:latin typeface="Tahoma" panose="020B0604030504040204" pitchFamily="34" charset="0"/>
            </a:endParaRPr>
          </a:p>
        </p:txBody>
      </p:sp>
      <p:sp>
        <p:nvSpPr>
          <p:cNvPr id="31781" name="Oval 85"/>
          <p:cNvSpPr/>
          <p:nvPr/>
        </p:nvSpPr>
        <p:spPr>
          <a:xfrm>
            <a:off x="7162800" y="2971800"/>
            <a:ext cx="914400" cy="381000"/>
          </a:xfrm>
          <a:prstGeom prst="ellipse">
            <a:avLst/>
          </a:prstGeom>
          <a:solidFill>
            <a:srgbClr val="00CC66"/>
          </a:solidFill>
          <a:ln w="12700" cap="flat" cmpd="sng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p>
            <a:pPr eaLnBrk="1" hangingPunct="1"/>
            <a:endParaRPr dirty="0">
              <a:latin typeface="Tahoma" panose="020B0604030504040204" pitchFamily="34" charset="0"/>
            </a:endParaRPr>
          </a:p>
        </p:txBody>
      </p:sp>
      <p:sp>
        <p:nvSpPr>
          <p:cNvPr id="31782" name="Oval 86"/>
          <p:cNvSpPr/>
          <p:nvPr/>
        </p:nvSpPr>
        <p:spPr>
          <a:xfrm>
            <a:off x="7162800" y="3810000"/>
            <a:ext cx="914400" cy="381000"/>
          </a:xfrm>
          <a:prstGeom prst="ellipse">
            <a:avLst/>
          </a:prstGeom>
          <a:solidFill>
            <a:srgbClr val="00CC66"/>
          </a:solidFill>
          <a:ln w="12700" cap="flat" cmpd="sng">
            <a:solidFill>
              <a:schemeClr val="bg1"/>
            </a:solidFill>
            <a:prstDash val="solid"/>
            <a:headEnd type="none" w="sm" len="sm"/>
            <a:tailEnd type="none" w="sm" len="sm"/>
          </a:ln>
        </p:spPr>
        <p:txBody>
          <a:bodyPr wrap="none" anchor="ctr" anchorCtr="0"/>
          <a:p>
            <a:pPr eaLnBrk="1" hangingPunct="1"/>
            <a:endParaRPr dirty="0">
              <a:latin typeface="Tahoma" panose="020B0604030504040204" pitchFamily="34" charset="0"/>
            </a:endParaRPr>
          </a:p>
        </p:txBody>
      </p:sp>
      <p:sp>
        <p:nvSpPr>
          <p:cNvPr id="31783" name="Text Box 97"/>
          <p:cNvSpPr txBox="1"/>
          <p:nvPr/>
        </p:nvSpPr>
        <p:spPr>
          <a:xfrm>
            <a:off x="6553200" y="4114800"/>
            <a:ext cx="2590800" cy="822325"/>
          </a:xfrm>
          <a:prstGeom prst="rect">
            <a:avLst/>
          </a:prstGeom>
          <a:noFill/>
          <a:ln w="9525">
            <a:noFill/>
          </a:ln>
        </p:spPr>
        <p:txBody>
          <a:bodyPr>
            <a:spAutoFit/>
          </a:bodyPr>
          <a:p>
            <a:pPr algn="ctr" eaLnBrk="1" hangingPunct="1"/>
            <a:r>
              <a:rPr lang="fr-FR" altLang="x-none" sz="2400" dirty="0">
                <a:latin typeface="Tahoma" panose="020B0604030504040204" pitchFamily="34" charset="0"/>
              </a:rPr>
              <a:t>Base de </a:t>
            </a:r>
            <a:endParaRPr lang="fr-FR" altLang="x-none" sz="2400" dirty="0">
              <a:latin typeface="Tahoma" panose="020B0604030504040204" pitchFamily="34" charset="0"/>
            </a:endParaRPr>
          </a:p>
          <a:p>
            <a:pPr algn="ctr" eaLnBrk="1" hangingPunct="1"/>
            <a:r>
              <a:rPr lang="fr-FR" altLang="x-none" sz="2400" dirty="0">
                <a:latin typeface="Tahoma" panose="020B0604030504040204" pitchFamily="34" charset="0"/>
              </a:rPr>
              <a:t>connaissances</a:t>
            </a:r>
            <a:endParaRPr lang="fr-FR" altLang="x-none" sz="2400" dirty="0"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blinds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3794" name="Slide Number Placeholder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fr-FR" altLang="x-none" sz="1400" dirty="0"/>
            </a:fld>
            <a:endParaRPr lang="fr-FR" altLang="x-none" sz="1400" dirty="0"/>
          </a:p>
        </p:txBody>
      </p:sp>
      <p:sp>
        <p:nvSpPr>
          <p:cNvPr id="33795" name="Rectangle 2"/>
          <p:cNvSpPr>
            <a:spLocks noGrp="1"/>
          </p:cNvSpPr>
          <p:nvPr>
            <p:ph type="title"/>
          </p:nvPr>
        </p:nvSpPr>
        <p:spPr>
          <a:xfrm>
            <a:off x="1219200" y="304800"/>
            <a:ext cx="6781800" cy="1066800"/>
          </a:xfrm>
          <a:ln/>
        </p:spPr>
        <p:txBody>
          <a:bodyPr vert="horz" wrap="square" lIns="92075" tIns="46038" rIns="92075" bIns="46038" anchor="ctr" anchorCtr="0"/>
          <a:p>
            <a:pPr algn="ctr" eaLnBrk="1" hangingPunct="1"/>
            <a:r>
              <a:rPr lang="fr-FR" altLang="x-none" sz="3600" dirty="0"/>
              <a:t>Datamining: sur quels types </a:t>
            </a:r>
            <a:br>
              <a:rPr lang="fr-FR" altLang="x-none" sz="3600" dirty="0"/>
            </a:br>
            <a:r>
              <a:rPr lang="fr-FR" altLang="x-none" sz="3600" dirty="0"/>
              <a:t>de données</a:t>
            </a:r>
            <a:endParaRPr lang="fr-FR" altLang="x-none" sz="3600" b="1" u="sng" dirty="0"/>
          </a:p>
        </p:txBody>
      </p:sp>
      <p:sp>
        <p:nvSpPr>
          <p:cNvPr id="33796" name="Rectangle 3"/>
          <p:cNvSpPr>
            <a:spLocks noGrp="1"/>
          </p:cNvSpPr>
          <p:nvPr>
            <p:ph idx="1"/>
          </p:nvPr>
        </p:nvSpPr>
        <p:spPr>
          <a:xfrm>
            <a:off x="762000" y="1905000"/>
            <a:ext cx="8229600" cy="4648200"/>
          </a:xfrm>
          <a:ln/>
        </p:spPr>
        <p:txBody>
          <a:bodyPr vert="horz" wrap="square" lIns="92075" tIns="46038" rIns="92075" bIns="46038" anchor="t" anchorCtr="0"/>
          <a:p>
            <a:pPr eaLnBrk="1" hangingPunct="1">
              <a:lnSpc>
                <a:spcPct val="100000"/>
              </a:lnSpc>
            </a:pPr>
            <a:r>
              <a:rPr lang="fr-FR" altLang="x-none" sz="2400" dirty="0"/>
              <a:t>BD’s relationnelles</a:t>
            </a:r>
            <a:endParaRPr lang="fr-FR" altLang="x-none" sz="2400" dirty="0"/>
          </a:p>
          <a:p>
            <a:pPr eaLnBrk="1" hangingPunct="1">
              <a:lnSpc>
                <a:spcPct val="100000"/>
              </a:lnSpc>
            </a:pPr>
            <a:r>
              <a:rPr lang="fr-FR" altLang="x-none" sz="2400" dirty="0"/>
              <a:t>Data warehouses</a:t>
            </a:r>
            <a:endParaRPr lang="fr-FR" altLang="x-none" sz="2400" dirty="0"/>
          </a:p>
          <a:p>
            <a:pPr eaLnBrk="1" hangingPunct="1">
              <a:lnSpc>
                <a:spcPct val="100000"/>
              </a:lnSpc>
            </a:pPr>
            <a:r>
              <a:rPr lang="fr-FR" altLang="x-none" sz="2400" dirty="0"/>
              <a:t>BD’s transactionnelles</a:t>
            </a:r>
            <a:endParaRPr lang="fr-FR" altLang="x-none" sz="2400" dirty="0"/>
          </a:p>
          <a:p>
            <a:pPr eaLnBrk="1" hangingPunct="1">
              <a:lnSpc>
                <a:spcPct val="100000"/>
              </a:lnSpc>
            </a:pPr>
            <a:r>
              <a:rPr lang="fr-FR" altLang="x-none" sz="2400" dirty="0"/>
              <a:t>BD’s avancées</a:t>
            </a:r>
            <a:endParaRPr lang="fr-FR" altLang="x-none" sz="2400" dirty="0"/>
          </a:p>
          <a:p>
            <a:pPr lvl="1" eaLnBrk="1" hangingPunct="1">
              <a:lnSpc>
                <a:spcPct val="100000"/>
              </a:lnSpc>
            </a:pPr>
            <a:r>
              <a:rPr lang="fr-FR" altLang="x-none" sz="2000" dirty="0"/>
              <a:t>BD’s objet et objet-relationnelles </a:t>
            </a:r>
            <a:endParaRPr lang="fr-FR" altLang="x-none" sz="2000" dirty="0"/>
          </a:p>
          <a:p>
            <a:pPr lvl="1" eaLnBrk="1" hangingPunct="1">
              <a:lnSpc>
                <a:spcPct val="100000"/>
              </a:lnSpc>
            </a:pPr>
            <a:r>
              <a:rPr lang="fr-FR" altLang="x-none" sz="2000" dirty="0"/>
              <a:t>BD’s spatiales</a:t>
            </a:r>
            <a:endParaRPr lang="fr-FR" altLang="x-none" sz="2000" dirty="0"/>
          </a:p>
          <a:p>
            <a:pPr lvl="1" eaLnBrk="1" hangingPunct="1">
              <a:lnSpc>
                <a:spcPct val="100000"/>
              </a:lnSpc>
            </a:pPr>
            <a:r>
              <a:rPr lang="fr-FR" altLang="x-none" sz="2000" dirty="0"/>
              <a:t>Séries temporelles</a:t>
            </a:r>
            <a:endParaRPr lang="fr-FR" altLang="x-none" sz="2000" dirty="0"/>
          </a:p>
          <a:p>
            <a:pPr lvl="1" eaLnBrk="1" hangingPunct="1">
              <a:lnSpc>
                <a:spcPct val="100000"/>
              </a:lnSpc>
            </a:pPr>
            <a:r>
              <a:rPr lang="fr-FR" altLang="x-none" sz="2000" dirty="0"/>
              <a:t>BD’s Textes et multimedia</a:t>
            </a:r>
            <a:endParaRPr lang="fr-FR" altLang="x-none" sz="2000" dirty="0"/>
          </a:p>
          <a:p>
            <a:pPr lvl="1" eaLnBrk="1" hangingPunct="1">
              <a:lnSpc>
                <a:spcPct val="100000"/>
              </a:lnSpc>
            </a:pPr>
            <a:r>
              <a:rPr lang="fr-FR" altLang="x-none" sz="2000" dirty="0"/>
              <a:t>BD’s Hétérogènes </a:t>
            </a:r>
            <a:endParaRPr lang="fr-FR" altLang="x-none" sz="2000" dirty="0"/>
          </a:p>
          <a:p>
            <a:pPr lvl="1" eaLnBrk="1" hangingPunct="1">
              <a:lnSpc>
                <a:spcPct val="100000"/>
              </a:lnSpc>
            </a:pPr>
            <a:r>
              <a:rPr lang="fr-FR" altLang="x-none" sz="2000" dirty="0"/>
              <a:t>WWW</a:t>
            </a:r>
            <a:endParaRPr lang="fr-FR" altLang="x-none" dirty="0"/>
          </a:p>
        </p:txBody>
      </p:sp>
    </p:spTree>
  </p:cSld>
  <p:clrMapOvr>
    <a:masterClrMapping/>
  </p:clrMapOvr>
  <p:transition>
    <p:blinds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5842" name="Slide Number Placeholder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fr-FR" altLang="x-none" sz="1400" dirty="0"/>
            </a:fld>
            <a:endParaRPr lang="fr-FR" altLang="x-none" sz="1400" dirty="0"/>
          </a:p>
        </p:txBody>
      </p:sp>
      <p:sp>
        <p:nvSpPr>
          <p:cNvPr id="35843" name="Rectangle 2"/>
          <p:cNvSpPr>
            <a:spLocks noGrp="1"/>
          </p:cNvSpPr>
          <p:nvPr>
            <p:ph type="title"/>
          </p:nvPr>
        </p:nvSpPr>
        <p:spPr>
          <a:xfrm>
            <a:off x="381000" y="304800"/>
            <a:ext cx="8382000" cy="630238"/>
          </a:xfrm>
          <a:ln/>
        </p:spPr>
        <p:txBody>
          <a:bodyPr vert="horz" wrap="square" lIns="92075" tIns="46038" rIns="92075" bIns="46038" anchor="ctr" anchorCtr="0"/>
          <a:p>
            <a:pPr algn="ctr" eaLnBrk="1" hangingPunct="1"/>
            <a:r>
              <a:rPr lang="fr-FR" altLang="x-none" sz="3600" dirty="0"/>
              <a:t>Fonctionnalités du Data Mining</a:t>
            </a:r>
            <a:endParaRPr lang="fr-FR" altLang="x-none" sz="3200" b="1" dirty="0"/>
          </a:p>
        </p:txBody>
      </p:sp>
      <p:sp>
        <p:nvSpPr>
          <p:cNvPr id="35844" name="Rectangle 3"/>
          <p:cNvSpPr>
            <a:spLocks noGrp="1"/>
          </p:cNvSpPr>
          <p:nvPr>
            <p:ph idx="1"/>
          </p:nvPr>
        </p:nvSpPr>
        <p:spPr>
          <a:xfrm>
            <a:off x="609600" y="1905000"/>
            <a:ext cx="8305800" cy="4648200"/>
          </a:xfrm>
          <a:ln/>
        </p:spPr>
        <p:txBody>
          <a:bodyPr vert="horz" wrap="square" lIns="92075" tIns="46038" rIns="92075" bIns="46038" anchor="t" anchorCtr="0"/>
          <a:p>
            <a:pPr eaLnBrk="1" hangingPunct="1">
              <a:lnSpc>
                <a:spcPct val="130000"/>
              </a:lnSpc>
            </a:pPr>
            <a:r>
              <a:rPr lang="fr-FR" altLang="x-none" dirty="0"/>
              <a:t>On distingue deux grandes familles de tâches réalisées en datamining</a:t>
            </a:r>
            <a:endParaRPr lang="fr-FR" altLang="x-none" dirty="0"/>
          </a:p>
          <a:p>
            <a:pPr lvl="1" eaLnBrk="1" hangingPunct="1">
              <a:lnSpc>
                <a:spcPct val="130000"/>
              </a:lnSpc>
            </a:pPr>
            <a:r>
              <a:rPr lang="fr-FR" altLang="x-none" dirty="0"/>
              <a:t>Description : consiste à trouver les caractéristiques générales relatives aux données fouillées </a:t>
            </a:r>
            <a:endParaRPr lang="fr-FR" altLang="x-none" dirty="0"/>
          </a:p>
          <a:p>
            <a:pPr lvl="1" eaLnBrk="1" hangingPunct="1">
              <a:lnSpc>
                <a:spcPct val="130000"/>
              </a:lnSpc>
            </a:pPr>
            <a:r>
              <a:rPr lang="fr-FR" altLang="x-none" dirty="0"/>
              <a:t>Prédiction : consiste à faire de l’inférence à partir des données actuelles pour prédire des évolutions futures</a:t>
            </a:r>
            <a:endParaRPr lang="fr-FR" altLang="x-none" dirty="0"/>
          </a:p>
        </p:txBody>
      </p:sp>
    </p:spTree>
  </p:cSld>
  <p:clrMapOvr>
    <a:masterClrMapping/>
  </p:clrMapOvr>
  <p:transition>
    <p:blinds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7890" name="Slide Number Placeholder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fr-FR" altLang="x-none" sz="1400" dirty="0"/>
            </a:fld>
            <a:endParaRPr lang="fr-FR" altLang="x-none" sz="1400" dirty="0"/>
          </a:p>
        </p:txBody>
      </p:sp>
      <p:sp>
        <p:nvSpPr>
          <p:cNvPr id="37891" name="Rectangle 2"/>
          <p:cNvSpPr>
            <a:spLocks noGrp="1"/>
          </p:cNvSpPr>
          <p:nvPr>
            <p:ph type="title"/>
          </p:nvPr>
        </p:nvSpPr>
        <p:spPr>
          <a:xfrm>
            <a:off x="838200" y="0"/>
            <a:ext cx="7716838" cy="990600"/>
          </a:xfrm>
          <a:ln/>
        </p:spPr>
        <p:txBody>
          <a:bodyPr vert="horz" wrap="square" lIns="91440" tIns="45720" rIns="91440" bIns="45720" anchor="b" anchorCtr="0"/>
          <a:p>
            <a:pPr algn="ctr" eaLnBrk="1" hangingPunct="1"/>
            <a:r>
              <a:rPr lang="fr-FR" altLang="x-none" sz="3600" dirty="0"/>
              <a:t>Quels types de motifs extraire ? (1)</a:t>
            </a:r>
            <a:endParaRPr lang="fr-FR" altLang="x-none" sz="3600" dirty="0"/>
          </a:p>
        </p:txBody>
      </p:sp>
      <p:sp>
        <p:nvSpPr>
          <p:cNvPr id="37892" name="Rectangle 4"/>
          <p:cNvSpPr>
            <a:spLocks noGrp="1"/>
          </p:cNvSpPr>
          <p:nvPr>
            <p:ph idx="1"/>
          </p:nvPr>
        </p:nvSpPr>
        <p:spPr>
          <a:xfrm>
            <a:off x="457200" y="1676400"/>
            <a:ext cx="8497888" cy="4724400"/>
          </a:xfrm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</a:pPr>
            <a:r>
              <a:rPr lang="fr-FR" altLang="x-none" u="sng" dirty="0"/>
              <a:t>Description de concepts</a:t>
            </a:r>
            <a:r>
              <a:rPr lang="fr-FR" altLang="x-none" sz="3200" u="sng" dirty="0"/>
              <a:t>: </a:t>
            </a:r>
            <a:r>
              <a:rPr lang="fr-FR" altLang="x-none" u="sng" dirty="0"/>
              <a:t>Caractérisation et  discrimination</a:t>
            </a:r>
            <a:endParaRPr lang="fr-FR" altLang="x-none" dirty="0"/>
          </a:p>
          <a:p>
            <a:pPr lvl="1" eaLnBrk="1" hangingPunct="1">
              <a:lnSpc>
                <a:spcPct val="130000"/>
              </a:lnSpc>
            </a:pPr>
            <a:r>
              <a:rPr lang="fr-FR" altLang="x-none" dirty="0"/>
              <a:t>Caractérisation : Il s’agit de trouver des descriptions concises et précises de certains concepts. Ex: On a une table décrivant les clients d’une entreprise. </a:t>
            </a:r>
            <a:endParaRPr lang="fr-FR" altLang="x-none" dirty="0"/>
          </a:p>
          <a:p>
            <a:pPr lvl="1" eaLnBrk="1" hangingPunct="1">
              <a:lnSpc>
                <a:spcPct val="130000"/>
              </a:lnSpc>
            </a:pPr>
            <a:r>
              <a:rPr lang="fr-FR" altLang="x-none" dirty="0"/>
              <a:t>Contraster (régions sèches vs humides)</a:t>
            </a:r>
            <a:endParaRPr lang="fr-FR" altLang="x-none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8914" name="Slide Number Placeholder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fr-FR" altLang="x-none" sz="1400" dirty="0"/>
            </a:fld>
            <a:endParaRPr lang="fr-FR" altLang="x-none" sz="1400" dirty="0"/>
          </a:p>
        </p:txBody>
      </p:sp>
      <p:sp>
        <p:nvSpPr>
          <p:cNvPr id="38915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30000"/>
              </a:lnSpc>
            </a:pPr>
            <a:r>
              <a:rPr lang="fr-FR" altLang="x-none" u="sng" dirty="0"/>
              <a:t>Association</a:t>
            </a:r>
            <a:r>
              <a:rPr lang="fr-FR" altLang="x-none" dirty="0"/>
              <a:t> (corrélation et causalité)</a:t>
            </a:r>
            <a:endParaRPr lang="fr-FR" altLang="x-none" dirty="0"/>
          </a:p>
          <a:p>
            <a:pPr lvl="1" eaLnBrk="1" hangingPunct="1">
              <a:lnSpc>
                <a:spcPct val="130000"/>
              </a:lnSpc>
            </a:pPr>
            <a:r>
              <a:rPr lang="fr-FR" altLang="x-none" dirty="0"/>
              <a:t>age(X, “20..29”) &amp; revenu(X, “200..300KF”) </a:t>
            </a:r>
            <a:r>
              <a:rPr lang="fr-FR" altLang="x-none" dirty="0">
                <a:latin typeface="Wingdings" panose="05000000000000000000" pitchFamily="2" charset="2"/>
              </a:rPr>
              <a:t>à</a:t>
            </a:r>
            <a:r>
              <a:rPr lang="fr-FR" altLang="x-none" dirty="0"/>
              <a:t> achète(X, “PC”) [support = 2%, confiance = 60%]</a:t>
            </a:r>
            <a:endParaRPr lang="fr-FR" altLang="x-none" dirty="0"/>
          </a:p>
          <a:p>
            <a:pPr lvl="1" eaLnBrk="1" hangingPunct="1">
              <a:lnSpc>
                <a:spcPct val="130000"/>
              </a:lnSpc>
            </a:pPr>
            <a:r>
              <a:rPr lang="fr-FR" altLang="x-none" dirty="0"/>
              <a:t>contient(T, “ordinateur”) </a:t>
            </a:r>
            <a:r>
              <a:rPr lang="fr-FR" altLang="x-none" dirty="0">
                <a:latin typeface="Wingdings" panose="05000000000000000000" pitchFamily="2" charset="2"/>
              </a:rPr>
              <a:t>à</a:t>
            </a:r>
            <a:r>
              <a:rPr lang="fr-FR" altLang="x-none" dirty="0"/>
              <a:t> contient(T, “logiciel”) [1%, 75%]</a:t>
            </a:r>
            <a:endParaRPr lang="fr-FR" altLang="x-none" dirty="0"/>
          </a:p>
          <a:p>
            <a:pPr eaLnBrk="1" hangingPunct="1"/>
            <a:endParaRPr lang="fr-FR" altLang="x-none" dirty="0"/>
          </a:p>
        </p:txBody>
      </p:sp>
      <p:sp>
        <p:nvSpPr>
          <p:cNvPr id="38916" name="Rectangle 4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algn="ctr" eaLnBrk="1" hangingPunct="1"/>
            <a:r>
              <a:rPr lang="fr-FR" altLang="x-none" sz="3600" dirty="0"/>
              <a:t>Quels types de motifs extraire ? (2)</a:t>
            </a:r>
            <a:endParaRPr lang="fr-FR" altLang="x-none" sz="36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39938" name="Slide Number Placeholder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fr-FR" altLang="x-none" sz="1400" dirty="0"/>
            </a:fld>
            <a:endParaRPr lang="fr-FR" altLang="x-none" sz="1400" dirty="0"/>
          </a:p>
        </p:txBody>
      </p:sp>
      <p:sp>
        <p:nvSpPr>
          <p:cNvPr id="39939" name="Rectangle 2051"/>
          <p:cNvSpPr>
            <a:spLocks noGrp="1"/>
          </p:cNvSpPr>
          <p:nvPr>
            <p:ph idx="1"/>
          </p:nvPr>
        </p:nvSpPr>
        <p:spPr>
          <a:xfrm>
            <a:off x="609600" y="1524000"/>
            <a:ext cx="8229600" cy="5029200"/>
          </a:xfrm>
          <a:ln/>
        </p:spPr>
        <p:txBody>
          <a:bodyPr vert="horz" wrap="square" lIns="92075" tIns="46038" rIns="92075" bIns="46038" anchor="t" anchorCtr="0"/>
          <a:p>
            <a:pPr eaLnBrk="1" hangingPunct="1">
              <a:lnSpc>
                <a:spcPct val="110000"/>
              </a:lnSpc>
            </a:pPr>
            <a:r>
              <a:rPr lang="fr-FR" altLang="x-none" sz="2400" u="sng" dirty="0"/>
              <a:t>Classification et Prédiction</a:t>
            </a:r>
            <a:r>
              <a:rPr lang="fr-FR" altLang="x-none" sz="2000" dirty="0"/>
              <a:t>  </a:t>
            </a:r>
            <a:endParaRPr lang="fr-FR" altLang="x-none" sz="2000" dirty="0"/>
          </a:p>
          <a:p>
            <a:pPr lvl="1" eaLnBrk="1" hangingPunct="1">
              <a:lnSpc>
                <a:spcPct val="110000"/>
              </a:lnSpc>
            </a:pPr>
            <a:r>
              <a:rPr lang="fr-FR" altLang="x-none" sz="2000" dirty="0"/>
              <a:t>Trouver des modèles (fonctions) qui décrivent et distinguent des concepts pour de futures prédictions</a:t>
            </a:r>
            <a:endParaRPr lang="fr-FR" altLang="x-none" sz="2000" dirty="0"/>
          </a:p>
          <a:p>
            <a:pPr lvl="1" eaLnBrk="1" hangingPunct="1">
              <a:lnSpc>
                <a:spcPct val="110000"/>
              </a:lnSpc>
            </a:pPr>
            <a:r>
              <a:rPr lang="fr-FR" altLang="x-none" sz="2000" dirty="0"/>
              <a:t>Ex : classifier les pays en se basant sur leurs climats, les voitures selon leurs carburants</a:t>
            </a:r>
            <a:endParaRPr lang="fr-FR" altLang="x-none" sz="2000" dirty="0"/>
          </a:p>
          <a:p>
            <a:pPr lvl="1" eaLnBrk="1" hangingPunct="1">
              <a:lnSpc>
                <a:spcPct val="110000"/>
              </a:lnSpc>
            </a:pPr>
            <a:r>
              <a:rPr lang="fr-FR" altLang="x-none" sz="2000" dirty="0"/>
              <a:t>Présentation: Arbres de décision, règles de classification, réseaux neuronaux</a:t>
            </a:r>
            <a:endParaRPr lang="fr-FR" altLang="x-none" sz="2000" dirty="0"/>
          </a:p>
          <a:p>
            <a:pPr lvl="1" eaLnBrk="1" hangingPunct="1">
              <a:lnSpc>
                <a:spcPct val="110000"/>
              </a:lnSpc>
            </a:pPr>
            <a:r>
              <a:rPr lang="fr-FR" altLang="x-none" sz="2000" dirty="0"/>
              <a:t>Prédiction: Prédire des valeurs inconnues</a:t>
            </a:r>
            <a:endParaRPr lang="fr-FR" altLang="x-none" sz="2000" dirty="0"/>
          </a:p>
          <a:p>
            <a:pPr lvl="1" eaLnBrk="1" hangingPunct="1">
              <a:lnSpc>
                <a:spcPct val="110000"/>
              </a:lnSpc>
            </a:pPr>
            <a:r>
              <a:rPr lang="fr-FR" altLang="x-none" sz="2000" dirty="0"/>
              <a:t>Démarche: </a:t>
            </a:r>
            <a:endParaRPr lang="fr-FR" altLang="x-none" sz="2000" dirty="0"/>
          </a:p>
          <a:p>
            <a:pPr lvl="2" eaLnBrk="1" hangingPunct="1">
              <a:lnSpc>
                <a:spcPct val="110000"/>
              </a:lnSpc>
            </a:pPr>
            <a:r>
              <a:rPr lang="fr-FR" altLang="x-none" sz="2000" dirty="0"/>
              <a:t>On prend un échantillon (jeu d’essai) dans lequel chaque objet est associé à une classe</a:t>
            </a:r>
            <a:endParaRPr lang="fr-FR" altLang="x-none" sz="2000" dirty="0"/>
          </a:p>
          <a:p>
            <a:pPr lvl="2" eaLnBrk="1" hangingPunct="1">
              <a:lnSpc>
                <a:spcPct val="110000"/>
              </a:lnSpc>
            </a:pPr>
            <a:r>
              <a:rPr lang="fr-FR" altLang="x-none" sz="2000" dirty="0"/>
              <a:t>Analyser chaque classe (son contenu) pour pouvoir ensuite affecter chaque objet nouveau à une classe particulière</a:t>
            </a:r>
            <a:endParaRPr lang="fr-FR" altLang="x-none" sz="2000" dirty="0"/>
          </a:p>
        </p:txBody>
      </p:sp>
      <p:sp>
        <p:nvSpPr>
          <p:cNvPr id="39940" name="Rectangle 2052"/>
          <p:cNvSpPr/>
          <p:nvPr/>
        </p:nvSpPr>
        <p:spPr>
          <a:xfrm>
            <a:off x="838200" y="0"/>
            <a:ext cx="7716838" cy="990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/>
            <a:r>
              <a:rPr lang="fr-FR" altLang="x-none" sz="3600" dirty="0">
                <a:solidFill>
                  <a:schemeClr val="accent2"/>
                </a:solidFill>
                <a:latin typeface="Tahoma" panose="020B0604030504040204" pitchFamily="34" charset="0"/>
              </a:rPr>
              <a:t>Quels types de motifs extraire ? (3)</a:t>
            </a:r>
            <a:endParaRPr lang="fr-FR" altLang="x-none" sz="3600" dirty="0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blinds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1986" name="Slide Number Placeholder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fr-FR" altLang="x-none" sz="1400" dirty="0"/>
            </a:fld>
            <a:endParaRPr lang="fr-FR" altLang="x-none" sz="1400" dirty="0"/>
          </a:p>
        </p:txBody>
      </p:sp>
      <p:sp>
        <p:nvSpPr>
          <p:cNvPr id="41987" name="Rectangle 4099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10000"/>
              </a:lnSpc>
            </a:pPr>
            <a:r>
              <a:rPr lang="fr-FR" altLang="x-none" sz="2400" u="sng" dirty="0"/>
              <a:t>Analyse de groupes (clusters)</a:t>
            </a:r>
            <a:endParaRPr lang="fr-FR" altLang="x-none" sz="2400" u="sng" dirty="0"/>
          </a:p>
          <a:p>
            <a:pPr lvl="1" eaLnBrk="1" hangingPunct="1">
              <a:lnSpc>
                <a:spcPct val="110000"/>
              </a:lnSpc>
            </a:pPr>
            <a:r>
              <a:rPr lang="fr-FR" altLang="x-none" dirty="0"/>
              <a:t>Appelée aussi classification non supervisée</a:t>
            </a:r>
            <a:endParaRPr lang="fr-FR" altLang="x-none" dirty="0"/>
          </a:p>
          <a:p>
            <a:pPr lvl="1" eaLnBrk="1" hangingPunct="1">
              <a:lnSpc>
                <a:spcPct val="110000"/>
              </a:lnSpc>
            </a:pPr>
            <a:r>
              <a:rPr lang="fr-FR" altLang="x-none" dirty="0"/>
              <a:t>Le regroupement est basé sur le principe: maximiser la </a:t>
            </a:r>
            <a:r>
              <a:rPr lang="fr-FR" altLang="x-none" dirty="0">
                <a:solidFill>
                  <a:schemeClr val="hlink"/>
                </a:solidFill>
              </a:rPr>
              <a:t>similarité</a:t>
            </a:r>
            <a:r>
              <a:rPr lang="fr-FR" altLang="x-none" dirty="0"/>
              <a:t> intra-groupe et la minimiser entre groupes distincts </a:t>
            </a:r>
            <a:endParaRPr lang="fr-FR" altLang="x-none" dirty="0"/>
          </a:p>
          <a:p>
            <a:pPr lvl="1" eaLnBrk="1" hangingPunct="1">
              <a:lnSpc>
                <a:spcPct val="110000"/>
              </a:lnSpc>
            </a:pPr>
            <a:r>
              <a:rPr lang="fr-FR" altLang="x-none" dirty="0"/>
              <a:t>Le nom de chaque groupe est inconnu</a:t>
            </a:r>
            <a:endParaRPr lang="fr-FR" altLang="x-none" dirty="0"/>
          </a:p>
          <a:p>
            <a:pPr eaLnBrk="1" hangingPunct="1"/>
            <a:endParaRPr lang="fr-FR" altLang="x-none" sz="2400" dirty="0"/>
          </a:p>
        </p:txBody>
      </p:sp>
      <p:sp>
        <p:nvSpPr>
          <p:cNvPr id="41988" name="Rectangle 4100"/>
          <p:cNvSpPr/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algn="ctr" eaLnBrk="1" hangingPunct="1"/>
            <a:r>
              <a:rPr lang="fr-FR" altLang="x-none" sz="3600" dirty="0"/>
              <a:t>Quels types de motifs extraire ? (4)</a:t>
            </a:r>
            <a:endParaRPr lang="fr-FR" altLang="x-none" sz="36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4034" name="Slide Number Placeholder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fr-FR" altLang="x-none" sz="1400" dirty="0"/>
            </a:fld>
            <a:endParaRPr lang="fr-FR" altLang="x-none" sz="1400" dirty="0"/>
          </a:p>
        </p:txBody>
      </p:sp>
      <p:sp>
        <p:nvSpPr>
          <p:cNvPr id="44035" name="Rectangle 3"/>
          <p:cNvSpPr>
            <a:spLocks noGrp="1"/>
          </p:cNvSpPr>
          <p:nvPr>
            <p:ph idx="1"/>
          </p:nvPr>
        </p:nvSpPr>
        <p:spPr>
          <a:xfrm>
            <a:off x="685800" y="1676400"/>
            <a:ext cx="8153400" cy="4876800"/>
          </a:xfrm>
          <a:ln/>
        </p:spPr>
        <p:txBody>
          <a:bodyPr vert="horz" wrap="square" lIns="92075" tIns="46038" rIns="92075" bIns="46038" anchor="t" anchorCtr="0"/>
          <a:p>
            <a:pPr eaLnBrk="1" hangingPunct="1">
              <a:lnSpc>
                <a:spcPct val="130000"/>
              </a:lnSpc>
            </a:pPr>
            <a:r>
              <a:rPr lang="fr-FR" altLang="x-none" u="sng" dirty="0"/>
              <a:t>Analyse d’exceptions</a:t>
            </a:r>
            <a:endParaRPr lang="fr-FR" altLang="x-none" u="sng" dirty="0"/>
          </a:p>
          <a:p>
            <a:pPr lvl="1" eaLnBrk="1" hangingPunct="1">
              <a:lnSpc>
                <a:spcPct val="130000"/>
              </a:lnSpc>
            </a:pPr>
            <a:r>
              <a:rPr lang="fr-FR" altLang="x-none" sz="2000" dirty="0"/>
              <a:t>Les objets non conformes à la tendance générale </a:t>
            </a:r>
            <a:endParaRPr lang="fr-FR" altLang="x-none" sz="2000" dirty="0"/>
          </a:p>
          <a:p>
            <a:pPr lvl="1" eaLnBrk="1" hangingPunct="1">
              <a:lnSpc>
                <a:spcPct val="130000"/>
              </a:lnSpc>
            </a:pPr>
            <a:r>
              <a:rPr lang="fr-FR" altLang="x-none" sz="2000" dirty="0"/>
              <a:t>Une exception peut être considérée comme du bruit mais aussi comme indice de fraude</a:t>
            </a:r>
            <a:endParaRPr lang="fr-FR" altLang="x-none" sz="2000" dirty="0"/>
          </a:p>
          <a:p>
            <a:pPr eaLnBrk="1" hangingPunct="1">
              <a:lnSpc>
                <a:spcPct val="130000"/>
              </a:lnSpc>
            </a:pPr>
            <a:r>
              <a:rPr lang="fr-FR" altLang="x-none" u="sng" dirty="0"/>
              <a:t>Analyse de tendances</a:t>
            </a:r>
            <a:endParaRPr lang="fr-FR" altLang="x-none" u="sng" dirty="0"/>
          </a:p>
          <a:p>
            <a:pPr lvl="1" eaLnBrk="1" hangingPunct="1">
              <a:lnSpc>
                <a:spcPct val="130000"/>
              </a:lnSpc>
            </a:pPr>
            <a:r>
              <a:rPr lang="fr-FR" altLang="x-none" dirty="0"/>
              <a:t>Tendance et déviation:  analyse de régression</a:t>
            </a:r>
            <a:endParaRPr lang="fr-FR" altLang="x-none" dirty="0"/>
          </a:p>
          <a:p>
            <a:pPr lvl="1" eaLnBrk="1" hangingPunct="1">
              <a:lnSpc>
                <a:spcPct val="130000"/>
              </a:lnSpc>
            </a:pPr>
            <a:r>
              <a:rPr lang="fr-FR" altLang="x-none" dirty="0"/>
              <a:t>Extraction de séquences séquentiels, analyse de périodicités</a:t>
            </a:r>
            <a:endParaRPr lang="fr-FR" altLang="x-none" dirty="0"/>
          </a:p>
        </p:txBody>
      </p:sp>
      <p:sp>
        <p:nvSpPr>
          <p:cNvPr id="44036" name="Rectangle 4"/>
          <p:cNvSpPr/>
          <p:nvPr/>
        </p:nvSpPr>
        <p:spPr>
          <a:xfrm>
            <a:off x="838200" y="0"/>
            <a:ext cx="7716838" cy="990600"/>
          </a:xfrm>
          <a:prstGeom prst="rect">
            <a:avLst/>
          </a:prstGeom>
          <a:noFill/>
          <a:ln w="9525">
            <a:noFill/>
          </a:ln>
        </p:spPr>
        <p:txBody>
          <a:bodyPr anchor="b" anchorCtr="0"/>
          <a:p>
            <a:pPr algn="ctr" eaLnBrk="1" hangingPunct="1"/>
            <a:r>
              <a:rPr lang="fr-FR" altLang="x-none" sz="3600" dirty="0">
                <a:solidFill>
                  <a:schemeClr val="accent2"/>
                </a:solidFill>
                <a:latin typeface="Tahoma" panose="020B0604030504040204" pitchFamily="34" charset="0"/>
              </a:rPr>
              <a:t>Quels types de motifs extraire ? (5)</a:t>
            </a:r>
            <a:endParaRPr lang="fr-FR" altLang="x-none" sz="3600" dirty="0">
              <a:solidFill>
                <a:schemeClr val="accent2"/>
              </a:solidFill>
              <a:latin typeface="Tahoma" panose="020B0604030504040204" pitchFamily="34" charset="0"/>
            </a:endParaRPr>
          </a:p>
        </p:txBody>
      </p:sp>
    </p:spTree>
  </p:cSld>
  <p:clrMapOvr>
    <a:masterClrMapping/>
  </p:clrMapOvr>
  <p:transition>
    <p:blinds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6082" name="Slide Number Placeholder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fr-FR" altLang="x-none" sz="1400" dirty="0"/>
            </a:fld>
            <a:endParaRPr lang="fr-FR" altLang="x-none" sz="1400" dirty="0"/>
          </a:p>
        </p:txBody>
      </p:sp>
      <p:sp>
        <p:nvSpPr>
          <p:cNvPr id="46083" name="Rectangle 2"/>
          <p:cNvSpPr>
            <a:spLocks noGrp="1"/>
          </p:cNvSpPr>
          <p:nvPr>
            <p:ph type="title"/>
          </p:nvPr>
        </p:nvSpPr>
        <p:spPr>
          <a:xfrm>
            <a:off x="609600" y="457200"/>
            <a:ext cx="8077200" cy="914400"/>
          </a:xfrm>
          <a:ln/>
        </p:spPr>
        <p:txBody>
          <a:bodyPr vert="horz" wrap="square" lIns="92075" tIns="46038" rIns="92075" bIns="46038" anchor="ctr" anchorCtr="0"/>
          <a:p>
            <a:pPr algn="ctr" eaLnBrk="1" hangingPunct="1"/>
            <a:r>
              <a:rPr lang="fr-FR" altLang="x-none" sz="3600" dirty="0"/>
              <a:t>Est-ce que tous les motifs </a:t>
            </a:r>
            <a:r>
              <a:rPr lang="fr-FR" altLang="x-none" sz="3600" i="1" dirty="0"/>
              <a:t>découverts</a:t>
            </a:r>
            <a:r>
              <a:rPr lang="fr-FR" altLang="x-none" sz="3600" dirty="0"/>
              <a:t> sont utiles?</a:t>
            </a:r>
            <a:endParaRPr lang="fr-FR" altLang="x-none" sz="3600" b="1" dirty="0"/>
          </a:p>
        </p:txBody>
      </p:sp>
      <p:sp>
        <p:nvSpPr>
          <p:cNvPr id="46084" name="Rectangle 3"/>
          <p:cNvSpPr>
            <a:spLocks noGrp="1"/>
          </p:cNvSpPr>
          <p:nvPr>
            <p:ph idx="1"/>
          </p:nvPr>
        </p:nvSpPr>
        <p:spPr>
          <a:xfrm>
            <a:off x="533400" y="1752600"/>
            <a:ext cx="8153400" cy="4800600"/>
          </a:xfrm>
          <a:ln/>
        </p:spPr>
        <p:txBody>
          <a:bodyPr vert="horz" wrap="square" lIns="92075" tIns="46038" rIns="92075" bIns="46038" anchor="t" anchorCtr="0"/>
          <a:p>
            <a:pPr eaLnBrk="1" hangingPunct="1">
              <a:lnSpc>
                <a:spcPct val="130000"/>
              </a:lnSpc>
            </a:pPr>
            <a:r>
              <a:rPr lang="fr-FR" altLang="x-none" sz="2000" dirty="0"/>
              <a:t>Un système de data mining peut générer des milliers de motifs pas tous intéressants. C’est quoi un motif intéressant ?</a:t>
            </a:r>
            <a:endParaRPr lang="fr-FR" altLang="x-none" sz="2000" dirty="0"/>
          </a:p>
          <a:p>
            <a:pPr eaLnBrk="1" hangingPunct="1">
              <a:lnSpc>
                <a:spcPct val="130000"/>
              </a:lnSpc>
            </a:pPr>
            <a:r>
              <a:rPr lang="fr-FR" altLang="x-none" sz="2000" b="1" u="sng" dirty="0"/>
              <a:t>Mesure d’intérêt </a:t>
            </a:r>
            <a:r>
              <a:rPr lang="fr-FR" altLang="x-none" sz="2000" dirty="0"/>
              <a:t>: Un motif est intéressant s’il est facilement compréhensible, a un degré de certitude, nouveau, peut servir à valider (ou invalider) une hypothèse utilisateur   </a:t>
            </a:r>
            <a:endParaRPr lang="fr-FR" altLang="x-none" sz="2000" dirty="0"/>
          </a:p>
          <a:p>
            <a:pPr eaLnBrk="1" hangingPunct="1">
              <a:lnSpc>
                <a:spcPct val="130000"/>
              </a:lnSpc>
            </a:pPr>
            <a:r>
              <a:rPr lang="fr-FR" altLang="x-none" sz="2000" b="1" u="sng" dirty="0"/>
              <a:t>Mesure Objective vs. Subjective :</a:t>
            </a:r>
            <a:endParaRPr lang="fr-FR" altLang="x-none" sz="2000" u="sng" dirty="0"/>
          </a:p>
          <a:p>
            <a:pPr lvl="1" eaLnBrk="1" hangingPunct="1">
              <a:lnSpc>
                <a:spcPct val="130000"/>
              </a:lnSpc>
            </a:pPr>
            <a:r>
              <a:rPr lang="fr-FR" altLang="x-none" sz="2000" u="sng" dirty="0"/>
              <a:t>Objective:</a:t>
            </a:r>
            <a:r>
              <a:rPr lang="fr-FR" altLang="x-none" sz="2000" dirty="0"/>
              <a:t> basée sur des mesures statistiques : support, confiance, etc.</a:t>
            </a:r>
            <a:endParaRPr lang="fr-FR" altLang="x-none" sz="2000" dirty="0"/>
          </a:p>
          <a:p>
            <a:pPr lvl="1" eaLnBrk="1" hangingPunct="1">
              <a:lnSpc>
                <a:spcPct val="130000"/>
              </a:lnSpc>
            </a:pPr>
            <a:r>
              <a:rPr lang="fr-FR" altLang="x-none" sz="2000" u="sng" dirty="0"/>
              <a:t>Subjective:</a:t>
            </a:r>
            <a:r>
              <a:rPr lang="fr-FR" altLang="x-none" sz="2000" dirty="0"/>
              <a:t> basée sur le point de vue de l’utilisateur sur les données, ex: le fait que cela soit inattendu, nouveauté, actionnabilité, etc.</a:t>
            </a:r>
            <a:endParaRPr lang="fr-FR" altLang="x-none" sz="2000" dirty="0"/>
          </a:p>
        </p:txBody>
      </p:sp>
    </p:spTree>
  </p:cSld>
  <p:clrMapOvr>
    <a:masterClrMapping/>
  </p:clrMapOvr>
  <p:transition>
    <p:blinds/>
  </p:transition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48130" name="Slide Number Placeholder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fr-FR" altLang="x-none" sz="1400" dirty="0"/>
            </a:fld>
            <a:endParaRPr lang="fr-FR" altLang="x-none" sz="1400" dirty="0"/>
          </a:p>
        </p:txBody>
      </p:sp>
      <p:sp>
        <p:nvSpPr>
          <p:cNvPr id="48131" name="Rectangle 1026"/>
          <p:cNvSpPr>
            <a:spLocks noGrp="1"/>
          </p:cNvSpPr>
          <p:nvPr>
            <p:ph type="title"/>
          </p:nvPr>
        </p:nvSpPr>
        <p:spPr>
          <a:xfrm>
            <a:off x="1524000" y="457200"/>
            <a:ext cx="7391400" cy="990600"/>
          </a:xfrm>
          <a:ln/>
        </p:spPr>
        <p:txBody>
          <a:bodyPr vert="horz" wrap="square" lIns="92075" tIns="46038" rIns="92075" bIns="46038" anchor="ctr" anchorCtr="0"/>
          <a:p>
            <a:pPr algn="ctr" eaLnBrk="1" hangingPunct="1"/>
            <a:r>
              <a:rPr lang="fr-FR" altLang="x-none" sz="3600" dirty="0"/>
              <a:t>Peut-on trouver </a:t>
            </a:r>
            <a:r>
              <a:rPr lang="fr-FR" altLang="x-none" sz="3600" u="sng" dirty="0"/>
              <a:t>tous</a:t>
            </a:r>
            <a:r>
              <a:rPr lang="fr-FR" altLang="x-none" sz="3600" dirty="0"/>
              <a:t> et </a:t>
            </a:r>
            <a:r>
              <a:rPr lang="fr-FR" altLang="x-none" sz="3600" u="sng" dirty="0"/>
              <a:t>que</a:t>
            </a:r>
            <a:r>
              <a:rPr lang="fr-FR" altLang="x-none" sz="3600" dirty="0"/>
              <a:t> </a:t>
            </a:r>
            <a:br>
              <a:rPr lang="fr-FR" altLang="x-none" sz="3600" dirty="0"/>
            </a:br>
            <a:r>
              <a:rPr lang="fr-FR" altLang="x-none" sz="3600" dirty="0"/>
              <a:t>les motifs intéressants?</a:t>
            </a:r>
            <a:endParaRPr lang="fr-FR" altLang="x-none" sz="3200" b="1" dirty="0"/>
          </a:p>
        </p:txBody>
      </p:sp>
      <p:sp>
        <p:nvSpPr>
          <p:cNvPr id="48132" name="Rectangle 1027"/>
          <p:cNvSpPr>
            <a:spLocks noGrp="1"/>
          </p:cNvSpPr>
          <p:nvPr>
            <p:ph idx="1"/>
          </p:nvPr>
        </p:nvSpPr>
        <p:spPr>
          <a:xfrm>
            <a:off x="609600" y="2133600"/>
            <a:ext cx="8229600" cy="4495800"/>
          </a:xfrm>
          <a:ln/>
        </p:spPr>
        <p:txBody>
          <a:bodyPr vert="horz" wrap="square" lIns="92075" tIns="46038" rIns="92075" bIns="46038" anchor="t" anchorCtr="0"/>
          <a:p>
            <a:pPr eaLnBrk="1" hangingPunct="1">
              <a:lnSpc>
                <a:spcPct val="120000"/>
              </a:lnSpc>
            </a:pPr>
            <a:r>
              <a:rPr lang="fr-FR" altLang="x-none" sz="2400" u="sng" dirty="0"/>
              <a:t>Trouver tous les patterns intéressants: </a:t>
            </a:r>
            <a:r>
              <a:rPr lang="fr-FR" altLang="x-none" sz="2400" u="sng" dirty="0">
                <a:solidFill>
                  <a:schemeClr val="hlink"/>
                </a:solidFill>
              </a:rPr>
              <a:t>Complétude</a:t>
            </a:r>
            <a:endParaRPr lang="fr-FR" altLang="x-none" sz="2400" u="sng" dirty="0">
              <a:solidFill>
                <a:schemeClr val="hlink"/>
              </a:solidFill>
            </a:endParaRPr>
          </a:p>
          <a:p>
            <a:pPr lvl="1" eaLnBrk="1" hangingPunct="1">
              <a:lnSpc>
                <a:spcPct val="120000"/>
              </a:lnSpc>
            </a:pPr>
            <a:r>
              <a:rPr lang="fr-FR" altLang="x-none" sz="2000" dirty="0"/>
              <a:t>Association vs. classification vs. regroupement</a:t>
            </a:r>
            <a:endParaRPr lang="fr-FR" altLang="x-none" sz="2000" dirty="0"/>
          </a:p>
          <a:p>
            <a:pPr eaLnBrk="1" hangingPunct="1">
              <a:lnSpc>
                <a:spcPct val="120000"/>
              </a:lnSpc>
            </a:pPr>
            <a:r>
              <a:rPr lang="fr-FR" altLang="x-none" sz="2400" u="sng" dirty="0"/>
              <a:t>Trouver que les patterns intéressants: </a:t>
            </a:r>
            <a:r>
              <a:rPr lang="fr-FR" altLang="x-none" sz="2400" u="sng" dirty="0">
                <a:solidFill>
                  <a:schemeClr val="hlink"/>
                </a:solidFill>
              </a:rPr>
              <a:t>Optimisation</a:t>
            </a:r>
            <a:endParaRPr lang="fr-FR" altLang="x-none" sz="2400" u="sng" dirty="0">
              <a:solidFill>
                <a:schemeClr val="hlink"/>
              </a:solidFill>
            </a:endParaRPr>
          </a:p>
          <a:p>
            <a:pPr lvl="1" eaLnBrk="1" hangingPunct="1">
              <a:lnSpc>
                <a:spcPct val="120000"/>
              </a:lnSpc>
            </a:pPr>
            <a:r>
              <a:rPr lang="fr-FR" altLang="x-none" sz="2000" dirty="0"/>
              <a:t>Approches</a:t>
            </a:r>
            <a:endParaRPr lang="fr-FR" altLang="x-none" sz="2000" dirty="0"/>
          </a:p>
          <a:p>
            <a:pPr lvl="2" eaLnBrk="1" hangingPunct="1">
              <a:lnSpc>
                <a:spcPct val="120000"/>
              </a:lnSpc>
            </a:pPr>
            <a:r>
              <a:rPr lang="fr-FR" altLang="x-none" sz="2000" dirty="0"/>
              <a:t>D’abord les trouver tous puis filtrer</a:t>
            </a:r>
            <a:endParaRPr lang="fr-FR" altLang="x-none" sz="2000" dirty="0"/>
          </a:p>
          <a:p>
            <a:pPr lvl="2" eaLnBrk="1" hangingPunct="1">
              <a:lnSpc>
                <a:spcPct val="120000"/>
              </a:lnSpc>
            </a:pPr>
            <a:r>
              <a:rPr lang="fr-FR" altLang="x-none" sz="2000" dirty="0"/>
              <a:t>Ne générer que les motifs intéressants</a:t>
            </a:r>
            <a:endParaRPr lang="fr-FR" altLang="x-none" sz="2000" b="1" dirty="0"/>
          </a:p>
        </p:txBody>
      </p:sp>
    </p:spTree>
  </p:cSld>
  <p:clrMapOvr>
    <a:masterClrMapping/>
  </p:clrMapOvr>
  <p:transition>
    <p:blinds/>
  </p:transition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0178" name="Slide Number Placeholder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fr-FR" altLang="x-none" sz="1400" dirty="0"/>
            </a:fld>
            <a:endParaRPr lang="fr-FR" altLang="x-none" sz="1400" dirty="0"/>
          </a:p>
        </p:txBody>
      </p:sp>
      <p:sp>
        <p:nvSpPr>
          <p:cNvPr id="50179" name="Rectangle 2"/>
          <p:cNvSpPr>
            <a:spLocks noGrp="1"/>
          </p:cNvSpPr>
          <p:nvPr>
            <p:ph type="title"/>
          </p:nvPr>
        </p:nvSpPr>
        <p:spPr>
          <a:xfrm>
            <a:off x="0" y="304800"/>
            <a:ext cx="8991600" cy="1219200"/>
          </a:xfrm>
          <a:ln/>
        </p:spPr>
        <p:txBody>
          <a:bodyPr vert="horz" wrap="square" lIns="92075" tIns="46038" rIns="92075" bIns="46038" anchor="ctr" anchorCtr="0"/>
          <a:p>
            <a:pPr algn="ctr" eaLnBrk="1" hangingPunct="1"/>
            <a:r>
              <a:rPr lang="fr-FR" altLang="x-none" sz="3600" dirty="0"/>
              <a:t>Data Mining: Confluence de </a:t>
            </a:r>
            <a:br>
              <a:rPr lang="fr-FR" altLang="x-none" sz="3600" dirty="0"/>
            </a:br>
            <a:r>
              <a:rPr lang="fr-FR" altLang="x-none" sz="3600" dirty="0"/>
              <a:t>plusieurs Disciplines</a:t>
            </a:r>
            <a:r>
              <a:rPr lang="fr-FR" altLang="x-none" sz="3200" b="1" dirty="0"/>
              <a:t> </a:t>
            </a:r>
            <a:endParaRPr lang="fr-FR" altLang="x-none" sz="3200" b="1" dirty="0"/>
          </a:p>
        </p:txBody>
      </p:sp>
      <p:sp>
        <p:nvSpPr>
          <p:cNvPr id="50180" name="Rectangle 4"/>
          <p:cNvSpPr/>
          <p:nvPr/>
        </p:nvSpPr>
        <p:spPr>
          <a:xfrm>
            <a:off x="3429000" y="3429000"/>
            <a:ext cx="2209800" cy="914400"/>
          </a:xfrm>
          <a:prstGeom prst="rect">
            <a:avLst/>
          </a:prstGeom>
          <a:solidFill>
            <a:schemeClr val="folHlink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fr-FR" altLang="x-none" sz="2800" dirty="0">
                <a:latin typeface="Tahoma" panose="020B0604030504040204" pitchFamily="34" charset="0"/>
              </a:rPr>
              <a:t>Data Mining</a:t>
            </a:r>
            <a:endParaRPr lang="fr-FR" altLang="x-none" sz="2800" dirty="0">
              <a:latin typeface="Tahoma" panose="020B0604030504040204" pitchFamily="34" charset="0"/>
            </a:endParaRPr>
          </a:p>
        </p:txBody>
      </p:sp>
      <p:sp>
        <p:nvSpPr>
          <p:cNvPr id="50181" name="Rectangle 6"/>
          <p:cNvSpPr/>
          <p:nvPr/>
        </p:nvSpPr>
        <p:spPr>
          <a:xfrm>
            <a:off x="1524000" y="1981200"/>
            <a:ext cx="2209800" cy="6858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fr-FR" altLang="x-none" sz="2400" dirty="0">
                <a:latin typeface="Tahoma" panose="020B0604030504040204" pitchFamily="34" charset="0"/>
              </a:rPr>
              <a:t>Technologie BD</a:t>
            </a:r>
            <a:endParaRPr lang="fr-FR" altLang="x-none" sz="2400" dirty="0">
              <a:latin typeface="Tahoma" panose="020B0604030504040204" pitchFamily="34" charset="0"/>
            </a:endParaRPr>
          </a:p>
        </p:txBody>
      </p:sp>
      <p:sp>
        <p:nvSpPr>
          <p:cNvPr id="50182" name="Rectangle 7"/>
          <p:cNvSpPr/>
          <p:nvPr/>
        </p:nvSpPr>
        <p:spPr>
          <a:xfrm>
            <a:off x="5105400" y="1905000"/>
            <a:ext cx="1981200" cy="7620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fr-FR" altLang="x-none" sz="2400" dirty="0">
                <a:latin typeface="Tahoma" panose="020B0604030504040204" pitchFamily="34" charset="0"/>
              </a:rPr>
              <a:t>Statistique</a:t>
            </a:r>
            <a:endParaRPr lang="fr-FR" altLang="x-none" sz="2400" dirty="0">
              <a:latin typeface="Tahoma" panose="020B0604030504040204" pitchFamily="34" charset="0"/>
            </a:endParaRPr>
          </a:p>
        </p:txBody>
      </p:sp>
      <p:sp>
        <p:nvSpPr>
          <p:cNvPr id="50183" name="Rectangle 8"/>
          <p:cNvSpPr/>
          <p:nvPr/>
        </p:nvSpPr>
        <p:spPr>
          <a:xfrm>
            <a:off x="5638800" y="5257800"/>
            <a:ext cx="1981200" cy="7620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fr-FR" altLang="x-none" sz="2400" dirty="0">
                <a:latin typeface="Tahoma" panose="020B0604030504040204" pitchFamily="34" charset="0"/>
              </a:rPr>
              <a:t>Autres</a:t>
            </a:r>
            <a:endParaRPr lang="fr-FR" altLang="x-none" sz="2400" dirty="0">
              <a:latin typeface="Tahoma" panose="020B0604030504040204" pitchFamily="34" charset="0"/>
            </a:endParaRPr>
          </a:p>
          <a:p>
            <a:pPr algn="ctr" eaLnBrk="1" hangingPunct="1"/>
            <a:r>
              <a:rPr lang="fr-FR" altLang="x-none" sz="2400" dirty="0">
                <a:latin typeface="Tahoma" panose="020B0604030504040204" pitchFamily="34" charset="0"/>
              </a:rPr>
              <a:t>Disciplines</a:t>
            </a:r>
            <a:endParaRPr lang="fr-FR" altLang="x-none" sz="2400" dirty="0">
              <a:latin typeface="Tahoma" panose="020B0604030504040204" pitchFamily="34" charset="0"/>
            </a:endParaRPr>
          </a:p>
        </p:txBody>
      </p:sp>
      <p:sp>
        <p:nvSpPr>
          <p:cNvPr id="50184" name="Rectangle 9"/>
          <p:cNvSpPr/>
          <p:nvPr/>
        </p:nvSpPr>
        <p:spPr>
          <a:xfrm>
            <a:off x="457200" y="5181600"/>
            <a:ext cx="3276600" cy="7620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fr-FR" altLang="x-none" sz="2400" dirty="0">
                <a:latin typeface="Tahoma" panose="020B0604030504040204" pitchFamily="34" charset="0"/>
              </a:rPr>
              <a:t>Théorie de l’information</a:t>
            </a:r>
            <a:endParaRPr lang="fr-FR" altLang="x-none" sz="2400" dirty="0">
              <a:latin typeface="Tahoma" panose="020B0604030504040204" pitchFamily="34" charset="0"/>
            </a:endParaRPr>
          </a:p>
        </p:txBody>
      </p:sp>
      <p:sp>
        <p:nvSpPr>
          <p:cNvPr id="50185" name="Rectangle 10"/>
          <p:cNvSpPr/>
          <p:nvPr/>
        </p:nvSpPr>
        <p:spPr>
          <a:xfrm>
            <a:off x="381000" y="3505200"/>
            <a:ext cx="1981200" cy="7620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/>
            <a:r>
              <a:rPr lang="fr-FR" altLang="x-none" sz="2400" dirty="0">
                <a:latin typeface="Tahoma" panose="020B0604030504040204" pitchFamily="34" charset="0"/>
              </a:rPr>
              <a:t>Apprentissage</a:t>
            </a:r>
            <a:endParaRPr lang="fr-FR" altLang="x-none" sz="2400" dirty="0">
              <a:latin typeface="Tahoma" panose="020B0604030504040204" pitchFamily="34" charset="0"/>
            </a:endParaRPr>
          </a:p>
        </p:txBody>
      </p:sp>
      <p:sp>
        <p:nvSpPr>
          <p:cNvPr id="50186" name="Rectangle 11"/>
          <p:cNvSpPr/>
          <p:nvPr/>
        </p:nvSpPr>
        <p:spPr>
          <a:xfrm>
            <a:off x="6781800" y="3505200"/>
            <a:ext cx="1981200" cy="762000"/>
          </a:xfrm>
          <a:prstGeom prst="rect">
            <a:avLst/>
          </a:prstGeom>
          <a:solidFill>
            <a:schemeClr val="accent1"/>
          </a:solidFill>
          <a:ln w="9525" cap="flat" cmpd="sng">
            <a:solidFill>
              <a:schemeClr val="bg1"/>
            </a:solidFill>
            <a:prstDash val="solid"/>
            <a:miter/>
            <a:headEnd type="none" w="med" len="med"/>
            <a:tailEnd type="none" w="med" len="med"/>
          </a:ln>
        </p:spPr>
        <p:txBody>
          <a:bodyPr wrap="none" anchor="ctr" anchorCtr="0"/>
          <a:p>
            <a:pPr algn="ctr" eaLnBrk="1" hangingPunct="1">
              <a:lnSpc>
                <a:spcPct val="110000"/>
              </a:lnSpc>
              <a:spcBef>
                <a:spcPct val="20000"/>
              </a:spcBef>
              <a:buClr>
                <a:schemeClr val="folHlink"/>
              </a:buClr>
              <a:buSzPct val="60000"/>
              <a:buFont typeface="Wingdings" panose="05000000000000000000" pitchFamily="2" charset="2"/>
            </a:pPr>
            <a:r>
              <a:rPr lang="fr-FR" altLang="x-none" sz="2400" dirty="0">
                <a:latin typeface="Tahoma" panose="020B0604030504040204" pitchFamily="34" charset="0"/>
              </a:rPr>
              <a:t>Visualisation</a:t>
            </a:r>
            <a:endParaRPr lang="fr-FR" altLang="x-none" sz="2800" dirty="0">
              <a:latin typeface="Tahoma" panose="020B0604030504040204" pitchFamily="34" charset="0"/>
            </a:endParaRPr>
          </a:p>
        </p:txBody>
      </p:sp>
      <p:sp>
        <p:nvSpPr>
          <p:cNvPr id="50187" name="Line 13"/>
          <p:cNvSpPr/>
          <p:nvPr/>
        </p:nvSpPr>
        <p:spPr>
          <a:xfrm>
            <a:off x="2362200" y="3886200"/>
            <a:ext cx="1066800" cy="0"/>
          </a:xfrm>
          <a:prstGeom prst="line">
            <a:avLst/>
          </a:prstGeom>
          <a:ln w="28575" cap="flat" cmpd="sng">
            <a:solidFill>
              <a:schemeClr val="bg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50188" name="Line 14"/>
          <p:cNvSpPr/>
          <p:nvPr/>
        </p:nvSpPr>
        <p:spPr>
          <a:xfrm>
            <a:off x="2895600" y="2667000"/>
            <a:ext cx="1295400" cy="762000"/>
          </a:xfrm>
          <a:prstGeom prst="line">
            <a:avLst/>
          </a:prstGeom>
          <a:ln w="28575" cap="flat" cmpd="sng">
            <a:solidFill>
              <a:schemeClr val="bg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50189" name="Line 15"/>
          <p:cNvSpPr/>
          <p:nvPr/>
        </p:nvSpPr>
        <p:spPr>
          <a:xfrm flipH="1">
            <a:off x="4876800" y="2667000"/>
            <a:ext cx="1143000" cy="762000"/>
          </a:xfrm>
          <a:prstGeom prst="line">
            <a:avLst/>
          </a:prstGeom>
          <a:ln w="28575" cap="flat" cmpd="sng">
            <a:solidFill>
              <a:schemeClr val="bg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50190" name="Line 16"/>
          <p:cNvSpPr/>
          <p:nvPr/>
        </p:nvSpPr>
        <p:spPr>
          <a:xfrm flipH="1">
            <a:off x="5715000" y="3886200"/>
            <a:ext cx="1066800" cy="0"/>
          </a:xfrm>
          <a:prstGeom prst="line">
            <a:avLst/>
          </a:prstGeom>
          <a:ln w="28575" cap="flat" cmpd="sng">
            <a:solidFill>
              <a:schemeClr val="bg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50191" name="Line 17"/>
          <p:cNvSpPr/>
          <p:nvPr/>
        </p:nvSpPr>
        <p:spPr>
          <a:xfrm flipH="1" flipV="1">
            <a:off x="5029200" y="4419600"/>
            <a:ext cx="1524000" cy="838200"/>
          </a:xfrm>
          <a:prstGeom prst="line">
            <a:avLst/>
          </a:prstGeom>
          <a:ln w="28575" cap="flat" cmpd="sng">
            <a:solidFill>
              <a:schemeClr val="bg1"/>
            </a:solidFill>
            <a:prstDash val="solid"/>
            <a:miter/>
            <a:headEnd type="none" w="med" len="med"/>
            <a:tailEnd type="triangle" w="med" len="med"/>
          </a:ln>
        </p:spPr>
      </p:sp>
      <p:sp>
        <p:nvSpPr>
          <p:cNvPr id="50192" name="Line 18"/>
          <p:cNvSpPr/>
          <p:nvPr/>
        </p:nvSpPr>
        <p:spPr>
          <a:xfrm flipV="1">
            <a:off x="2438400" y="4419600"/>
            <a:ext cx="1600200" cy="762000"/>
          </a:xfrm>
          <a:prstGeom prst="line">
            <a:avLst/>
          </a:prstGeom>
          <a:ln w="28575" cap="flat" cmpd="sng">
            <a:solidFill>
              <a:schemeClr val="bg1"/>
            </a:solidFill>
            <a:prstDash val="solid"/>
            <a:miter/>
            <a:headEnd type="none" w="med" len="med"/>
            <a:tailEnd type="triangle" w="med" len="med"/>
          </a:ln>
        </p:spPr>
      </p:sp>
    </p:spTree>
  </p:cSld>
  <p:clrMapOvr>
    <a:masterClrMapping/>
  </p:clrMapOvr>
  <p:transition>
    <p:blinds/>
  </p:transition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2226" name="Slide Number Placeholder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fr-FR" altLang="x-none" sz="1400" dirty="0"/>
            </a:fld>
            <a:endParaRPr lang="fr-FR" altLang="x-none" sz="1400" dirty="0"/>
          </a:p>
        </p:txBody>
      </p:sp>
      <p:sp>
        <p:nvSpPr>
          <p:cNvPr id="52227" name="Rectangle 2"/>
          <p:cNvSpPr>
            <a:spLocks noGrp="1"/>
          </p:cNvSpPr>
          <p:nvPr>
            <p:ph type="title"/>
          </p:nvPr>
        </p:nvSpPr>
        <p:spPr>
          <a:xfrm>
            <a:off x="304800" y="533400"/>
            <a:ext cx="8534400" cy="838200"/>
          </a:xfrm>
          <a:ln/>
        </p:spPr>
        <p:txBody>
          <a:bodyPr vert="horz" wrap="square" lIns="92075" tIns="46038" rIns="92075" bIns="46038" anchor="ctr" anchorCtr="0"/>
          <a:p>
            <a:pPr algn="ctr" eaLnBrk="1" hangingPunct="1"/>
            <a:r>
              <a:rPr lang="fr-FR" altLang="x-none" sz="3600" dirty="0"/>
              <a:t>Classification des systèmes (1)</a:t>
            </a:r>
            <a:endParaRPr lang="fr-FR" altLang="x-none" sz="3600" dirty="0"/>
          </a:p>
        </p:txBody>
      </p:sp>
      <p:sp>
        <p:nvSpPr>
          <p:cNvPr id="52228" name="Rectangle 3"/>
          <p:cNvSpPr>
            <a:spLocks noGrp="1"/>
          </p:cNvSpPr>
          <p:nvPr>
            <p:ph idx="1"/>
          </p:nvPr>
        </p:nvSpPr>
        <p:spPr>
          <a:xfrm>
            <a:off x="990600" y="1981200"/>
            <a:ext cx="7543800" cy="4572000"/>
          </a:xfrm>
          <a:ln/>
        </p:spPr>
        <p:txBody>
          <a:bodyPr vert="horz" wrap="square" lIns="92075" tIns="46038" rIns="92075" bIns="46038" anchor="t" anchorCtr="0"/>
          <a:p>
            <a:pPr eaLnBrk="1" hangingPunct="1">
              <a:lnSpc>
                <a:spcPct val="130000"/>
              </a:lnSpc>
            </a:pPr>
            <a:r>
              <a:rPr lang="fr-FR" altLang="x-none" sz="2400" dirty="0"/>
              <a:t>Fonctionnalité générale </a:t>
            </a:r>
            <a:endParaRPr lang="fr-FR" altLang="x-none" sz="2400" dirty="0"/>
          </a:p>
          <a:p>
            <a:pPr lvl="1" eaLnBrk="1" hangingPunct="1">
              <a:lnSpc>
                <a:spcPct val="130000"/>
              </a:lnSpc>
            </a:pPr>
            <a:r>
              <a:rPr lang="fr-FR" altLang="x-none" sz="2000" dirty="0"/>
              <a:t>Data mining descriptif </a:t>
            </a:r>
            <a:endParaRPr lang="fr-FR" altLang="x-none" sz="2000" dirty="0"/>
          </a:p>
          <a:p>
            <a:pPr lvl="1" eaLnBrk="1" hangingPunct="1">
              <a:lnSpc>
                <a:spcPct val="130000"/>
              </a:lnSpc>
            </a:pPr>
            <a:r>
              <a:rPr lang="fr-FR" altLang="x-none" sz="2000" dirty="0"/>
              <a:t>Data mining prédictif</a:t>
            </a:r>
            <a:endParaRPr lang="fr-FR" altLang="x-none" sz="2000" dirty="0"/>
          </a:p>
          <a:p>
            <a:pPr eaLnBrk="1" hangingPunct="1">
              <a:lnSpc>
                <a:spcPct val="130000"/>
              </a:lnSpc>
            </a:pPr>
            <a:r>
              <a:rPr lang="fr-FR" altLang="x-none" sz="2400" dirty="0"/>
              <a:t>Différentes vues, différentes classifications</a:t>
            </a:r>
            <a:endParaRPr lang="fr-FR" altLang="x-none" sz="2400" dirty="0"/>
          </a:p>
          <a:p>
            <a:pPr lvl="1" eaLnBrk="1" hangingPunct="1">
              <a:lnSpc>
                <a:spcPct val="130000"/>
              </a:lnSpc>
            </a:pPr>
            <a:r>
              <a:rPr lang="fr-FR" altLang="x-none" sz="2000" dirty="0"/>
              <a:t>Types de BD’s à fouiller</a:t>
            </a:r>
            <a:endParaRPr lang="fr-FR" altLang="x-none" sz="2000" dirty="0"/>
          </a:p>
          <a:p>
            <a:pPr lvl="1" eaLnBrk="1" hangingPunct="1">
              <a:lnSpc>
                <a:spcPct val="130000"/>
              </a:lnSpc>
            </a:pPr>
            <a:r>
              <a:rPr lang="fr-FR" altLang="x-none" sz="2000" dirty="0"/>
              <a:t>Types de connaissances à découvrir</a:t>
            </a:r>
            <a:endParaRPr lang="fr-FR" altLang="x-none" sz="2000" dirty="0"/>
          </a:p>
          <a:p>
            <a:pPr lvl="1" eaLnBrk="1" hangingPunct="1">
              <a:lnSpc>
                <a:spcPct val="130000"/>
              </a:lnSpc>
            </a:pPr>
            <a:r>
              <a:rPr lang="fr-FR" altLang="x-none" sz="2000" dirty="0"/>
              <a:t>Types de techniques utilisées</a:t>
            </a:r>
            <a:endParaRPr lang="fr-FR" altLang="x-none" sz="2000" dirty="0"/>
          </a:p>
          <a:p>
            <a:pPr eaLnBrk="1" hangingPunct="1">
              <a:lnSpc>
                <a:spcPct val="130000"/>
              </a:lnSpc>
            </a:pPr>
            <a:r>
              <a:rPr lang="fr-FR" altLang="x-none" sz="2400" dirty="0"/>
              <a:t>Application ciblée</a:t>
            </a:r>
            <a:endParaRPr lang="fr-FR" altLang="x-none" sz="2400" dirty="0"/>
          </a:p>
          <a:p>
            <a:pPr lvl="1" eaLnBrk="1" hangingPunct="1">
              <a:lnSpc>
                <a:spcPct val="130000"/>
              </a:lnSpc>
              <a:buNone/>
            </a:pPr>
            <a:endParaRPr lang="fr-FR" altLang="x-none" sz="2000" dirty="0"/>
          </a:p>
        </p:txBody>
      </p:sp>
    </p:spTree>
  </p:cSld>
  <p:clrMapOvr>
    <a:masterClrMapping/>
  </p:clrMapOvr>
  <p:transition>
    <p:blinds/>
  </p:transition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4274" name="Slide Number Placeholder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fr-FR" altLang="x-none" sz="1400" dirty="0"/>
            </a:fld>
            <a:endParaRPr lang="fr-FR" altLang="x-none" sz="1400" dirty="0"/>
          </a:p>
        </p:txBody>
      </p:sp>
      <p:sp>
        <p:nvSpPr>
          <p:cNvPr id="54275" name="Rectangle 2"/>
          <p:cNvSpPr>
            <a:spLocks noGrp="1"/>
          </p:cNvSpPr>
          <p:nvPr>
            <p:ph type="title"/>
          </p:nvPr>
        </p:nvSpPr>
        <p:spPr>
          <a:xfrm>
            <a:off x="1143000" y="152400"/>
            <a:ext cx="7696200" cy="1447800"/>
          </a:xfrm>
          <a:ln/>
        </p:spPr>
        <p:txBody>
          <a:bodyPr vert="horz" wrap="square" lIns="92075" tIns="46038" rIns="92075" bIns="46038" anchor="ctr" anchorCtr="0"/>
          <a:p>
            <a:pPr algn="ctr" eaLnBrk="1" hangingPunct="1"/>
            <a:r>
              <a:rPr lang="fr-FR" altLang="x-none" sz="3600" dirty="0"/>
              <a:t>Classification des systèmes (2)</a:t>
            </a:r>
            <a:endParaRPr lang="fr-FR" altLang="x-none" sz="3600" dirty="0"/>
          </a:p>
        </p:txBody>
      </p:sp>
      <p:sp>
        <p:nvSpPr>
          <p:cNvPr id="54276" name="Rectangle 3"/>
          <p:cNvSpPr>
            <a:spLocks noGrp="1"/>
          </p:cNvSpPr>
          <p:nvPr>
            <p:ph idx="1"/>
          </p:nvPr>
        </p:nvSpPr>
        <p:spPr>
          <a:xfrm>
            <a:off x="609600" y="1447800"/>
            <a:ext cx="8153400" cy="5181600"/>
          </a:xfrm>
          <a:ln/>
        </p:spPr>
        <p:txBody>
          <a:bodyPr vert="horz" wrap="square" lIns="92075" tIns="46038" rIns="92075" bIns="46038" anchor="t" anchorCtr="0"/>
          <a:p>
            <a:pPr eaLnBrk="1" hangingPunct="1">
              <a:lnSpc>
                <a:spcPct val="110000"/>
              </a:lnSpc>
            </a:pPr>
            <a:r>
              <a:rPr lang="fr-FR" altLang="x-none" sz="2000" b="1" u="sng" dirty="0"/>
              <a:t>BD fouillée</a:t>
            </a:r>
            <a:endParaRPr lang="fr-FR" altLang="x-none" sz="2000" dirty="0"/>
          </a:p>
          <a:p>
            <a:pPr lvl="1" eaLnBrk="1" hangingPunct="1">
              <a:lnSpc>
                <a:spcPct val="110000"/>
              </a:lnSpc>
            </a:pPr>
            <a:r>
              <a:rPr lang="fr-FR" altLang="x-none" sz="2000" dirty="0"/>
              <a:t>Relationnelle, transactionnelle, orienté-objet, object-relationnelle, active, spatiale, séries temporelles, texte, multi-media, hétérogènes,  WWW, etc.</a:t>
            </a:r>
            <a:endParaRPr lang="fr-FR" altLang="x-none" sz="1800" dirty="0"/>
          </a:p>
          <a:p>
            <a:pPr eaLnBrk="1" hangingPunct="1">
              <a:lnSpc>
                <a:spcPct val="110000"/>
              </a:lnSpc>
            </a:pPr>
            <a:r>
              <a:rPr lang="fr-FR" altLang="x-none" sz="2000" b="1" u="sng" dirty="0"/>
              <a:t>Connaissance recherchée</a:t>
            </a:r>
            <a:endParaRPr lang="fr-FR" altLang="x-none" sz="2000" dirty="0"/>
          </a:p>
          <a:p>
            <a:pPr lvl="1" eaLnBrk="1" hangingPunct="1">
              <a:lnSpc>
                <a:spcPct val="110000"/>
              </a:lnSpc>
            </a:pPr>
            <a:r>
              <a:rPr lang="fr-FR" altLang="x-none" sz="2000" dirty="0"/>
              <a:t>Association, classification, clustering, tendance, analyse de déviation, etc.</a:t>
            </a:r>
            <a:endParaRPr lang="fr-FR" altLang="x-none" sz="2000" dirty="0"/>
          </a:p>
          <a:p>
            <a:pPr lvl="1" eaLnBrk="1" hangingPunct="1">
              <a:lnSpc>
                <a:spcPct val="110000"/>
              </a:lnSpc>
            </a:pPr>
            <a:r>
              <a:rPr lang="fr-FR" altLang="x-none" sz="2000" dirty="0"/>
              <a:t>Multiples fonctions aux différents niveaux</a:t>
            </a:r>
            <a:endParaRPr lang="fr-FR" altLang="x-none" sz="2000" dirty="0"/>
          </a:p>
          <a:p>
            <a:pPr eaLnBrk="1" hangingPunct="1">
              <a:lnSpc>
                <a:spcPct val="110000"/>
              </a:lnSpc>
            </a:pPr>
            <a:r>
              <a:rPr lang="fr-FR" altLang="x-none" sz="2000" b="1" u="sng" dirty="0"/>
              <a:t>Techniques utilisées</a:t>
            </a:r>
            <a:endParaRPr lang="fr-FR" altLang="x-none" sz="2000" b="1" dirty="0"/>
          </a:p>
          <a:p>
            <a:pPr lvl="1" eaLnBrk="1" hangingPunct="1">
              <a:lnSpc>
                <a:spcPct val="110000"/>
              </a:lnSpc>
            </a:pPr>
            <a:r>
              <a:rPr lang="fr-FR" altLang="x-none" sz="2000" dirty="0"/>
              <a:t>BD, data warehouse (OLAP), apprentissage, statistiques, visualisation, réseaux de neurones, etc.</a:t>
            </a:r>
            <a:endParaRPr lang="fr-FR" altLang="x-none" sz="2000" dirty="0"/>
          </a:p>
          <a:p>
            <a:pPr eaLnBrk="1" hangingPunct="1">
              <a:lnSpc>
                <a:spcPct val="110000"/>
              </a:lnSpc>
            </a:pPr>
            <a:r>
              <a:rPr lang="fr-FR" altLang="x-none" sz="2000" b="1" u="sng" dirty="0"/>
              <a:t>Applications</a:t>
            </a:r>
            <a:endParaRPr lang="fr-FR" altLang="x-none" sz="2000" b="1" u="sng" dirty="0"/>
          </a:p>
          <a:p>
            <a:pPr lvl="1" eaLnBrk="1" hangingPunct="1">
              <a:lnSpc>
                <a:spcPct val="110000"/>
              </a:lnSpc>
            </a:pPr>
            <a:r>
              <a:rPr lang="fr-FR" altLang="x-none" sz="1800" dirty="0"/>
              <a:t>télécommunication, banque, analyse de fraude, ADN, finance, Web, …</a:t>
            </a:r>
            <a:endParaRPr lang="fr-FR" altLang="x-none" sz="1800" dirty="0"/>
          </a:p>
        </p:txBody>
      </p:sp>
    </p:spTree>
  </p:cSld>
  <p:clrMapOvr>
    <a:masterClrMapping/>
  </p:clrMapOvr>
  <p:transition>
    <p:blinds/>
  </p:transition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6322" name="Slide Number Placeholder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fr-FR" altLang="x-none" sz="1400" dirty="0"/>
            </a:fld>
            <a:endParaRPr lang="fr-FR" altLang="x-none" sz="1400" dirty="0"/>
          </a:p>
        </p:txBody>
      </p:sp>
      <p:sp>
        <p:nvSpPr>
          <p:cNvPr id="56323" name="Rectangle 2"/>
          <p:cNvSpPr>
            <a:spLocks noGrp="1"/>
          </p:cNvSpPr>
          <p:nvPr>
            <p:ph type="title"/>
          </p:nvPr>
        </p:nvSpPr>
        <p:spPr>
          <a:xfrm>
            <a:off x="1066800" y="228600"/>
            <a:ext cx="7239000" cy="762000"/>
          </a:xfrm>
          <a:ln/>
        </p:spPr>
        <p:txBody>
          <a:bodyPr vert="horz" wrap="square" lIns="92075" tIns="46038" rIns="92075" bIns="46038" anchor="ctr" anchorCtr="0"/>
          <a:p>
            <a:pPr algn="ctr" eaLnBrk="1" hangingPunct="1"/>
            <a:r>
              <a:rPr lang="fr-FR" altLang="x-none" sz="3600" dirty="0"/>
              <a:t>Problématiques</a:t>
            </a:r>
            <a:endParaRPr lang="fr-FR" altLang="x-none" sz="3600" b="1" u="sng" dirty="0"/>
          </a:p>
        </p:txBody>
      </p:sp>
      <p:sp>
        <p:nvSpPr>
          <p:cNvPr id="56324" name="Rectangle 3"/>
          <p:cNvSpPr>
            <a:spLocks noGrp="1"/>
          </p:cNvSpPr>
          <p:nvPr>
            <p:ph idx="1"/>
          </p:nvPr>
        </p:nvSpPr>
        <p:spPr>
          <a:xfrm>
            <a:off x="228600" y="1066800"/>
            <a:ext cx="8382000" cy="5257800"/>
          </a:xfrm>
          <a:ln/>
        </p:spPr>
        <p:txBody>
          <a:bodyPr vert="horz" wrap="square" lIns="92075" tIns="46038" rIns="92075" bIns="46038" anchor="t" anchorCtr="0"/>
          <a:p>
            <a:pPr eaLnBrk="1" hangingPunct="1">
              <a:lnSpc>
                <a:spcPct val="110000"/>
              </a:lnSpc>
            </a:pPr>
            <a:r>
              <a:rPr lang="fr-FR" altLang="x-none" sz="2400" u="sng" dirty="0"/>
              <a:t>Méthodologie et interaction</a:t>
            </a:r>
            <a:endParaRPr lang="fr-FR" altLang="x-none" sz="2400" u="sng" dirty="0"/>
          </a:p>
          <a:p>
            <a:pPr lvl="1" eaLnBrk="1" hangingPunct="1">
              <a:lnSpc>
                <a:spcPct val="110000"/>
              </a:lnSpc>
            </a:pPr>
            <a:r>
              <a:rPr lang="fr-FR" altLang="x-none" sz="2000" dirty="0"/>
              <a:t>Différents types de connaissances à extraire</a:t>
            </a:r>
            <a:endParaRPr lang="fr-FR" altLang="x-none" sz="2000" dirty="0"/>
          </a:p>
          <a:p>
            <a:pPr lvl="1" eaLnBrk="1" hangingPunct="1">
              <a:lnSpc>
                <a:spcPct val="110000"/>
              </a:lnSpc>
            </a:pPr>
            <a:r>
              <a:rPr lang="fr-FR" altLang="x-none" sz="2000" dirty="0"/>
              <a:t>Prise en compte des connaissances des experts</a:t>
            </a:r>
            <a:endParaRPr lang="fr-FR" altLang="x-none" sz="2000" dirty="0"/>
          </a:p>
          <a:p>
            <a:pPr lvl="1" eaLnBrk="1" hangingPunct="1">
              <a:lnSpc>
                <a:spcPct val="110000"/>
              </a:lnSpc>
            </a:pPr>
            <a:r>
              <a:rPr lang="fr-FR" altLang="x-none" sz="2000" dirty="0"/>
              <a:t>Langages de requête et data mining ad-hoc</a:t>
            </a:r>
            <a:endParaRPr lang="fr-FR" altLang="x-none" sz="2000" dirty="0"/>
          </a:p>
          <a:p>
            <a:pPr lvl="1" eaLnBrk="1" hangingPunct="1">
              <a:lnSpc>
                <a:spcPct val="110000"/>
              </a:lnSpc>
            </a:pPr>
            <a:r>
              <a:rPr lang="fr-FR" altLang="x-none" sz="2000" dirty="0"/>
              <a:t>Expression et visualisation des résultats</a:t>
            </a:r>
            <a:endParaRPr lang="fr-FR" altLang="x-none" sz="2000" dirty="0"/>
          </a:p>
          <a:p>
            <a:pPr lvl="1" eaLnBrk="1" hangingPunct="1">
              <a:lnSpc>
                <a:spcPct val="110000"/>
              </a:lnSpc>
            </a:pPr>
            <a:r>
              <a:rPr lang="fr-FR" altLang="x-none" sz="2000" dirty="0"/>
              <a:t>Prise en compte des données incomplètes ou avec bruit</a:t>
            </a:r>
            <a:endParaRPr lang="fr-FR" altLang="x-none" sz="2000" dirty="0"/>
          </a:p>
          <a:p>
            <a:pPr lvl="1" eaLnBrk="1" hangingPunct="1">
              <a:lnSpc>
                <a:spcPct val="110000"/>
              </a:lnSpc>
            </a:pPr>
            <a:r>
              <a:rPr lang="fr-FR" altLang="x-none" sz="2000" dirty="0"/>
              <a:t>Évaluation des motifs: notion d’intérêt</a:t>
            </a:r>
            <a:endParaRPr lang="fr-FR" altLang="x-none" sz="2000" dirty="0"/>
          </a:p>
          <a:p>
            <a:pPr eaLnBrk="1" hangingPunct="1">
              <a:lnSpc>
                <a:spcPct val="110000"/>
              </a:lnSpc>
            </a:pPr>
            <a:r>
              <a:rPr lang="fr-FR" altLang="x-none" sz="2400" u="sng" dirty="0"/>
              <a:t>Performance et mise en échelle</a:t>
            </a:r>
            <a:endParaRPr lang="fr-FR" altLang="x-none" sz="2400" u="sng" dirty="0"/>
          </a:p>
          <a:p>
            <a:pPr lvl="1" eaLnBrk="1" hangingPunct="1">
              <a:lnSpc>
                <a:spcPct val="110000"/>
              </a:lnSpc>
            </a:pPr>
            <a:r>
              <a:rPr lang="fr-FR" altLang="x-none" sz="2000" dirty="0"/>
              <a:t>Efficacité des algorithmes</a:t>
            </a:r>
            <a:endParaRPr lang="fr-FR" altLang="x-none" sz="2000" dirty="0"/>
          </a:p>
          <a:p>
            <a:pPr lvl="1" eaLnBrk="1" hangingPunct="1">
              <a:lnSpc>
                <a:spcPct val="110000"/>
              </a:lnSpc>
            </a:pPr>
            <a:r>
              <a:rPr lang="fr-FR" altLang="x-none" sz="2000" dirty="0"/>
              <a:t>Méthodes Parallèles, distribuées et incrémentales</a:t>
            </a:r>
            <a:endParaRPr lang="fr-FR" altLang="x-none" sz="2000" dirty="0"/>
          </a:p>
          <a:p>
            <a:pPr eaLnBrk="1" hangingPunct="1">
              <a:lnSpc>
                <a:spcPct val="100000"/>
              </a:lnSpc>
            </a:pPr>
            <a:r>
              <a:rPr lang="fr-FR" altLang="x-none" sz="2400" u="sng" dirty="0"/>
              <a:t>Diversité des types de données</a:t>
            </a:r>
            <a:endParaRPr lang="fr-FR" altLang="x-none" sz="2400" dirty="0"/>
          </a:p>
          <a:p>
            <a:pPr lvl="1" eaLnBrk="1" hangingPunct="1">
              <a:lnSpc>
                <a:spcPct val="100000"/>
              </a:lnSpc>
            </a:pPr>
            <a:r>
              <a:rPr lang="fr-FR" altLang="x-none" sz="2000" dirty="0"/>
              <a:t>Relationnels, objets complexes, texte, …</a:t>
            </a:r>
            <a:endParaRPr lang="fr-FR" altLang="x-none" sz="2000" dirty="0"/>
          </a:p>
        </p:txBody>
      </p:sp>
    </p:spTree>
  </p:cSld>
  <p:clrMapOvr>
    <a:masterClrMapping/>
  </p:clrMapOvr>
  <p:transition>
    <p:blinds/>
  </p:transition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58370" name="Slide Number Placeholder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fr-FR" altLang="x-none" sz="1400" dirty="0"/>
            </a:fld>
            <a:endParaRPr lang="fr-FR" altLang="x-none" sz="1400" dirty="0"/>
          </a:p>
        </p:txBody>
      </p:sp>
      <p:sp>
        <p:nvSpPr>
          <p:cNvPr id="58371" name="Rectangle 2"/>
          <p:cNvSpPr>
            <a:spLocks noGrp="1"/>
          </p:cNvSpPr>
          <p:nvPr>
            <p:ph type="title"/>
          </p:nvPr>
        </p:nvSpPr>
        <p:spPr>
          <a:xfrm>
            <a:off x="2743200" y="381000"/>
            <a:ext cx="3276600" cy="685800"/>
          </a:xfrm>
          <a:ln/>
        </p:spPr>
        <p:txBody>
          <a:bodyPr vert="horz" wrap="square" lIns="92075" tIns="46038" rIns="92075" bIns="46038" anchor="ctr" anchorCtr="0"/>
          <a:p>
            <a:pPr algn="ctr" eaLnBrk="1" hangingPunct="1"/>
            <a:r>
              <a:rPr lang="fr-FR" altLang="x-none" sz="3600" dirty="0"/>
              <a:t>Résumé</a:t>
            </a:r>
            <a:endParaRPr lang="fr-FR" altLang="x-none" sz="3200" b="1" dirty="0"/>
          </a:p>
        </p:txBody>
      </p:sp>
      <p:sp>
        <p:nvSpPr>
          <p:cNvPr id="58372" name="Rectangle 3"/>
          <p:cNvSpPr>
            <a:spLocks noGrp="1"/>
          </p:cNvSpPr>
          <p:nvPr>
            <p:ph idx="1"/>
          </p:nvPr>
        </p:nvSpPr>
        <p:spPr>
          <a:xfrm>
            <a:off x="533400" y="1905000"/>
            <a:ext cx="8382000" cy="4419600"/>
          </a:xfrm>
          <a:ln/>
        </p:spPr>
        <p:txBody>
          <a:bodyPr vert="horz" wrap="square" lIns="92075" tIns="46038" rIns="92075" bIns="46038" anchor="t" anchorCtr="0"/>
          <a:p>
            <a:pPr eaLnBrk="1" hangingPunct="1">
              <a:lnSpc>
                <a:spcPct val="110000"/>
              </a:lnSpc>
            </a:pPr>
            <a:r>
              <a:rPr lang="fr-FR" altLang="x-none" sz="2000" dirty="0"/>
              <a:t>Data mining: Découverte de motifs intéressants à partir de grandes quantités de données</a:t>
            </a:r>
            <a:endParaRPr lang="fr-FR" altLang="x-none" sz="2000" dirty="0"/>
          </a:p>
          <a:p>
            <a:pPr eaLnBrk="1" hangingPunct="1">
              <a:lnSpc>
                <a:spcPct val="110000"/>
              </a:lnSpc>
            </a:pPr>
            <a:r>
              <a:rPr lang="fr-FR" altLang="x-none" sz="2000" dirty="0"/>
              <a:t>Une évolution naturelle de la technologie des SGBD, très demandée par diverses applications</a:t>
            </a:r>
            <a:endParaRPr lang="fr-FR" altLang="x-none" sz="2000" dirty="0"/>
          </a:p>
          <a:p>
            <a:pPr eaLnBrk="1" hangingPunct="1">
              <a:lnSpc>
                <a:spcPct val="110000"/>
              </a:lnSpc>
            </a:pPr>
            <a:r>
              <a:rPr lang="fr-FR" altLang="x-none" sz="2000" dirty="0"/>
              <a:t>Un processus d’ECD inclut  les étapes: nettoyage, intégration, sélection, transformation, data mining, évaluation des patterns, présentation de la connaissance</a:t>
            </a:r>
            <a:endParaRPr lang="fr-FR" altLang="x-none" sz="2000" dirty="0"/>
          </a:p>
          <a:p>
            <a:pPr eaLnBrk="1" hangingPunct="1">
              <a:lnSpc>
                <a:spcPct val="110000"/>
              </a:lnSpc>
            </a:pPr>
            <a:r>
              <a:rPr lang="fr-FR" altLang="x-none" sz="2000" dirty="0"/>
              <a:t>La fouille peut se faire sur différents types d’entrepôts de données</a:t>
            </a:r>
            <a:endParaRPr lang="fr-FR" altLang="x-none" sz="2000" dirty="0"/>
          </a:p>
          <a:p>
            <a:pPr eaLnBrk="1" hangingPunct="1">
              <a:lnSpc>
                <a:spcPct val="110000"/>
              </a:lnSpc>
            </a:pPr>
            <a:r>
              <a:rPr lang="fr-FR" altLang="x-none" sz="2000" dirty="0"/>
              <a:t>Fonctionnalités:  discrimination, association, classification, clustering, analyse de tendances, etc.</a:t>
            </a:r>
            <a:endParaRPr lang="fr-FR" altLang="x-none" sz="2000" dirty="0"/>
          </a:p>
          <a:p>
            <a:pPr eaLnBrk="1" hangingPunct="1">
              <a:lnSpc>
                <a:spcPct val="110000"/>
              </a:lnSpc>
            </a:pPr>
            <a:r>
              <a:rPr lang="fr-FR" altLang="x-none" sz="2000" dirty="0"/>
              <a:t>Classification de SDM</a:t>
            </a:r>
            <a:endParaRPr lang="fr-FR" altLang="x-none" sz="2000" dirty="0"/>
          </a:p>
          <a:p>
            <a:pPr eaLnBrk="1" hangingPunct="1">
              <a:lnSpc>
                <a:spcPct val="110000"/>
              </a:lnSpc>
            </a:pPr>
            <a:r>
              <a:rPr lang="fr-FR" altLang="x-none" sz="2000" dirty="0"/>
              <a:t>Problématiques du data mining</a:t>
            </a:r>
            <a:endParaRPr lang="fr-FR" altLang="x-none" sz="2000" dirty="0"/>
          </a:p>
        </p:txBody>
      </p:sp>
    </p:spTree>
  </p:cSld>
  <p:clrMapOvr>
    <a:masterClrMapping/>
  </p:clrMapOvr>
  <p:transition>
    <p:wipe dir="d"/>
  </p:transition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0418" name="Slide Number Placeholder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fr-FR" altLang="x-none" sz="1400" dirty="0"/>
            </a:fld>
            <a:endParaRPr lang="fr-FR" altLang="x-none" sz="1400" dirty="0"/>
          </a:p>
        </p:txBody>
      </p:sp>
      <p:sp>
        <p:nvSpPr>
          <p:cNvPr id="60419" name="Rectangle 2"/>
          <p:cNvSpPr>
            <a:spLocks noGrp="1"/>
          </p:cNvSpPr>
          <p:nvPr>
            <p:ph type="title"/>
          </p:nvPr>
        </p:nvSpPr>
        <p:spPr>
          <a:xfrm>
            <a:off x="990600" y="0"/>
            <a:ext cx="7716838" cy="990600"/>
          </a:xfrm>
          <a:ln/>
        </p:spPr>
        <p:txBody>
          <a:bodyPr vert="horz" wrap="square" lIns="91440" tIns="45720" rIns="91440" bIns="45720" anchor="b" anchorCtr="0"/>
          <a:p>
            <a:pPr algn="ctr" eaLnBrk="1" hangingPunct="1"/>
            <a:r>
              <a:rPr lang="fr-FR" altLang="x-none" dirty="0"/>
              <a:t>Quelques systèmes</a:t>
            </a:r>
            <a:endParaRPr lang="fr-FR" altLang="x-none" dirty="0"/>
          </a:p>
        </p:txBody>
      </p:sp>
      <p:sp>
        <p:nvSpPr>
          <p:cNvPr id="60420" name="Rectangle 3"/>
          <p:cNvSpPr>
            <a:spLocks noGrp="1"/>
          </p:cNvSpPr>
          <p:nvPr>
            <p:ph idx="1"/>
          </p:nvPr>
        </p:nvSpPr>
        <p:spPr>
          <a:xfrm>
            <a:off x="228600" y="1219200"/>
            <a:ext cx="8497888" cy="5334000"/>
          </a:xfrm>
          <a:ln/>
        </p:spPr>
        <p:txBody>
          <a:bodyPr vert="horz" wrap="square" lIns="91440" tIns="45720" rIns="91440" bIns="45720" anchor="t" anchorCtr="0"/>
          <a:p>
            <a:pPr eaLnBrk="1" hangingPunct="1"/>
            <a:r>
              <a:rPr lang="fr-FR" altLang="x-none" dirty="0"/>
              <a:t>Intelligent miner d’IBM (couplé avec le SGBD DB2)</a:t>
            </a:r>
            <a:endParaRPr lang="fr-FR" altLang="x-none" dirty="0"/>
          </a:p>
          <a:p>
            <a:pPr lvl="1" eaLnBrk="1" hangingPunct="1"/>
            <a:r>
              <a:rPr lang="fr-FR" altLang="x-none" dirty="0"/>
              <a:t>Classification, association, régression, analyse de séquences, regroupement </a:t>
            </a:r>
            <a:endParaRPr lang="fr-FR" altLang="x-none" dirty="0"/>
          </a:p>
          <a:p>
            <a:pPr eaLnBrk="1" hangingPunct="1"/>
            <a:r>
              <a:rPr lang="fr-FR" altLang="x-none" dirty="0"/>
              <a:t>Entreprise miner de SAS</a:t>
            </a:r>
            <a:endParaRPr lang="fr-FR" altLang="x-none" dirty="0"/>
          </a:p>
          <a:p>
            <a:pPr lvl="1" eaLnBrk="1" hangingPunct="1"/>
            <a:r>
              <a:rPr lang="fr-FR" altLang="x-none" dirty="0"/>
              <a:t>Multiples outils d’analyse statistique, classification, …</a:t>
            </a:r>
            <a:endParaRPr lang="fr-FR" altLang="x-none" dirty="0"/>
          </a:p>
          <a:p>
            <a:pPr eaLnBrk="1" hangingPunct="1"/>
            <a:r>
              <a:rPr lang="fr-FR" altLang="x-none" dirty="0"/>
              <a:t>Mine set de Silicon graphics.</a:t>
            </a:r>
            <a:endParaRPr lang="fr-FR" altLang="x-none" dirty="0"/>
          </a:p>
          <a:p>
            <a:pPr lvl="1" eaLnBrk="1" hangingPunct="1"/>
            <a:r>
              <a:rPr lang="fr-FR" altLang="x-none" dirty="0"/>
              <a:t>Classification, association et divers outils statistiques. Très puissant en terme de visualisation</a:t>
            </a:r>
            <a:endParaRPr lang="fr-FR" altLang="x-none" dirty="0"/>
          </a:p>
          <a:p>
            <a:pPr eaLnBrk="1" hangingPunct="1"/>
            <a:r>
              <a:rPr lang="fr-FR" altLang="x-none" dirty="0"/>
              <a:t>Clémentine de SPSS</a:t>
            </a:r>
            <a:endParaRPr lang="fr-FR" altLang="x-none" dirty="0"/>
          </a:p>
          <a:p>
            <a:pPr lvl="1" eaLnBrk="1" hangingPunct="1"/>
            <a:r>
              <a:rPr lang="fr-FR" altLang="x-none" dirty="0"/>
              <a:t>En plus des fonctionnalités classiques, l’utilisateur peut y rajouter ses propres algorithmes</a:t>
            </a:r>
            <a:endParaRPr lang="fr-FR" altLang="x-none" dirty="0"/>
          </a:p>
          <a:p>
            <a:pPr eaLnBrk="1" hangingPunct="1"/>
            <a:r>
              <a:rPr lang="fr-FR" altLang="x-none" dirty="0"/>
              <a:t>DBMiner de DBMiner technologie.</a:t>
            </a:r>
            <a:endParaRPr lang="fr-FR" altLang="x-none" dirty="0"/>
          </a:p>
          <a:p>
            <a:pPr lvl="1" eaLnBrk="1" hangingPunct="1"/>
            <a:r>
              <a:rPr lang="fr-FR" altLang="x-none" dirty="0"/>
              <a:t>Il se distingue par le fait qu’il incorpore les fonctionnalités d’OLAP</a:t>
            </a:r>
            <a:endParaRPr lang="fr-FR" altLang="x-none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62466" name="Slide Number Placeholder 3"/>
          <p:cNvSpPr txBox="1">
            <a:spLocks noGrp="1"/>
          </p:cNvSpPr>
          <p:nvPr>
            <p:ph type="sldNum" sz="quarter" idx="10"/>
          </p:nvPr>
        </p:nvSpPr>
        <p:spPr>
          <a:ln/>
        </p:spPr>
        <p:txBody>
          <a:bodyPr anchor="b" anchorCtr="0"/>
          <a:lstStyle>
            <a:lvl1pPr marL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</a:defRPr>
            </a:lvl1pPr>
            <a:lvl2pPr marL="457200" lvl="1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2pPr>
            <a:lvl3pPr marL="914400" lvl="2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3pPr>
            <a:lvl4pPr marL="1371600" lvl="3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4pPr>
            <a:lvl5pPr marL="1828800" lvl="4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4000" b="0" i="0" u="none" kern="1200" baseline="0">
                <a:solidFill>
                  <a:schemeClr val="bg1"/>
                </a:solidFill>
                <a:latin typeface="Tahoma" panose="020B0604030504040204" pitchFamily="34" charset="0"/>
                <a:ea typeface="+mn-ea"/>
                <a:cs typeface="+mn-cs"/>
              </a:defRPr>
            </a:lvl5pPr>
          </a:lstStyle>
          <a:p>
            <a:pPr lvl="0" algn="r" eaLnBrk="1" hangingPunct="1"/>
            <a:fld id="{9A0DB2DC-4C9A-4742-B13C-FB6460FD3503}" type="slidenum">
              <a:rPr lang="fr-FR" altLang="x-none" sz="1400" dirty="0"/>
            </a:fld>
            <a:endParaRPr lang="fr-FR" altLang="x-none" sz="1400" dirty="0"/>
          </a:p>
        </p:txBody>
      </p:sp>
      <p:sp>
        <p:nvSpPr>
          <p:cNvPr id="62467" name="Rectangle 2"/>
          <p:cNvSpPr>
            <a:spLocks noGrp="1"/>
          </p:cNvSpPr>
          <p:nvPr>
            <p:ph type="title"/>
          </p:nvPr>
        </p:nvSpPr>
        <p:spPr>
          <a:ln/>
        </p:spPr>
        <p:txBody>
          <a:bodyPr vert="horz" wrap="square" lIns="91440" tIns="45720" rIns="91440" bIns="45720" anchor="b" anchorCtr="0"/>
          <a:p>
            <a:pPr algn="ctr" eaLnBrk="1" hangingPunct="1"/>
            <a:r>
              <a:rPr lang="fr-FR" altLang="x-none" dirty="0"/>
              <a:t>Bibliographie</a:t>
            </a:r>
            <a:endParaRPr lang="fr-FR" altLang="x-none" dirty="0"/>
          </a:p>
        </p:txBody>
      </p:sp>
      <p:sp>
        <p:nvSpPr>
          <p:cNvPr id="62468" name="Rectangle 3"/>
          <p:cNvSpPr>
            <a:spLocks noGrp="1"/>
          </p:cNvSpPr>
          <p:nvPr>
            <p:ph idx="1"/>
          </p:nvPr>
        </p:nvSpPr>
        <p:spPr>
          <a:ln/>
        </p:spPr>
        <p:txBody>
          <a:bodyPr vert="horz" wrap="square" lIns="91440" tIns="45720" rIns="91440" bIns="45720" anchor="t" anchorCtr="0"/>
          <a:p>
            <a:pPr eaLnBrk="1" hangingPunct="1">
              <a:lnSpc>
                <a:spcPct val="170000"/>
              </a:lnSpc>
              <a:buNone/>
            </a:pPr>
            <a:r>
              <a:rPr lang="fr-FR" altLang="x-none" dirty="0"/>
              <a:t>Titre:</a:t>
            </a:r>
            <a:r>
              <a:rPr lang="fr-FR" altLang="x-none" i="1" dirty="0"/>
              <a:t> Datamining : Concepts and techniques</a:t>
            </a:r>
            <a:r>
              <a:rPr lang="fr-FR" altLang="x-none" dirty="0"/>
              <a:t>. </a:t>
            </a:r>
            <a:endParaRPr lang="fr-FR" altLang="x-none" dirty="0"/>
          </a:p>
          <a:p>
            <a:pPr eaLnBrk="1" hangingPunct="1">
              <a:lnSpc>
                <a:spcPct val="170000"/>
              </a:lnSpc>
              <a:buNone/>
            </a:pPr>
            <a:r>
              <a:rPr lang="fr-FR" altLang="x-none" dirty="0"/>
              <a:t>Auteurs : Jiawei Han &amp; Micheline Kamber</a:t>
            </a:r>
            <a:endParaRPr lang="fr-FR" altLang="x-none" dirty="0"/>
          </a:p>
          <a:p>
            <a:pPr eaLnBrk="1" hangingPunct="1">
              <a:lnSpc>
                <a:spcPct val="170000"/>
              </a:lnSpc>
              <a:buNone/>
            </a:pPr>
            <a:r>
              <a:rPr lang="fr-FR" altLang="x-none" dirty="0"/>
              <a:t>Editeur :  Morgan Kaufmann 2000</a:t>
            </a:r>
            <a:endParaRPr lang="fr-FR" altLang="x-none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Blends">
  <a:themeElements>
    <a:clrScheme name="Blends 1">
      <a:dk1>
        <a:srgbClr val="969696"/>
      </a:dk1>
      <a:lt1>
        <a:srgbClr val="FFFFFF"/>
      </a:lt1>
      <a:dk2>
        <a:srgbClr val="000000"/>
      </a:dk2>
      <a:lt2>
        <a:srgbClr val="DDDDDD"/>
      </a:lt2>
      <a:accent1>
        <a:srgbClr val="00E4A8"/>
      </a:accent1>
      <a:accent2>
        <a:srgbClr val="3333CC"/>
      </a:accent2>
      <a:accent3>
        <a:srgbClr val="AAAAAA"/>
      </a:accent3>
      <a:accent4>
        <a:srgbClr val="DADADA"/>
      </a:accent4>
      <a:accent5>
        <a:srgbClr val="AAEFD1"/>
      </a:accent5>
      <a:accent6>
        <a:srgbClr val="2D2DB9"/>
      </a:accent6>
      <a:hlink>
        <a:srgbClr val="FF5050"/>
      </a:hlink>
      <a:folHlink>
        <a:srgbClr val="FFCF01"/>
      </a:folHlink>
    </a:clrScheme>
    <a:fontScheme name="Blends">
      <a:majorFont>
        <a:latin typeface="Tahoma"/>
        <a:ea typeface=""/>
        <a:cs typeface=""/>
      </a:majorFont>
      <a:minorFont>
        <a:latin typeface="Tahom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0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ahoma" panose="020B0604030504040204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9525" cap="flat" cmpd="sng" algn="ctr">
          <a:solidFill>
            <a:schemeClr val="tx1"/>
          </a:solidFill>
          <a:prstDash val="solid"/>
          <a:miter lim="800000"/>
          <a:headEnd type="none" w="med" len="med"/>
          <a:tailEnd type="none" w="med" len="med"/>
        </a:ln>
      </a:spPr>
      <a:bodyPr vert="horz" wrap="none" lIns="91440" tIns="45720" rIns="91440" bIns="45720" numCol="1" anchor="t" anchorCtr="0" compatLnSpc="1"/>
      <a:lstStyle>
        <a:defPPr marL="0" marR="0" indent="0" algn="l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defRPr kumimoji="0" lang="en-US" sz="40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Tahoma" panose="020B0604030504040204" pitchFamily="34" charset="0"/>
          </a:defRPr>
        </a:defPPr>
      </a:lstStyle>
    </a:lnDef>
  </a:objectDefaults>
  <a:extraClrSchemeLst>
    <a:extraClrScheme>
      <a:clrScheme name="Blends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Blends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Blends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C:\Program Files\Microsoft Office\Templates\Presentation Designs\Blends.pot</Template>
  <TotalTime>0</TotalTime>
  <Words>10399</Words>
  <Application>WPS Presentation</Application>
  <PresentationFormat>On-screen Show (4:3)</PresentationFormat>
  <Paragraphs>383</Paragraphs>
  <Slides>30</Slides>
  <Notes>27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30</vt:i4>
      </vt:variant>
    </vt:vector>
  </HeadingPairs>
  <TitlesOfParts>
    <vt:vector size="41" baseType="lpstr">
      <vt:lpstr>Arial</vt:lpstr>
      <vt:lpstr>SimSun</vt:lpstr>
      <vt:lpstr>Wingdings</vt:lpstr>
      <vt:lpstr>Tahoma</vt:lpstr>
      <vt:lpstr>Times New Roman</vt:lpstr>
      <vt:lpstr>PMingLiU</vt:lpstr>
      <vt:lpstr>MingLiU-ExtB</vt:lpstr>
      <vt:lpstr>Microsoft YaHei</vt:lpstr>
      <vt:lpstr>Arial Unicode MS</vt:lpstr>
      <vt:lpstr>Impact</vt:lpstr>
      <vt:lpstr>Blends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Mining:  Concepts et Techniques</dc:title>
  <dc:creator>Univ</dc:creator>
  <cp:lastModifiedBy>WPS_1641401207</cp:lastModifiedBy>
  <cp:revision>224</cp:revision>
  <cp:lastPrinted>2000-06-01T21:00:25Z</cp:lastPrinted>
  <dcterms:created xsi:type="dcterms:W3CDTF">1999-12-01T22:01:55Z</dcterms:created>
  <dcterms:modified xsi:type="dcterms:W3CDTF">2024-12-02T12:53:32Z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796C4F7254854F06844FFB638612EFF0_13</vt:lpwstr>
  </property>
  <property fmtid="{D5CDD505-2E9C-101B-9397-08002B2CF9AE}" pid="3" name="KSOProductBuildVer">
    <vt:lpwstr>1033-12.2.0.18911</vt:lpwstr>
  </property>
</Properties>
</file>