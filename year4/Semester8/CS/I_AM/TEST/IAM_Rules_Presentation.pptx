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7" d="100"/>
          <a:sy n="107" d="100"/>
        </p:scale>
        <p:origin x="114" y="6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84282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4" name="Shape 2"/>
          <p:cNvSpPr/>
          <p:nvPr/>
        </p:nvSpPr>
        <p:spPr>
          <a:xfrm>
            <a:off x="7589520" y="457200"/>
            <a:ext cx="1280160" cy="1280160"/>
          </a:xfrm>
          <a:prstGeom prst="ellipse">
            <a:avLst/>
          </a:prstGeom>
          <a:solidFill>
            <a:srgbClr val="0077B6">
              <a:alpha val="30000"/>
            </a:srgbClr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863840" y="731520"/>
            <a:ext cx="731520" cy="731520"/>
          </a:xfrm>
          <a:prstGeom prst="ellipse">
            <a:avLst/>
          </a:prstGeom>
          <a:solidFill>
            <a:srgbClr val="00B4D8">
              <a:alpha val="50000"/>
            </a:srgbClr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4582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Security Rules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457200" y="1965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0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Hospital File Management System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457200" y="2651760"/>
            <a:ext cx="8046720" cy="36576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9" name="Text 7"/>
          <p:cNvSpPr/>
          <p:nvPr/>
        </p:nvSpPr>
        <p:spPr>
          <a:xfrm>
            <a:off x="457200" y="27889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Identity &amp; Access Management — Policy Overview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0077B6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3832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§164.312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06040" y="338328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2D6A4F"/>
          </a:solidFill>
          <a:ln/>
        </p:spPr>
      </p:sp>
      <p:sp>
        <p:nvSpPr>
          <p:cNvPr id="13" name="Text 11"/>
          <p:cNvSpPr/>
          <p:nvPr/>
        </p:nvSpPr>
        <p:spPr>
          <a:xfrm>
            <a:off x="2606040" y="33832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+ ABAC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54880" y="338328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5C4D7D"/>
          </a:solidFill>
          <a:ln/>
        </p:spPr>
      </p:sp>
      <p:sp>
        <p:nvSpPr>
          <p:cNvPr id="15" name="Text 13"/>
          <p:cNvSpPr/>
          <p:nvPr/>
        </p:nvSpPr>
        <p:spPr>
          <a:xfrm>
            <a:off x="4754880" y="33832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MFA / TOTP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903720" y="3383280"/>
            <a:ext cx="1920240" cy="384048"/>
          </a:xfrm>
          <a:prstGeom prst="roundRect">
            <a:avLst>
              <a:gd name="adj" fmla="val 19048"/>
            </a:avLst>
          </a:prstGeom>
          <a:solidFill>
            <a:srgbClr val="7B3F00"/>
          </a:solidFill>
          <a:ln/>
        </p:spPr>
      </p:sp>
      <p:sp>
        <p:nvSpPr>
          <p:cNvPr id="17" name="Text 15"/>
          <p:cNvSpPr/>
          <p:nvPr/>
        </p:nvSpPr>
        <p:spPr>
          <a:xfrm>
            <a:off x="6903720" y="3383280"/>
            <a:ext cx="1920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466344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April 2026  ·  Confidential  ·  v1.0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RBAC &amp; Authentication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5943600" y="0"/>
            <a:ext cx="29260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§164.312(a)(1)  ·  §164.312(a)(2)(i)  ·  §164.312(d)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206240" cy="4023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4206240" cy="4114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822960"/>
            <a:ext cx="411480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Control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298448"/>
            <a:ext cx="109728" cy="384048"/>
          </a:xfrm>
          <a:prstGeom prst="rect">
            <a:avLst/>
          </a:prstGeom>
          <a:solidFill>
            <a:srgbClr val="90A4AE"/>
          </a:solidFill>
          <a:ln/>
        </p:spPr>
      </p:sp>
      <p:sp>
        <p:nvSpPr>
          <p:cNvPr id="9" name="Text 7"/>
          <p:cNvSpPr/>
          <p:nvPr/>
        </p:nvSpPr>
        <p:spPr>
          <a:xfrm>
            <a:off x="502920" y="1298448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920240" y="1298448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 — — — (audit only)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20040" y="1865376"/>
            <a:ext cx="109728" cy="384048"/>
          </a:xfrm>
          <a:prstGeom prst="rect">
            <a:avLst/>
          </a:prstGeom>
          <a:solidFill>
            <a:srgbClr val="FF6B6B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" y="1865376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920240" y="1865376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RWX RWX RWX RW–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20040" y="2432304"/>
            <a:ext cx="109728" cy="384048"/>
          </a:xfrm>
          <a:prstGeom prst="rect">
            <a:avLst/>
          </a:prstGeom>
          <a:solidFill>
            <a:srgbClr val="4ECDC4"/>
          </a:solidFill>
          <a:ln/>
        </p:spPr>
      </p:sp>
      <p:sp>
        <p:nvSpPr>
          <p:cNvPr id="15" name="Text 13"/>
          <p:cNvSpPr/>
          <p:nvPr/>
        </p:nvSpPr>
        <p:spPr>
          <a:xfrm>
            <a:off x="502920" y="2432304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Doctor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920240" y="2432304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RWX RW– RW– – – –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320040" y="2999232"/>
            <a:ext cx="109728" cy="384048"/>
          </a:xfrm>
          <a:prstGeom prst="rect">
            <a:avLst/>
          </a:prstGeom>
          <a:solidFill>
            <a:srgbClr val="45B7D1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2999232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Nurse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920240" y="299923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R– – R– – R– – – – –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320040" y="3566160"/>
            <a:ext cx="109728" cy="384048"/>
          </a:xfrm>
          <a:prstGeom prst="rect">
            <a:avLst/>
          </a:prstGeom>
          <a:solidFill>
            <a:srgbClr val="96CEB4"/>
          </a:solidFill>
          <a:ln/>
        </p:spPr>
      </p:sp>
      <p:sp>
        <p:nvSpPr>
          <p:cNvPr id="21" name="Text 19"/>
          <p:cNvSpPr/>
          <p:nvPr/>
        </p:nvSpPr>
        <p:spPr>
          <a:xfrm>
            <a:off x="502920" y="3566160"/>
            <a:ext cx="1371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920240" y="356616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55A6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R– – – – – R– – – – –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4709160" y="822960"/>
            <a:ext cx="4160520" cy="402336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09160" y="822960"/>
            <a:ext cx="4160520" cy="411480"/>
          </a:xfrm>
          <a:prstGeom prst="rect">
            <a:avLst/>
          </a:prstGeom>
          <a:solidFill>
            <a:srgbClr val="5C4D7D"/>
          </a:solidFill>
          <a:ln/>
        </p:spPr>
      </p:sp>
      <p:sp>
        <p:nvSpPr>
          <p:cNvPr id="25" name="Text 23"/>
          <p:cNvSpPr/>
          <p:nvPr/>
        </p:nvSpPr>
        <p:spPr>
          <a:xfrm>
            <a:off x="4754880" y="822960"/>
            <a:ext cx="4069080" cy="41148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 + TOTP 2FA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773168" y="1371600"/>
            <a:ext cx="566928" cy="256032"/>
          </a:xfrm>
          <a:prstGeom prst="roundRect">
            <a:avLst>
              <a:gd name="adj" fmla="val 14286"/>
            </a:avLst>
          </a:prstGeom>
          <a:solidFill>
            <a:srgbClr val="5C4D7D">
              <a:alpha val="8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4773168" y="1371600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[KEY]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5413248" y="1316736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PBKDF2-HMAC-SHA256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5413248" y="1554480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260,000 iterations + 128-bit salt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773168" y="2029968"/>
            <a:ext cx="566928" cy="256032"/>
          </a:xfrm>
          <a:prstGeom prst="roundRect">
            <a:avLst>
              <a:gd name="adj" fmla="val 14286"/>
            </a:avLst>
          </a:prstGeom>
          <a:solidFill>
            <a:srgbClr val="5C4D7D">
              <a:alpha val="80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4773168" y="2029968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[PWD]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5413248" y="1975104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 policy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13248" y="2212848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8 chars · upper · digit · symbol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4773168" y="2688336"/>
            <a:ext cx="566928" cy="256032"/>
          </a:xfrm>
          <a:prstGeom prst="roundRect">
            <a:avLst>
              <a:gd name="adj" fmla="val 14286"/>
            </a:avLst>
          </a:prstGeom>
          <a:solidFill>
            <a:srgbClr val="5C4D7D">
              <a:alpha val="80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4773168" y="2688336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[MFA]</a:t>
            </a:r>
            <a:endParaRPr lang="en-US" sz="750" dirty="0"/>
          </a:p>
        </p:txBody>
      </p:sp>
      <p:sp>
        <p:nvSpPr>
          <p:cNvPr id="36" name="Text 34"/>
          <p:cNvSpPr/>
          <p:nvPr/>
        </p:nvSpPr>
        <p:spPr>
          <a:xfrm>
            <a:off x="5413248" y="2633472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TOTP 2FA (RFC 6238)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5413248" y="2871216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30-second code · ±1 window clock skew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773168" y="3346704"/>
            <a:ext cx="566928" cy="256032"/>
          </a:xfrm>
          <a:prstGeom prst="roundRect">
            <a:avLst>
              <a:gd name="adj" fmla="val 14286"/>
            </a:avLst>
          </a:prstGeom>
          <a:solidFill>
            <a:srgbClr val="5C4D7D">
              <a:alpha val="8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4773168" y="3346704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[2FA]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5413248" y="329184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2FA on first login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5413248" y="3529584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Mandatory activation before dashboard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4773168" y="4005072"/>
            <a:ext cx="566928" cy="256032"/>
          </a:xfrm>
          <a:prstGeom prst="roundRect">
            <a:avLst>
              <a:gd name="adj" fmla="val 14286"/>
            </a:avLst>
          </a:prstGeom>
          <a:solidFill>
            <a:srgbClr val="5C4D7D">
              <a:alpha val="80000"/>
            </a:srgbClr>
          </a:solidFill>
          <a:ln/>
        </p:spPr>
      </p:sp>
      <p:sp>
        <p:nvSpPr>
          <p:cNvPr id="43" name="Text 41"/>
          <p:cNvSpPr/>
          <p:nvPr/>
        </p:nvSpPr>
        <p:spPr>
          <a:xfrm>
            <a:off x="4773168" y="4005072"/>
            <a:ext cx="5669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[ID]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5413248" y="3950208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usernames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5413248" y="4187952"/>
            <a:ext cx="3246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07D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at account creation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11E3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Attribute-Based Access Control (ABAC)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0" y="0"/>
            <a:ext cx="2468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§164.312(a)(1)  ·  §164.310(b)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4114800" cy="3931920"/>
          </a:xfrm>
          <a:prstGeom prst="rect">
            <a:avLst/>
          </a:prstGeom>
          <a:solidFill>
            <a:srgbClr val="0F2339"/>
          </a:solidFill>
          <a:ln w="19050">
            <a:solidFill>
              <a:srgbClr val="E9C46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68680"/>
            <a:ext cx="4114800" cy="457200"/>
          </a:xfrm>
          <a:prstGeom prst="rect">
            <a:avLst/>
          </a:prstGeom>
          <a:solidFill>
            <a:srgbClr val="7B3F00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868680"/>
            <a:ext cx="402336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1 — Time Policy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444752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hours: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7007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08:00 – 18:00 only for standard roles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1480" y="20665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Exempt roles: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23225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&amp; Supervisor access 24 / 7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11480" y="268833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Enforcement: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29443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Login screen blocked with live HH:MM:SS countdown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11480" y="331012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Bypass: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" y="3566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Privileged login: credentials + 2FA re-auth required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11480" y="39319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9C4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Logged: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41879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ACCESS_DENIED written to audit trail with timestamp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754880" y="868680"/>
            <a:ext cx="4114800" cy="3931920"/>
          </a:xfrm>
          <a:prstGeom prst="rect">
            <a:avLst/>
          </a:prstGeom>
          <a:solidFill>
            <a:srgbClr val="0F2339"/>
          </a:solidFill>
          <a:ln w="1905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868680"/>
            <a:ext cx="4114800" cy="457200"/>
          </a:xfrm>
          <a:prstGeom prst="rect">
            <a:avLst/>
          </a:prstGeom>
          <a:solidFill>
            <a:srgbClr val="0D3349"/>
          </a:solidFill>
          <a:ln/>
        </p:spPr>
      </p:sp>
      <p:sp>
        <p:nvSpPr>
          <p:cNvPr id="20" name="Text 18"/>
          <p:cNvSpPr/>
          <p:nvPr/>
        </p:nvSpPr>
        <p:spPr>
          <a:xfrm>
            <a:off x="4800600" y="868680"/>
            <a:ext cx="4023360" cy="45720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2 — Network Policy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892040" y="1444752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Detection: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892040" y="1700784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Socket connect to 8.8.8.8 reveals local IP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4892040" y="2066544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Allowlist: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892040" y="2322576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192.168.x, 10.0.x, 172.16.x, 127.x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4892040" y="2688336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Block: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892040" y="2944368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/ unknown IPs blocked before credentials shown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892040" y="3310128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bypass: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92040" y="3566160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policy is unconditional — no override path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4892040" y="39319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Logged: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892040" y="41879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ACCESS_DENIED reason=network_policy ip=&lt;detected&gt; written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Account Lifecycle · Session · Lockout</a:t>
            </a:r>
            <a:endParaRPr lang="en-US" sz="1900" dirty="0"/>
          </a:p>
        </p:txBody>
      </p:sp>
      <p:sp>
        <p:nvSpPr>
          <p:cNvPr id="4" name="Text 2"/>
          <p:cNvSpPr/>
          <p:nvPr/>
        </p:nvSpPr>
        <p:spPr>
          <a:xfrm>
            <a:off x="4114800" y="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C8F7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§164.308(a)(3)  ·  §164.312(a)(2)(i)  ·  §164.312(a)(2)(iii)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182880" y="777240"/>
            <a:ext cx="2834640" cy="4160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82880" y="777240"/>
            <a:ext cx="2834640" cy="50292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777240"/>
            <a:ext cx="27432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Lifecycle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28600" y="1335024"/>
            <a:ext cx="2743200" cy="256032"/>
          </a:xfrm>
          <a:prstGeom prst="rect">
            <a:avLst/>
          </a:prstGeom>
          <a:solidFill>
            <a:srgbClr val="2D6A4F">
              <a:alpha val="2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228600" y="13350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2D6A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§164.308(a)(3)(ii)(C)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292608" y="166420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Timed suspension — auto-expires at set datetime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92608" y="21671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Manual suspension — until explicit reactivation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292608" y="267004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Force logout — immediate session termination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92608" y="31729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Session watchdog — polls every 3 s, auto-kicks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92608" y="367588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events written to audit log instantly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154680" y="777240"/>
            <a:ext cx="2834640" cy="4160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154680" y="777240"/>
            <a:ext cx="2834640" cy="50292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17" name="Text 15"/>
          <p:cNvSpPr/>
          <p:nvPr/>
        </p:nvSpPr>
        <p:spPr>
          <a:xfrm>
            <a:off x="3200400" y="777240"/>
            <a:ext cx="27432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Management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200400" y="1335024"/>
            <a:ext cx="2743200" cy="256032"/>
          </a:xfrm>
          <a:prstGeom prst="rect">
            <a:avLst/>
          </a:prstGeom>
          <a:solidFill>
            <a:srgbClr val="0077B6">
              <a:alpha val="20000"/>
            </a:srgbClr>
          </a:solidFill>
          <a:ln/>
        </p:spPr>
      </p:sp>
      <p:sp>
        <p:nvSpPr>
          <p:cNvPr id="19" name="Text 17"/>
          <p:cNvSpPr/>
          <p:nvPr/>
        </p:nvSpPr>
        <p:spPr>
          <a:xfrm>
            <a:off x="3200400" y="13350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77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§164.312(a)(2)(iii)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3264408" y="166420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30-minute inactivity timeout (SESSION_TIMEOUT_SEC)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264408" y="21671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Any UI interaction resets the timer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264408" y="267004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Modal warning displayed on expiry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264408" y="31729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SESSION_EXPIRED event logged with username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264408" y="367588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All timers cancelled cleanly on manual logout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126480" y="777240"/>
            <a:ext cx="2834640" cy="41605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6126480" y="777240"/>
            <a:ext cx="2834640" cy="502920"/>
          </a:xfrm>
          <a:prstGeom prst="rect">
            <a:avLst/>
          </a:prstGeom>
          <a:solidFill>
            <a:srgbClr val="7B3F00"/>
          </a:solidFill>
          <a:ln/>
        </p:spPr>
      </p:sp>
      <p:sp>
        <p:nvSpPr>
          <p:cNvPr id="27" name="Text 25"/>
          <p:cNvSpPr/>
          <p:nvPr/>
        </p:nvSpPr>
        <p:spPr>
          <a:xfrm>
            <a:off x="6172200" y="777240"/>
            <a:ext cx="2743200" cy="50292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Brute-Force Lockout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172200" y="1335024"/>
            <a:ext cx="2743200" cy="256032"/>
          </a:xfrm>
          <a:prstGeom prst="rect">
            <a:avLst/>
          </a:prstGeom>
          <a:solidFill>
            <a:srgbClr val="7B3F00">
              <a:alpha val="20000"/>
            </a:srgbClr>
          </a:solidFill>
          <a:ln/>
        </p:spPr>
      </p:sp>
      <p:sp>
        <p:nvSpPr>
          <p:cNvPr id="29" name="Text 27"/>
          <p:cNvSpPr/>
          <p:nvPr/>
        </p:nvSpPr>
        <p:spPr>
          <a:xfrm>
            <a:off x="6172200" y="1335024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7B3F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HIPAA §164.312(a)(2)(i)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6236208" y="166420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MAX_LOGIN_ATTEMPTS = 5 failures trigger lockout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6236208" y="216712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LOCKOUT_SECONDS = 300 (5-minute sliding window)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6236208" y="267004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Countdown shown to user during lockout period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6236208" y="317296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Counter auto-resets after window expires</a:t>
            </a:r>
            <a:endParaRPr lang="en-US" sz="850" dirty="0"/>
          </a:p>
        </p:txBody>
      </p:sp>
      <p:sp>
        <p:nvSpPr>
          <p:cNvPr id="34" name="Text 32"/>
          <p:cNvSpPr/>
          <p:nvPr/>
        </p:nvSpPr>
        <p:spPr>
          <a:xfrm>
            <a:off x="6236208" y="3675888"/>
            <a:ext cx="2651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850" dirty="0">
                <a:solidFill>
                  <a:srgbClr val="1C28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Every failure logged with reason= field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A1220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Audit Logging &amp; IAM Summary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7772400" y="0"/>
            <a:ext cx="10972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§164.312(b)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114800" cy="4023360"/>
          </a:xfrm>
          <a:prstGeom prst="rect">
            <a:avLst/>
          </a:prstGeom>
          <a:solidFill>
            <a:srgbClr val="0F2339"/>
          </a:solidFill>
          <a:ln w="12700">
            <a:solidFill>
              <a:srgbClr val="00B4D8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822960"/>
            <a:ext cx="4114800" cy="411480"/>
          </a:xfrm>
          <a:prstGeom prst="rect">
            <a:avLst/>
          </a:prstGeom>
          <a:solidFill>
            <a:srgbClr val="0077B6"/>
          </a:solidFill>
          <a:ln/>
        </p:spPr>
      </p:sp>
      <p:sp>
        <p:nvSpPr>
          <p:cNvPr id="7" name="Text 5"/>
          <p:cNvSpPr/>
          <p:nvPr/>
        </p:nvSpPr>
        <p:spPr>
          <a:xfrm>
            <a:off x="320040" y="822960"/>
            <a:ext cx="4023360" cy="4114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 Controls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30759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Append-only file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11480" y="151790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open(LOGS_FILE,'a') — no overwrites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411480" y="180136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ISO timestamps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11480" y="201168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entry: [YYYY-MM-DD HH:MM:SS]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411480" y="229514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IP in login events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11480" y="2505456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ip= field on LOGIN_SUCCESS + PRIVILEGED_LOGIN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11480" y="27889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File R/W tracking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11480" y="2999232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READ/WRITE events per user per file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411480" y="328269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Filterable viewer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11480" y="3493008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· Event · IP · Date · Time range · Role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11480" y="377647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CSV/JSON export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11480" y="3986784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 current view for external analysis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411480" y="427024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Supervisor-only clear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11480" y="4480560"/>
            <a:ext cx="38404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E8ED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check before log wipe; wipe itself logged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663440" y="822960"/>
            <a:ext cx="4206240" cy="4023360"/>
          </a:xfrm>
          <a:prstGeom prst="rect">
            <a:avLst/>
          </a:prstGeom>
          <a:solidFill>
            <a:srgbClr val="0F2339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822960"/>
            <a:ext cx="4206240" cy="411480"/>
          </a:xfrm>
          <a:prstGeom prst="rect">
            <a:avLst/>
          </a:prstGeom>
          <a:solidFill>
            <a:srgbClr val="2D3A4A"/>
          </a:solidFill>
          <a:ln/>
        </p:spPr>
      </p:sp>
      <p:sp>
        <p:nvSpPr>
          <p:cNvPr id="24" name="Text 22"/>
          <p:cNvSpPr/>
          <p:nvPr/>
        </p:nvSpPr>
        <p:spPr>
          <a:xfrm>
            <a:off x="4709160" y="822960"/>
            <a:ext cx="4114800" cy="411480"/>
          </a:xfrm>
          <a:prstGeom prst="rect">
            <a:avLst/>
          </a:prstGeom>
          <a:noFill/>
          <a:ln/>
        </p:spPr>
        <p:txBody>
          <a:bodyPr wrap="square" lIns="76200" tIns="76200" rIns="76200" bIns="7620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IAM Controls Summary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736592" y="1344168"/>
            <a:ext cx="182880" cy="201168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26" name="Text 24"/>
          <p:cNvSpPr/>
          <p:nvPr/>
        </p:nvSpPr>
        <p:spPr>
          <a:xfrm>
            <a:off x="4983480" y="130759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(5 roles)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7360920" y="1335024"/>
            <a:ext cx="1371600" cy="237744"/>
          </a:xfrm>
          <a:prstGeom prst="rect">
            <a:avLst/>
          </a:prstGeom>
          <a:solidFill>
            <a:srgbClr val="0077B6">
              <a:alpha val="3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7360920" y="133502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§164.312(a)(1)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736592" y="1691640"/>
            <a:ext cx="182880" cy="201168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30" name="Text 28"/>
          <p:cNvSpPr/>
          <p:nvPr/>
        </p:nvSpPr>
        <p:spPr>
          <a:xfrm>
            <a:off x="4983480" y="165506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Unique user IDs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7360920" y="1682496"/>
            <a:ext cx="1371600" cy="237744"/>
          </a:xfrm>
          <a:prstGeom prst="rect">
            <a:avLst/>
          </a:prstGeom>
          <a:solidFill>
            <a:srgbClr val="0077B6">
              <a:alpha val="3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7360920" y="168249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§164.312(a)(2)(i)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736592" y="2039112"/>
            <a:ext cx="182880" cy="201168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34" name="Text 32"/>
          <p:cNvSpPr/>
          <p:nvPr/>
        </p:nvSpPr>
        <p:spPr>
          <a:xfrm>
            <a:off x="4983480" y="200253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PBKDF2 password hash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7360920" y="2029968"/>
            <a:ext cx="1371600" cy="237744"/>
          </a:xfrm>
          <a:prstGeom prst="rect">
            <a:avLst/>
          </a:prstGeom>
          <a:solidFill>
            <a:srgbClr val="0077B6">
              <a:alpha val="3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7360920" y="202996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§164.312(d)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736592" y="2386584"/>
            <a:ext cx="182880" cy="201168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38" name="Text 36"/>
          <p:cNvSpPr/>
          <p:nvPr/>
        </p:nvSpPr>
        <p:spPr>
          <a:xfrm>
            <a:off x="4983480" y="235000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TOTP Multi-Factor Auth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7360920" y="2377440"/>
            <a:ext cx="1371600" cy="237744"/>
          </a:xfrm>
          <a:prstGeom prst="rect">
            <a:avLst/>
          </a:prstGeom>
          <a:solidFill>
            <a:srgbClr val="0077B6">
              <a:alpha val="30000"/>
            </a:srgbClr>
          </a:solidFill>
          <a:ln/>
        </p:spPr>
      </p:sp>
      <p:sp>
        <p:nvSpPr>
          <p:cNvPr id="40" name="Text 38"/>
          <p:cNvSpPr/>
          <p:nvPr/>
        </p:nvSpPr>
        <p:spPr>
          <a:xfrm>
            <a:off x="7360920" y="237744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§164.312(d)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736592" y="2734056"/>
            <a:ext cx="182880" cy="201168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42" name="Text 40"/>
          <p:cNvSpPr/>
          <p:nvPr/>
        </p:nvSpPr>
        <p:spPr>
          <a:xfrm>
            <a:off x="4983480" y="2697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Time-based ABAC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7360920" y="2724912"/>
            <a:ext cx="1371600" cy="237744"/>
          </a:xfrm>
          <a:prstGeom prst="rect">
            <a:avLst/>
          </a:prstGeom>
          <a:solidFill>
            <a:srgbClr val="0077B6">
              <a:alpha val="30000"/>
            </a:srgbClr>
          </a:solidFill>
          <a:ln/>
        </p:spPr>
      </p:sp>
      <p:sp>
        <p:nvSpPr>
          <p:cNvPr id="44" name="Text 42"/>
          <p:cNvSpPr/>
          <p:nvPr/>
        </p:nvSpPr>
        <p:spPr>
          <a:xfrm>
            <a:off x="7360920" y="272491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§164.310(b)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736592" y="3081528"/>
            <a:ext cx="182880" cy="201168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46" name="Text 44"/>
          <p:cNvSpPr/>
          <p:nvPr/>
        </p:nvSpPr>
        <p:spPr>
          <a:xfrm>
            <a:off x="4983480" y="3044952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ABAC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7360920" y="3072384"/>
            <a:ext cx="1371600" cy="237744"/>
          </a:xfrm>
          <a:prstGeom prst="rect">
            <a:avLst/>
          </a:prstGeom>
          <a:solidFill>
            <a:srgbClr val="0077B6">
              <a:alpha val="30000"/>
            </a:srgbClr>
          </a:solidFill>
          <a:ln/>
        </p:spPr>
      </p:sp>
      <p:sp>
        <p:nvSpPr>
          <p:cNvPr id="48" name="Text 46"/>
          <p:cNvSpPr/>
          <p:nvPr/>
        </p:nvSpPr>
        <p:spPr>
          <a:xfrm>
            <a:off x="7360920" y="3072384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§164.312(a)(1)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736592" y="3429000"/>
            <a:ext cx="182880" cy="201168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50" name="Text 48"/>
          <p:cNvSpPr/>
          <p:nvPr/>
        </p:nvSpPr>
        <p:spPr>
          <a:xfrm>
            <a:off x="4983480" y="3392424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suspension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7360920" y="3419856"/>
            <a:ext cx="1371600" cy="237744"/>
          </a:xfrm>
          <a:prstGeom prst="rect">
            <a:avLst/>
          </a:prstGeom>
          <a:solidFill>
            <a:srgbClr val="0077B6">
              <a:alpha val="30000"/>
            </a:srgbClr>
          </a:solidFill>
          <a:ln/>
        </p:spPr>
      </p:sp>
      <p:sp>
        <p:nvSpPr>
          <p:cNvPr id="52" name="Text 50"/>
          <p:cNvSpPr/>
          <p:nvPr/>
        </p:nvSpPr>
        <p:spPr>
          <a:xfrm>
            <a:off x="7360920" y="3419856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§164.308(a)(3)(ii)(C)</a:t>
            </a:r>
            <a:endParaRPr lang="en-US" sz="800" dirty="0"/>
          </a:p>
        </p:txBody>
      </p:sp>
      <p:sp>
        <p:nvSpPr>
          <p:cNvPr id="53" name="Shape 51"/>
          <p:cNvSpPr/>
          <p:nvPr/>
        </p:nvSpPr>
        <p:spPr>
          <a:xfrm>
            <a:off x="4736592" y="3776472"/>
            <a:ext cx="182880" cy="201168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54" name="Text 52"/>
          <p:cNvSpPr/>
          <p:nvPr/>
        </p:nvSpPr>
        <p:spPr>
          <a:xfrm>
            <a:off x="4983480" y="3739896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inactivity logout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360920" y="3767328"/>
            <a:ext cx="1371600" cy="237744"/>
          </a:xfrm>
          <a:prstGeom prst="rect">
            <a:avLst/>
          </a:prstGeom>
          <a:solidFill>
            <a:srgbClr val="0077B6">
              <a:alpha val="30000"/>
            </a:srgbClr>
          </a:solidFill>
          <a:ln/>
        </p:spPr>
      </p:sp>
      <p:sp>
        <p:nvSpPr>
          <p:cNvPr id="56" name="Text 54"/>
          <p:cNvSpPr/>
          <p:nvPr/>
        </p:nvSpPr>
        <p:spPr>
          <a:xfrm>
            <a:off x="7360920" y="3767328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§164.312(a)(2)(iii)</a:t>
            </a:r>
            <a:endParaRPr lang="en-US" sz="800" dirty="0"/>
          </a:p>
        </p:txBody>
      </p:sp>
      <p:sp>
        <p:nvSpPr>
          <p:cNvPr id="57" name="Shape 55"/>
          <p:cNvSpPr/>
          <p:nvPr/>
        </p:nvSpPr>
        <p:spPr>
          <a:xfrm>
            <a:off x="4736592" y="4123944"/>
            <a:ext cx="182880" cy="201168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58" name="Text 56"/>
          <p:cNvSpPr/>
          <p:nvPr/>
        </p:nvSpPr>
        <p:spPr>
          <a:xfrm>
            <a:off x="4983480" y="4087368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Brute-force lockout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360920" y="4114800"/>
            <a:ext cx="1371600" cy="237744"/>
          </a:xfrm>
          <a:prstGeom prst="rect">
            <a:avLst/>
          </a:prstGeom>
          <a:solidFill>
            <a:srgbClr val="0077B6">
              <a:alpha val="30000"/>
            </a:srgbClr>
          </a:solidFill>
          <a:ln/>
        </p:spPr>
      </p:sp>
      <p:sp>
        <p:nvSpPr>
          <p:cNvPr id="60" name="Text 58"/>
          <p:cNvSpPr/>
          <p:nvPr/>
        </p:nvSpPr>
        <p:spPr>
          <a:xfrm>
            <a:off x="7360920" y="4114800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§164.312(a)(2)(i)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4736592" y="4471416"/>
            <a:ext cx="182880" cy="201168"/>
          </a:xfrm>
          <a:prstGeom prst="rect">
            <a:avLst/>
          </a:prstGeom>
          <a:solidFill>
            <a:srgbClr val="52B788"/>
          </a:solidFill>
          <a:ln/>
        </p:spPr>
      </p:sp>
      <p:sp>
        <p:nvSpPr>
          <p:cNvPr id="62" name="Text 60"/>
          <p:cNvSpPr/>
          <p:nvPr/>
        </p:nvSpPr>
        <p:spPr>
          <a:xfrm>
            <a:off x="4983480" y="44348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7360920" y="4462272"/>
            <a:ext cx="1371600" cy="237744"/>
          </a:xfrm>
          <a:prstGeom prst="rect">
            <a:avLst/>
          </a:prstGeom>
          <a:solidFill>
            <a:srgbClr val="0077B6">
              <a:alpha val="30000"/>
            </a:srgbClr>
          </a:solidFill>
          <a:ln/>
        </p:spPr>
      </p:sp>
      <p:sp>
        <p:nvSpPr>
          <p:cNvPr id="64" name="Text 62"/>
          <p:cNvSpPr/>
          <p:nvPr/>
        </p:nvSpPr>
        <p:spPr>
          <a:xfrm>
            <a:off x="7360920" y="4462272"/>
            <a:ext cx="1371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§164.312(b)</a:t>
            </a:r>
            <a:endParaRPr lang="en-US" sz="800" dirty="0"/>
          </a:p>
        </p:txBody>
      </p:sp>
      <p:sp>
        <p:nvSpPr>
          <p:cNvPr id="65" name="Text 63"/>
          <p:cNvSpPr/>
          <p:nvPr/>
        </p:nvSpPr>
        <p:spPr>
          <a:xfrm>
            <a:off x="274320" y="4800600"/>
            <a:ext cx="8595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0A4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controls verified against 45 CFR Part 164 — HIPAA Security Rule  ·  April 2026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754</Words>
  <Application>Microsoft Office PowerPoint</Application>
  <PresentationFormat>On-screen Show (16:9)</PresentationFormat>
  <Paragraphs>128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IAM Rules — Hospital File Management System</dc:title>
  <dc:subject>PptxGenJS Presentation</dc:subject>
  <dc:creator>PptxGenJS</dc:creator>
  <cp:lastModifiedBy>Midou</cp:lastModifiedBy>
  <cp:revision>2</cp:revision>
  <dcterms:created xsi:type="dcterms:W3CDTF">2026-04-19T01:04:13Z</dcterms:created>
  <dcterms:modified xsi:type="dcterms:W3CDTF">2026-04-25T12:15:24Z</dcterms:modified>
</cp:coreProperties>
</file>