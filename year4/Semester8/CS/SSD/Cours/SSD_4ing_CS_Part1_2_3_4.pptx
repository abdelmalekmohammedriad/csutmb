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9"/>
  </p:notesMasterIdLst>
  <p:sldIdLst>
    <p:sldId id="761" r:id="rId2"/>
    <p:sldId id="846" r:id="rId3"/>
    <p:sldId id="872" r:id="rId4"/>
    <p:sldId id="873" r:id="rId5"/>
    <p:sldId id="874" r:id="rId6"/>
    <p:sldId id="906" r:id="rId7"/>
    <p:sldId id="907" r:id="rId8"/>
    <p:sldId id="904" r:id="rId9"/>
    <p:sldId id="905" r:id="rId10"/>
    <p:sldId id="826" r:id="rId11"/>
    <p:sldId id="962" r:id="rId12"/>
    <p:sldId id="828" r:id="rId13"/>
    <p:sldId id="830" r:id="rId14"/>
    <p:sldId id="831" r:id="rId15"/>
    <p:sldId id="832" r:id="rId16"/>
    <p:sldId id="862" r:id="rId17"/>
    <p:sldId id="834" r:id="rId18"/>
    <p:sldId id="835" r:id="rId19"/>
    <p:sldId id="836" r:id="rId20"/>
    <p:sldId id="837" r:id="rId21"/>
    <p:sldId id="850" r:id="rId22"/>
    <p:sldId id="960" r:id="rId23"/>
    <p:sldId id="849" r:id="rId24"/>
    <p:sldId id="851" r:id="rId25"/>
    <p:sldId id="852" r:id="rId26"/>
    <p:sldId id="854" r:id="rId27"/>
    <p:sldId id="855" r:id="rId28"/>
    <p:sldId id="963" r:id="rId29"/>
    <p:sldId id="856" r:id="rId30"/>
    <p:sldId id="857" r:id="rId31"/>
    <p:sldId id="858" r:id="rId32"/>
    <p:sldId id="859" r:id="rId33"/>
    <p:sldId id="860" r:id="rId34"/>
    <p:sldId id="861" r:id="rId35"/>
    <p:sldId id="844" r:id="rId36"/>
    <p:sldId id="964" r:id="rId37"/>
    <p:sldId id="875" r:id="rId38"/>
    <p:sldId id="881" r:id="rId39"/>
    <p:sldId id="865" r:id="rId40"/>
    <p:sldId id="866" r:id="rId41"/>
    <p:sldId id="867" r:id="rId42"/>
    <p:sldId id="887" r:id="rId43"/>
    <p:sldId id="888" r:id="rId44"/>
    <p:sldId id="869" r:id="rId45"/>
    <p:sldId id="965" r:id="rId46"/>
    <p:sldId id="890" r:id="rId47"/>
    <p:sldId id="954" r:id="rId48"/>
    <p:sldId id="955" r:id="rId49"/>
    <p:sldId id="870" r:id="rId50"/>
    <p:sldId id="891" r:id="rId51"/>
    <p:sldId id="892" r:id="rId52"/>
    <p:sldId id="893" r:id="rId53"/>
    <p:sldId id="958" r:id="rId54"/>
    <p:sldId id="959" r:id="rId55"/>
    <p:sldId id="908" r:id="rId56"/>
    <p:sldId id="899" r:id="rId57"/>
    <p:sldId id="961" r:id="rId58"/>
    <p:sldId id="911" r:id="rId59"/>
    <p:sldId id="900" r:id="rId60"/>
    <p:sldId id="901" r:id="rId61"/>
    <p:sldId id="871" r:id="rId62"/>
    <p:sldId id="966" r:id="rId63"/>
    <p:sldId id="909" r:id="rId64"/>
    <p:sldId id="915" r:id="rId65"/>
    <p:sldId id="916" r:id="rId66"/>
    <p:sldId id="917" r:id="rId67"/>
    <p:sldId id="918" r:id="rId68"/>
    <p:sldId id="919" r:id="rId69"/>
    <p:sldId id="920" r:id="rId70"/>
    <p:sldId id="967" r:id="rId71"/>
    <p:sldId id="921" r:id="rId72"/>
    <p:sldId id="922" r:id="rId73"/>
    <p:sldId id="925" r:id="rId74"/>
    <p:sldId id="968" r:id="rId75"/>
    <p:sldId id="926" r:id="rId76"/>
    <p:sldId id="927" r:id="rId77"/>
    <p:sldId id="971" r:id="rId78"/>
    <p:sldId id="978" r:id="rId79"/>
    <p:sldId id="979" r:id="rId80"/>
    <p:sldId id="980" r:id="rId81"/>
    <p:sldId id="981" r:id="rId82"/>
    <p:sldId id="982" r:id="rId83"/>
    <p:sldId id="983" r:id="rId84"/>
    <p:sldId id="984" r:id="rId85"/>
    <p:sldId id="985" r:id="rId86"/>
    <p:sldId id="987" r:id="rId87"/>
    <p:sldId id="986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40BB"/>
    <a:srgbClr val="F75E41"/>
    <a:srgbClr val="9DDA74"/>
    <a:srgbClr val="FFC000"/>
    <a:srgbClr val="F5F6FA"/>
    <a:srgbClr val="333333"/>
    <a:srgbClr val="483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0E4DD-3C63-4A22-BC49-59D4116F773B}" v="55" dt="2023-07-22T03:31:44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4434" autoAdjust="0"/>
  </p:normalViewPr>
  <p:slideViewPr>
    <p:cSldViewPr snapToGrid="0">
      <p:cViewPr varScale="1">
        <p:scale>
          <a:sx n="67" d="100"/>
          <a:sy n="67" d="100"/>
        </p:scale>
        <p:origin x="804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07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208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ssy Made Yulian" userId="238af46a17e978c5" providerId="LiveId" clId="{81D0E4DD-3C63-4A22-BC49-59D4116F773B}"/>
    <pc:docChg chg="undo custSel modSld modMainMaster">
      <pc:chgData name="Yossy Made Yulian" userId="238af46a17e978c5" providerId="LiveId" clId="{81D0E4DD-3C63-4A22-BC49-59D4116F773B}" dt="2023-07-22T03:31:44.465" v="311" actId="164"/>
      <pc:docMkLst>
        <pc:docMk/>
      </pc:docMkLst>
      <pc:sldChg chg="delSp modSp mod">
        <pc:chgData name="Yossy Made Yulian" userId="238af46a17e978c5" providerId="LiveId" clId="{81D0E4DD-3C63-4A22-BC49-59D4116F773B}" dt="2023-07-22T03:06:38.207" v="65" actId="207"/>
        <pc:sldMkLst>
          <pc:docMk/>
          <pc:sldMk cId="1680765068" sldId="256"/>
        </pc:sldMkLst>
        <pc:spChg chg="mod">
          <ac:chgData name="Yossy Made Yulian" userId="238af46a17e978c5" providerId="LiveId" clId="{81D0E4DD-3C63-4A22-BC49-59D4116F773B}" dt="2023-07-22T03:06:38.207" v="65" actId="207"/>
          <ac:spMkLst>
            <pc:docMk/>
            <pc:sldMk cId="1680765068" sldId="256"/>
            <ac:spMk id="32" creationId="{8C53F6F1-C513-4216-81C6-76EB179BDE0D}"/>
          </ac:spMkLst>
        </pc:spChg>
        <pc:spChg chg="del mod">
          <ac:chgData name="Yossy Made Yulian" userId="238af46a17e978c5" providerId="LiveId" clId="{81D0E4DD-3C63-4A22-BC49-59D4116F773B}" dt="2023-07-22T02:57:22.064" v="9" actId="478"/>
          <ac:spMkLst>
            <pc:docMk/>
            <pc:sldMk cId="1680765068" sldId="256"/>
            <ac:spMk id="57" creationId="{FF22CC11-10A5-4C0F-AEC9-077FFB8203DE}"/>
          </ac:spMkLst>
        </pc:spChg>
        <pc:grpChg chg="mod">
          <ac:chgData name="Yossy Made Yulian" userId="238af46a17e978c5" providerId="LiveId" clId="{81D0E4DD-3C63-4A22-BC49-59D4116F773B}" dt="2023-07-22T02:57:37.291" v="12" actId="1076"/>
          <ac:grpSpMkLst>
            <pc:docMk/>
            <pc:sldMk cId="1680765068" sldId="256"/>
            <ac:grpSpMk id="31" creationId="{5062DC39-41CB-4070-B9E4-D32255B276CA}"/>
          </ac:grpSpMkLst>
        </pc:grpChg>
      </pc:sldChg>
      <pc:sldChg chg="addSp modSp mod">
        <pc:chgData name="Yossy Made Yulian" userId="238af46a17e978c5" providerId="LiveId" clId="{81D0E4DD-3C63-4A22-BC49-59D4116F773B}" dt="2023-07-22T02:58:00.364" v="18" actId="167"/>
        <pc:sldMkLst>
          <pc:docMk/>
          <pc:sldMk cId="3802186706" sldId="257"/>
        </pc:sldMkLst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2" creationId="{82051B6A-67BB-46AB-84DC-50A774A2C519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0" creationId="{9E986E62-1593-4C92-8900-5DEDFE9A8DBA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1" creationId="{C32D17C9-8782-4FDE-97F8-50A9B8F654EC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3" creationId="{F793A24A-EA97-4AB9-8057-B40946F97468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4" creationId="{7AA94518-978E-4F74-9299-1EC8B1D01D2F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6" creationId="{CB45DE94-7692-43A6-A81B-A8FCF12ECE6C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7" creationId="{6648C231-8BA3-4074-B9B8-EB36CE039E7F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19" creationId="{E103EF3B-388B-4386-A1A6-6DA831AC2861}"/>
          </ac:spMkLst>
        </pc:spChg>
        <pc:spChg chg="mod">
          <ac:chgData name="Yossy Made Yulian" userId="238af46a17e978c5" providerId="LiveId" clId="{81D0E4DD-3C63-4A22-BC49-59D4116F773B}" dt="2023-07-22T02:57:57.696" v="17" actId="164"/>
          <ac:spMkLst>
            <pc:docMk/>
            <pc:sldMk cId="3802186706" sldId="257"/>
            <ac:spMk id="20" creationId="{027E5925-42A2-445C-A1F5-051D3EDA2431}"/>
          </ac:spMkLst>
        </pc:spChg>
        <pc:grpChg chg="add mod ord">
          <ac:chgData name="Yossy Made Yulian" userId="238af46a17e978c5" providerId="LiveId" clId="{81D0E4DD-3C63-4A22-BC49-59D4116F773B}" dt="2023-07-22T02:58:00.364" v="18" actId="167"/>
          <ac:grpSpMkLst>
            <pc:docMk/>
            <pc:sldMk cId="3802186706" sldId="257"/>
            <ac:grpSpMk id="6" creationId="{102B7951-2775-E08B-D8AD-BE07855BF9FE}"/>
          </ac:grpSpMkLst>
        </pc:grpChg>
      </pc:sldChg>
      <pc:sldChg chg="addSp delSp modSp mod">
        <pc:chgData name="Yossy Made Yulian" userId="238af46a17e978c5" providerId="LiveId" clId="{81D0E4DD-3C63-4A22-BC49-59D4116F773B}" dt="2023-07-22T03:06:04.154" v="57" actId="1035"/>
        <pc:sldMkLst>
          <pc:docMk/>
          <pc:sldMk cId="2698937258" sldId="258"/>
        </pc:sldMkLst>
        <pc:spChg chg="del mod">
          <ac:chgData name="Yossy Made Yulian" userId="238af46a17e978c5" providerId="LiveId" clId="{81D0E4DD-3C63-4A22-BC49-59D4116F773B}" dt="2023-07-22T03:00:18.228" v="32" actId="478"/>
          <ac:spMkLst>
            <pc:docMk/>
            <pc:sldMk cId="2698937258" sldId="258"/>
            <ac:spMk id="8" creationId="{59F136C8-6B8E-4597-9006-CB70EE8014D7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12" creationId="{65061EDB-B67C-47C9-9D78-1F1093301E2E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13" creationId="{94605A04-5250-438C-B2A2-423B50C5C7DD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21" creationId="{67D2826A-4775-4C39-ACE5-852C4611EE3D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58" creationId="{9B973600-1D19-41EC-9B74-00D792BC30FA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59" creationId="{56EFCCCA-6A2B-41DD-A1DB-76D68C6ABE64}"/>
          </ac:spMkLst>
        </pc:spChg>
        <pc:spChg chg="mod topLvl">
          <ac:chgData name="Yossy Made Yulian" userId="238af46a17e978c5" providerId="LiveId" clId="{81D0E4DD-3C63-4A22-BC49-59D4116F773B}" dt="2023-07-22T03:02:18.459" v="40" actId="164"/>
          <ac:spMkLst>
            <pc:docMk/>
            <pc:sldMk cId="2698937258" sldId="258"/>
            <ac:spMk id="70" creationId="{75235561-A055-4BC3-8B15-843EE2304B7E}"/>
          </ac:spMkLst>
        </pc:spChg>
        <pc:grpChg chg="add del mod ord">
          <ac:chgData name="Yossy Made Yulian" userId="238af46a17e978c5" providerId="LiveId" clId="{81D0E4DD-3C63-4A22-BC49-59D4116F773B}" dt="2023-07-22T03:02:15.666" v="39" actId="165"/>
          <ac:grpSpMkLst>
            <pc:docMk/>
            <pc:sldMk cId="2698937258" sldId="258"/>
            <ac:grpSpMk id="3" creationId="{2E4FD291-D24C-6263-9F6B-787F870EFA30}"/>
          </ac:grpSpMkLst>
        </pc:grpChg>
        <pc:grpChg chg="add mod ord">
          <ac:chgData name="Yossy Made Yulian" userId="238af46a17e978c5" providerId="LiveId" clId="{81D0E4DD-3C63-4A22-BC49-59D4116F773B}" dt="2023-07-22T03:06:04.154" v="57" actId="1035"/>
          <ac:grpSpMkLst>
            <pc:docMk/>
            <pc:sldMk cId="2698937258" sldId="258"/>
            <ac:grpSpMk id="4" creationId="{AEE4090E-9A8A-1684-2B01-C359DA6D6E6D}"/>
          </ac:grpSpMkLst>
        </pc:grpChg>
        <pc:picChg chg="add del mod">
          <ac:chgData name="Yossy Made Yulian" userId="238af46a17e978c5" providerId="LiveId" clId="{81D0E4DD-3C63-4A22-BC49-59D4116F773B}" dt="2023-07-22T03:05:55.197" v="49" actId="21"/>
          <ac:picMkLst>
            <pc:docMk/>
            <pc:sldMk cId="2698937258" sldId="258"/>
            <ac:picMk id="6" creationId="{DFD1A9F6-1189-3C9D-41AC-79326668287C}"/>
          </ac:picMkLst>
        </pc:picChg>
        <pc:picChg chg="add mod">
          <ac:chgData name="Yossy Made Yulian" userId="238af46a17e978c5" providerId="LiveId" clId="{81D0E4DD-3C63-4A22-BC49-59D4116F773B}" dt="2023-07-22T03:05:57.226" v="51"/>
          <ac:picMkLst>
            <pc:docMk/>
            <pc:sldMk cId="2698937258" sldId="258"/>
            <ac:picMk id="7" creationId="{4985871C-793A-51C3-82A7-595B9926C90B}"/>
          </ac:picMkLst>
        </pc:picChg>
        <pc:picChg chg="del mod topLvl modCrop">
          <ac:chgData name="Yossy Made Yulian" userId="238af46a17e978c5" providerId="LiveId" clId="{81D0E4DD-3C63-4A22-BC49-59D4116F773B}" dt="2023-07-22T03:05:56.143" v="50" actId="478"/>
          <ac:picMkLst>
            <pc:docMk/>
            <pc:sldMk cId="2698937258" sldId="258"/>
            <ac:picMk id="10" creationId="{D4D80BB9-AD0A-49C2-BDD5-C9C6F8764898}"/>
          </ac:picMkLst>
        </pc:picChg>
        <pc:cxnChg chg="mod">
          <ac:chgData name="Yossy Made Yulian" userId="238af46a17e978c5" providerId="LiveId" clId="{81D0E4DD-3C63-4A22-BC49-59D4116F773B}" dt="2023-07-22T03:02:18.459" v="40" actId="164"/>
          <ac:cxnSpMkLst>
            <pc:docMk/>
            <pc:sldMk cId="2698937258" sldId="258"/>
            <ac:cxnSpMk id="30" creationId="{B20F596F-3376-47E8-BE85-CFF071102899}"/>
          </ac:cxnSpMkLst>
        </pc:cxnChg>
      </pc:sldChg>
      <pc:sldChg chg="addSp modSp mod">
        <pc:chgData name="Yossy Made Yulian" userId="238af46a17e978c5" providerId="LiveId" clId="{81D0E4DD-3C63-4A22-BC49-59D4116F773B}" dt="2023-07-22T03:07:55.227" v="68" actId="164"/>
        <pc:sldMkLst>
          <pc:docMk/>
          <pc:sldMk cId="281857432" sldId="259"/>
        </pc:sldMkLst>
        <pc:spChg chg="mod">
          <ac:chgData name="Yossy Made Yulian" userId="238af46a17e978c5" providerId="LiveId" clId="{81D0E4DD-3C63-4A22-BC49-59D4116F773B}" dt="2023-07-22T03:06:33.775" v="64" actId="207"/>
          <ac:spMkLst>
            <pc:docMk/>
            <pc:sldMk cId="281857432" sldId="259"/>
            <ac:spMk id="3" creationId="{8F6CBE23-0338-4EDB-9E85-D75D12D43FFF}"/>
          </ac:spMkLst>
        </pc:spChg>
        <pc:spChg chg="mod">
          <ac:chgData name="Yossy Made Yulian" userId="238af46a17e978c5" providerId="LiveId" clId="{81D0E4DD-3C63-4A22-BC49-59D4116F773B}" dt="2023-07-22T03:06:33.775" v="64" actId="207"/>
          <ac:spMkLst>
            <pc:docMk/>
            <pc:sldMk cId="281857432" sldId="259"/>
            <ac:spMk id="16" creationId="{10FC6932-8359-43AF-B0DE-A50004D46F25}"/>
          </ac:spMkLst>
        </pc:spChg>
        <pc:spChg chg="mod">
          <ac:chgData name="Yossy Made Yulian" userId="238af46a17e978c5" providerId="LiveId" clId="{81D0E4DD-3C63-4A22-BC49-59D4116F773B}" dt="2023-07-22T03:07:55.227" v="68" actId="164"/>
          <ac:spMkLst>
            <pc:docMk/>
            <pc:sldMk cId="281857432" sldId="259"/>
            <ac:spMk id="19" creationId="{0A3A7660-C6A4-4DA1-8922-F077BCBEF787}"/>
          </ac:spMkLst>
        </pc:spChg>
        <pc:spChg chg="mod">
          <ac:chgData name="Yossy Made Yulian" userId="238af46a17e978c5" providerId="LiveId" clId="{81D0E4DD-3C63-4A22-BC49-59D4116F773B}" dt="2023-07-22T03:07:55.227" v="68" actId="164"/>
          <ac:spMkLst>
            <pc:docMk/>
            <pc:sldMk cId="281857432" sldId="259"/>
            <ac:spMk id="20" creationId="{125D7ECF-BE1E-4091-906B-5075B3F2A810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1" creationId="{83097104-F9C1-4689-975E-954AA02D10EE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2" creationId="{1486DFD1-C9B3-4C92-884B-5F53335B13B6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3" creationId="{90693C7E-2734-4B1F-9925-AD30D6D39918}"/>
          </ac:spMkLst>
        </pc:spChg>
        <pc:spChg chg="mod">
          <ac:chgData name="Yossy Made Yulian" userId="238af46a17e978c5" providerId="LiveId" clId="{81D0E4DD-3C63-4A22-BC49-59D4116F773B}" dt="2023-07-22T03:07:55.227" v="68" actId="164"/>
          <ac:spMkLst>
            <pc:docMk/>
            <pc:sldMk cId="281857432" sldId="259"/>
            <ac:spMk id="24" creationId="{1314F15E-BC65-4505-A690-E8B2DBCDAC83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7" creationId="{33F60879-6BFE-46CC-A1EB-CCAEC4D45305}"/>
          </ac:spMkLst>
        </pc:spChg>
        <pc:spChg chg="mod">
          <ac:chgData name="Yossy Made Yulian" userId="238af46a17e978c5" providerId="LiveId" clId="{81D0E4DD-3C63-4A22-BC49-59D4116F773B}" dt="2023-07-22T03:07:50.039" v="66" actId="164"/>
          <ac:spMkLst>
            <pc:docMk/>
            <pc:sldMk cId="281857432" sldId="259"/>
            <ac:spMk id="28" creationId="{DBD94223-7AD7-4127-80E3-77D70D92F34E}"/>
          </ac:spMkLst>
        </pc:spChg>
        <pc:grpChg chg="add mod ord">
          <ac:chgData name="Yossy Made Yulian" userId="238af46a17e978c5" providerId="LiveId" clId="{81D0E4DD-3C63-4A22-BC49-59D4116F773B}" dt="2023-07-22T03:07:51.887" v="67" actId="167"/>
          <ac:grpSpMkLst>
            <pc:docMk/>
            <pc:sldMk cId="281857432" sldId="259"/>
            <ac:grpSpMk id="6" creationId="{1C29A185-40EC-CA2B-597E-2C9275213FE9}"/>
          </ac:grpSpMkLst>
        </pc:grpChg>
        <pc:grpChg chg="add mod">
          <ac:chgData name="Yossy Made Yulian" userId="238af46a17e978c5" providerId="LiveId" clId="{81D0E4DD-3C63-4A22-BC49-59D4116F773B}" dt="2023-07-22T03:07:55.227" v="68" actId="164"/>
          <ac:grpSpMkLst>
            <pc:docMk/>
            <pc:sldMk cId="281857432" sldId="259"/>
            <ac:grpSpMk id="7" creationId="{0ED1A227-FB96-266E-B0E6-46D9C0559B6F}"/>
          </ac:grpSpMkLst>
        </pc:grpChg>
      </pc:sldChg>
      <pc:sldChg chg="modSp mod">
        <pc:chgData name="Yossy Made Yulian" userId="238af46a17e978c5" providerId="LiveId" clId="{81D0E4DD-3C63-4A22-BC49-59D4116F773B}" dt="2023-07-22T03:08:32.427" v="71" actId="20577"/>
        <pc:sldMkLst>
          <pc:docMk/>
          <pc:sldMk cId="4144073478" sldId="260"/>
        </pc:sldMkLst>
        <pc:spChg chg="mod">
          <ac:chgData name="Yossy Made Yulian" userId="238af46a17e978c5" providerId="LiveId" clId="{81D0E4DD-3C63-4A22-BC49-59D4116F773B}" dt="2023-07-22T03:08:25.726" v="69" actId="207"/>
          <ac:spMkLst>
            <pc:docMk/>
            <pc:sldMk cId="4144073478" sldId="260"/>
            <ac:spMk id="4" creationId="{681A541C-99C6-4C00-8741-E3C39D7B961A}"/>
          </ac:spMkLst>
        </pc:spChg>
        <pc:spChg chg="mod">
          <ac:chgData name="Yossy Made Yulian" userId="238af46a17e978c5" providerId="LiveId" clId="{81D0E4DD-3C63-4A22-BC49-59D4116F773B}" dt="2023-07-22T03:08:25.726" v="69" actId="207"/>
          <ac:spMkLst>
            <pc:docMk/>
            <pc:sldMk cId="4144073478" sldId="260"/>
            <ac:spMk id="12" creationId="{24B812E7-FCB8-4A09-A8C3-7323746EBB5A}"/>
          </ac:spMkLst>
        </pc:spChg>
        <pc:spChg chg="mod">
          <ac:chgData name="Yossy Made Yulian" userId="238af46a17e978c5" providerId="LiveId" clId="{81D0E4DD-3C63-4A22-BC49-59D4116F773B}" dt="2023-07-22T03:08:32.427" v="71" actId="20577"/>
          <ac:spMkLst>
            <pc:docMk/>
            <pc:sldMk cId="4144073478" sldId="260"/>
            <ac:spMk id="13" creationId="{1A67C4DF-9AD2-4DB4-8EEF-AC2D81B1B4DF}"/>
          </ac:spMkLst>
        </pc:spChg>
      </pc:sldChg>
      <pc:sldChg chg="modSp mod">
        <pc:chgData name="Yossy Made Yulian" userId="238af46a17e978c5" providerId="LiveId" clId="{81D0E4DD-3C63-4A22-BC49-59D4116F773B}" dt="2023-07-22T03:09:38.987" v="72" actId="207"/>
        <pc:sldMkLst>
          <pc:docMk/>
          <pc:sldMk cId="1655989939" sldId="261"/>
        </pc:sldMkLst>
        <pc:spChg chg="mod">
          <ac:chgData name="Yossy Made Yulian" userId="238af46a17e978c5" providerId="LiveId" clId="{81D0E4DD-3C63-4A22-BC49-59D4116F773B}" dt="2023-07-22T03:09:38.987" v="72" actId="207"/>
          <ac:spMkLst>
            <pc:docMk/>
            <pc:sldMk cId="1655989939" sldId="261"/>
            <ac:spMk id="5" creationId="{1CD573F3-00BF-402F-ACA8-B4AECDFA6698}"/>
          </ac:spMkLst>
        </pc:spChg>
      </pc:sldChg>
      <pc:sldChg chg="modSp mod">
        <pc:chgData name="Yossy Made Yulian" userId="238af46a17e978c5" providerId="LiveId" clId="{81D0E4DD-3C63-4A22-BC49-59D4116F773B}" dt="2023-07-22T03:13:53.111" v="123" actId="1076"/>
        <pc:sldMkLst>
          <pc:docMk/>
          <pc:sldMk cId="1227714157" sldId="262"/>
        </pc:sldMkLst>
        <pc:spChg chg="mod">
          <ac:chgData name="Yossy Made Yulian" userId="238af46a17e978c5" providerId="LiveId" clId="{81D0E4DD-3C63-4A22-BC49-59D4116F773B}" dt="2023-07-22T03:13:53.111" v="123" actId="1076"/>
          <ac:spMkLst>
            <pc:docMk/>
            <pc:sldMk cId="1227714157" sldId="262"/>
            <ac:spMk id="6" creationId="{1DCAFECF-6F8B-415A-BFFB-6464354A832D}"/>
          </ac:spMkLst>
        </pc:spChg>
        <pc:spChg chg="mod">
          <ac:chgData name="Yossy Made Yulian" userId="238af46a17e978c5" providerId="LiveId" clId="{81D0E4DD-3C63-4A22-BC49-59D4116F773B}" dt="2023-07-22T03:13:01.998" v="119" actId="207"/>
          <ac:spMkLst>
            <pc:docMk/>
            <pc:sldMk cId="1227714157" sldId="262"/>
            <ac:spMk id="11" creationId="{4AC0643D-1999-4D1A-BAEA-3CD88A96C34E}"/>
          </ac:spMkLst>
        </pc:spChg>
        <pc:spChg chg="mod">
          <ac:chgData name="Yossy Made Yulian" userId="238af46a17e978c5" providerId="LiveId" clId="{81D0E4DD-3C63-4A22-BC49-59D4116F773B}" dt="2023-07-22T03:13:01.998" v="119" actId="207"/>
          <ac:spMkLst>
            <pc:docMk/>
            <pc:sldMk cId="1227714157" sldId="262"/>
            <ac:spMk id="22" creationId="{325D6E51-59CB-4C58-81DC-51AC8E458A59}"/>
          </ac:spMkLst>
        </pc:spChg>
        <pc:spChg chg="mod">
          <ac:chgData name="Yossy Made Yulian" userId="238af46a17e978c5" providerId="LiveId" clId="{81D0E4DD-3C63-4A22-BC49-59D4116F773B}" dt="2023-07-22T03:13:01.998" v="119" actId="207"/>
          <ac:spMkLst>
            <pc:docMk/>
            <pc:sldMk cId="1227714157" sldId="262"/>
            <ac:spMk id="30" creationId="{4F0AB8AA-C27B-4D26-95EE-21AC7894444D}"/>
          </ac:spMkLst>
        </pc:spChg>
        <pc:spChg chg="mod">
          <ac:chgData name="Yossy Made Yulian" userId="238af46a17e978c5" providerId="LiveId" clId="{81D0E4DD-3C63-4A22-BC49-59D4116F773B}" dt="2023-07-22T03:13:01.998" v="119" actId="207"/>
          <ac:spMkLst>
            <pc:docMk/>
            <pc:sldMk cId="1227714157" sldId="262"/>
            <ac:spMk id="35" creationId="{90E6D60C-B9A5-4B5B-907C-C814FF7787BE}"/>
          </ac:spMkLst>
        </pc:spChg>
      </pc:sldChg>
      <pc:sldChg chg="delSp modSp mod">
        <pc:chgData name="Yossy Made Yulian" userId="238af46a17e978c5" providerId="LiveId" clId="{81D0E4DD-3C63-4A22-BC49-59D4116F773B}" dt="2023-07-22T03:14:04.502" v="128" actId="1076"/>
        <pc:sldMkLst>
          <pc:docMk/>
          <pc:sldMk cId="4148428315" sldId="263"/>
        </pc:sldMkLst>
        <pc:spChg chg="mod">
          <ac:chgData name="Yossy Made Yulian" userId="238af46a17e978c5" providerId="LiveId" clId="{81D0E4DD-3C63-4A22-BC49-59D4116F773B}" dt="2023-07-22T03:13:58.481" v="125" actId="1076"/>
          <ac:spMkLst>
            <pc:docMk/>
            <pc:sldMk cId="4148428315" sldId="263"/>
            <ac:spMk id="7" creationId="{BC56AEFA-81C2-4CD3-AAAE-538D95E7F163}"/>
          </ac:spMkLst>
        </pc:spChg>
        <pc:grpChg chg="del">
          <ac:chgData name="Yossy Made Yulian" userId="238af46a17e978c5" providerId="LiveId" clId="{81D0E4DD-3C63-4A22-BC49-59D4116F773B}" dt="2023-07-22T03:14:02.832" v="126" actId="478"/>
          <ac:grpSpMkLst>
            <pc:docMk/>
            <pc:sldMk cId="4148428315" sldId="263"/>
            <ac:grpSpMk id="41" creationId="{B5DD3ACA-A96C-41B9-AEB1-BCE15BAEF4A6}"/>
          </ac:grpSpMkLst>
        </pc:grpChg>
        <pc:picChg chg="mod">
          <ac:chgData name="Yossy Made Yulian" userId="238af46a17e978c5" providerId="LiveId" clId="{81D0E4DD-3C63-4A22-BC49-59D4116F773B}" dt="2023-07-22T03:14:04.502" v="128" actId="1076"/>
          <ac:picMkLst>
            <pc:docMk/>
            <pc:sldMk cId="4148428315" sldId="263"/>
            <ac:picMk id="22" creationId="{3B9F045A-E9DB-40D1-A187-A3A63F06796A}"/>
          </ac:picMkLst>
        </pc:picChg>
      </pc:sldChg>
      <pc:sldChg chg="modSp mod">
        <pc:chgData name="Yossy Made Yulian" userId="238af46a17e978c5" providerId="LiveId" clId="{81D0E4DD-3C63-4A22-BC49-59D4116F773B}" dt="2023-07-22T03:14:16.502" v="131" actId="1076"/>
        <pc:sldMkLst>
          <pc:docMk/>
          <pc:sldMk cId="4171103042" sldId="264"/>
        </pc:sldMkLst>
        <pc:spChg chg="mod">
          <ac:chgData name="Yossy Made Yulian" userId="238af46a17e978c5" providerId="LiveId" clId="{81D0E4DD-3C63-4A22-BC49-59D4116F773B}" dt="2023-07-22T03:14:09.284" v="129" actId="207"/>
          <ac:spMkLst>
            <pc:docMk/>
            <pc:sldMk cId="4171103042" sldId="264"/>
            <ac:spMk id="11" creationId="{924E6A9E-18F8-4964-A311-BA492E7A43F3}"/>
          </ac:spMkLst>
        </pc:spChg>
        <pc:spChg chg="mod">
          <ac:chgData name="Yossy Made Yulian" userId="238af46a17e978c5" providerId="LiveId" clId="{81D0E4DD-3C63-4A22-BC49-59D4116F773B}" dt="2023-07-22T03:14:09.284" v="129" actId="207"/>
          <ac:spMkLst>
            <pc:docMk/>
            <pc:sldMk cId="4171103042" sldId="264"/>
            <ac:spMk id="13" creationId="{8269156A-939D-4054-AF8D-656A809415A1}"/>
          </ac:spMkLst>
        </pc:spChg>
        <pc:picChg chg="mod">
          <ac:chgData name="Yossy Made Yulian" userId="238af46a17e978c5" providerId="LiveId" clId="{81D0E4DD-3C63-4A22-BC49-59D4116F773B}" dt="2023-07-22T03:14:16.502" v="131" actId="1076"/>
          <ac:picMkLst>
            <pc:docMk/>
            <pc:sldMk cId="4171103042" sldId="264"/>
            <ac:picMk id="81" creationId="{640961D2-A1BA-4B7B-9D0A-DD2DCD1ADD0A}"/>
          </ac:picMkLst>
        </pc:picChg>
      </pc:sldChg>
      <pc:sldChg chg="modSp mod">
        <pc:chgData name="Yossy Made Yulian" userId="238af46a17e978c5" providerId="LiveId" clId="{81D0E4DD-3C63-4A22-BC49-59D4116F773B}" dt="2023-07-22T03:14:26.167" v="133" actId="207"/>
        <pc:sldMkLst>
          <pc:docMk/>
          <pc:sldMk cId="2837407758" sldId="265"/>
        </pc:sldMkLst>
        <pc:spChg chg="mod">
          <ac:chgData name="Yossy Made Yulian" userId="238af46a17e978c5" providerId="LiveId" clId="{81D0E4DD-3C63-4A22-BC49-59D4116F773B}" dt="2023-07-22T03:14:20.064" v="132" actId="207"/>
          <ac:spMkLst>
            <pc:docMk/>
            <pc:sldMk cId="2837407758" sldId="265"/>
            <ac:spMk id="4" creationId="{24B03272-BC37-4F23-971E-3CCF5F8E48CB}"/>
          </ac:spMkLst>
        </pc:spChg>
        <pc:spChg chg="mod">
          <ac:chgData name="Yossy Made Yulian" userId="238af46a17e978c5" providerId="LiveId" clId="{81D0E4DD-3C63-4A22-BC49-59D4116F773B}" dt="2023-07-22T03:14:20.064" v="132" actId="207"/>
          <ac:spMkLst>
            <pc:docMk/>
            <pc:sldMk cId="2837407758" sldId="265"/>
            <ac:spMk id="10" creationId="{22BCFD1A-A752-439A-A632-EA16CD238E36}"/>
          </ac:spMkLst>
        </pc:spChg>
        <pc:spChg chg="mod">
          <ac:chgData name="Yossy Made Yulian" userId="238af46a17e978c5" providerId="LiveId" clId="{81D0E4DD-3C63-4A22-BC49-59D4116F773B}" dt="2023-07-22T03:14:26.167" v="133" actId="207"/>
          <ac:spMkLst>
            <pc:docMk/>
            <pc:sldMk cId="2837407758" sldId="265"/>
            <ac:spMk id="22" creationId="{5C13CD1B-C516-47F6-AFB5-2E9510AB7F3B}"/>
          </ac:spMkLst>
        </pc:spChg>
      </pc:sldChg>
      <pc:sldChg chg="modSp mod">
        <pc:chgData name="Yossy Made Yulian" userId="238af46a17e978c5" providerId="LiveId" clId="{81D0E4DD-3C63-4A22-BC49-59D4116F773B}" dt="2023-07-22T03:16:11.792" v="136" actId="20577"/>
        <pc:sldMkLst>
          <pc:docMk/>
          <pc:sldMk cId="2204463998" sldId="266"/>
        </pc:sldMkLst>
        <pc:spChg chg="mod">
          <ac:chgData name="Yossy Made Yulian" userId="238af46a17e978c5" providerId="LiveId" clId="{81D0E4DD-3C63-4A22-BC49-59D4116F773B}" dt="2023-07-22T03:16:11.792" v="136" actId="20577"/>
          <ac:spMkLst>
            <pc:docMk/>
            <pc:sldMk cId="2204463998" sldId="266"/>
            <ac:spMk id="3" creationId="{06BEFC5C-D23B-4A34-BD93-235B9EEF5F84}"/>
          </ac:spMkLst>
        </pc:spChg>
        <pc:spChg chg="mod">
          <ac:chgData name="Yossy Made Yulian" userId="238af46a17e978c5" providerId="LiveId" clId="{81D0E4DD-3C63-4A22-BC49-59D4116F773B}" dt="2023-07-22T03:16:06.172" v="134" actId="207"/>
          <ac:spMkLst>
            <pc:docMk/>
            <pc:sldMk cId="2204463998" sldId="266"/>
            <ac:spMk id="13" creationId="{DC00B5D0-CC0C-43E5-AD9D-7802E7F108E6}"/>
          </ac:spMkLst>
        </pc:spChg>
        <pc:spChg chg="mod">
          <ac:chgData name="Yossy Made Yulian" userId="238af46a17e978c5" providerId="LiveId" clId="{81D0E4DD-3C63-4A22-BC49-59D4116F773B}" dt="2023-07-22T03:16:06.172" v="134" actId="207"/>
          <ac:spMkLst>
            <pc:docMk/>
            <pc:sldMk cId="2204463998" sldId="266"/>
            <ac:spMk id="17" creationId="{70FD16C6-0CF5-4FFB-9998-097BCE1E7EC9}"/>
          </ac:spMkLst>
        </pc:spChg>
        <pc:spChg chg="mod">
          <ac:chgData name="Yossy Made Yulian" userId="238af46a17e978c5" providerId="LiveId" clId="{81D0E4DD-3C63-4A22-BC49-59D4116F773B}" dt="2023-07-22T03:16:06.172" v="134" actId="207"/>
          <ac:spMkLst>
            <pc:docMk/>
            <pc:sldMk cId="2204463998" sldId="266"/>
            <ac:spMk id="36" creationId="{A1BC7DBD-38AE-498A-947F-CD5052982D1E}"/>
          </ac:spMkLst>
        </pc:spChg>
        <pc:spChg chg="mod">
          <ac:chgData name="Yossy Made Yulian" userId="238af46a17e978c5" providerId="LiveId" clId="{81D0E4DD-3C63-4A22-BC49-59D4116F773B}" dt="2023-07-22T03:16:06.172" v="134" actId="207"/>
          <ac:spMkLst>
            <pc:docMk/>
            <pc:sldMk cId="2204463998" sldId="266"/>
            <ac:spMk id="38" creationId="{9621E602-F560-4539-AD4B-5B9863684885}"/>
          </ac:spMkLst>
        </pc:spChg>
      </pc:sldChg>
      <pc:sldChg chg="addSp modSp mod">
        <pc:chgData name="Yossy Made Yulian" userId="238af46a17e978c5" providerId="LiveId" clId="{81D0E4DD-3C63-4A22-BC49-59D4116F773B}" dt="2023-07-22T03:17:08.372" v="174" actId="207"/>
        <pc:sldMkLst>
          <pc:docMk/>
          <pc:sldMk cId="582541674" sldId="267"/>
        </pc:sldMkLst>
        <pc:spChg chg="mod">
          <ac:chgData name="Yossy Made Yulian" userId="238af46a17e978c5" providerId="LiveId" clId="{81D0E4DD-3C63-4A22-BC49-59D4116F773B}" dt="2023-07-22T03:16:56.971" v="171" actId="207"/>
          <ac:spMkLst>
            <pc:docMk/>
            <pc:sldMk cId="582541674" sldId="267"/>
            <ac:spMk id="3" creationId="{88996A2B-D4C8-4B33-95DC-7FF1BD232800}"/>
          </ac:spMkLst>
        </pc:spChg>
        <pc:spChg chg="mod">
          <ac:chgData name="Yossy Made Yulian" userId="238af46a17e978c5" providerId="LiveId" clId="{81D0E4DD-3C63-4A22-BC49-59D4116F773B}" dt="2023-07-22T03:16:56.971" v="171" actId="207"/>
          <ac:spMkLst>
            <pc:docMk/>
            <pc:sldMk cId="582541674" sldId="267"/>
            <ac:spMk id="4" creationId="{0A35F604-6188-4D87-9E7B-85010A73897A}"/>
          </ac:spMkLst>
        </pc:spChg>
        <pc:spChg chg="mod">
          <ac:chgData name="Yossy Made Yulian" userId="238af46a17e978c5" providerId="LiveId" clId="{81D0E4DD-3C63-4A22-BC49-59D4116F773B}" dt="2023-07-22T03:17:00.519" v="172" actId="164"/>
          <ac:spMkLst>
            <pc:docMk/>
            <pc:sldMk cId="582541674" sldId="267"/>
            <ac:spMk id="5" creationId="{DFAEE11B-C5A2-4F67-8163-CA4D7DC192C9}"/>
          </ac:spMkLst>
        </pc:spChg>
        <pc:spChg chg="mod">
          <ac:chgData name="Yossy Made Yulian" userId="238af46a17e978c5" providerId="LiveId" clId="{81D0E4DD-3C63-4A22-BC49-59D4116F773B}" dt="2023-07-22T03:17:00.519" v="172" actId="164"/>
          <ac:spMkLst>
            <pc:docMk/>
            <pc:sldMk cId="582541674" sldId="267"/>
            <ac:spMk id="6" creationId="{687DCE2D-8B86-476C-B4E9-EB2089C595C0}"/>
          </ac:spMkLst>
        </pc:spChg>
        <pc:spChg chg="mod">
          <ac:chgData name="Yossy Made Yulian" userId="238af46a17e978c5" providerId="LiveId" clId="{81D0E4DD-3C63-4A22-BC49-59D4116F773B}" dt="2023-07-22T03:17:00.519" v="172" actId="164"/>
          <ac:spMkLst>
            <pc:docMk/>
            <pc:sldMk cId="582541674" sldId="267"/>
            <ac:spMk id="7" creationId="{89F12A17-7911-48EF-830D-638721377067}"/>
          </ac:spMkLst>
        </pc:spChg>
        <pc:spChg chg="mod">
          <ac:chgData name="Yossy Made Yulian" userId="238af46a17e978c5" providerId="LiveId" clId="{81D0E4DD-3C63-4A22-BC49-59D4116F773B}" dt="2023-07-22T03:17:03.753" v="173" actId="164"/>
          <ac:spMkLst>
            <pc:docMk/>
            <pc:sldMk cId="582541674" sldId="267"/>
            <ac:spMk id="9" creationId="{2996EA28-4FDE-42EB-9CFF-EF32FF87B691}"/>
          </ac:spMkLst>
        </pc:spChg>
        <pc:spChg chg="mod">
          <ac:chgData name="Yossy Made Yulian" userId="238af46a17e978c5" providerId="LiveId" clId="{81D0E4DD-3C63-4A22-BC49-59D4116F773B}" dt="2023-07-22T03:16:56.971" v="171" actId="207"/>
          <ac:spMkLst>
            <pc:docMk/>
            <pc:sldMk cId="582541674" sldId="267"/>
            <ac:spMk id="10" creationId="{422D7F6F-A884-413F-AF50-A4C1E1443575}"/>
          </ac:spMkLst>
        </pc:spChg>
        <pc:spChg chg="mod">
          <ac:chgData name="Yossy Made Yulian" userId="238af46a17e978c5" providerId="LiveId" clId="{81D0E4DD-3C63-4A22-BC49-59D4116F773B}" dt="2023-07-22T03:17:08.372" v="174" actId="207"/>
          <ac:spMkLst>
            <pc:docMk/>
            <pc:sldMk cId="582541674" sldId="267"/>
            <ac:spMk id="22" creationId="{3400A97B-8A0C-4BAC-A52E-62BDFEA67FD9}"/>
          </ac:spMkLst>
        </pc:spChg>
        <pc:spChg chg="mod">
          <ac:chgData name="Yossy Made Yulian" userId="238af46a17e978c5" providerId="LiveId" clId="{81D0E4DD-3C63-4A22-BC49-59D4116F773B}" dt="2023-07-22T03:17:03.753" v="173" actId="164"/>
          <ac:spMkLst>
            <pc:docMk/>
            <pc:sldMk cId="582541674" sldId="267"/>
            <ac:spMk id="36" creationId="{1339D7A4-BE8F-4E1D-AC42-D0793FC09990}"/>
          </ac:spMkLst>
        </pc:spChg>
        <pc:grpChg chg="add mod">
          <ac:chgData name="Yossy Made Yulian" userId="238af46a17e978c5" providerId="LiveId" clId="{81D0E4DD-3C63-4A22-BC49-59D4116F773B}" dt="2023-07-22T03:17:00.519" v="172" actId="164"/>
          <ac:grpSpMkLst>
            <pc:docMk/>
            <pc:sldMk cId="582541674" sldId="267"/>
            <ac:grpSpMk id="14" creationId="{6DA97249-9768-D458-66EB-7955B92BD110}"/>
          </ac:grpSpMkLst>
        </pc:grpChg>
        <pc:grpChg chg="add mod">
          <ac:chgData name="Yossy Made Yulian" userId="238af46a17e978c5" providerId="LiveId" clId="{81D0E4DD-3C63-4A22-BC49-59D4116F773B}" dt="2023-07-22T03:17:03.753" v="173" actId="164"/>
          <ac:grpSpMkLst>
            <pc:docMk/>
            <pc:sldMk cId="582541674" sldId="267"/>
            <ac:grpSpMk id="16" creationId="{E8B705C1-3459-B093-2B5B-78A8B5A3C119}"/>
          </ac:grpSpMkLst>
        </pc:grpChg>
      </pc:sldChg>
      <pc:sldChg chg="addSp modSp mod">
        <pc:chgData name="Yossy Made Yulian" userId="238af46a17e978c5" providerId="LiveId" clId="{81D0E4DD-3C63-4A22-BC49-59D4116F773B}" dt="2023-07-22T03:17:44.367" v="178" actId="1076"/>
        <pc:sldMkLst>
          <pc:docMk/>
          <pc:sldMk cId="2725169220" sldId="268"/>
        </pc:sldMkLst>
        <pc:spChg chg="mod">
          <ac:chgData name="Yossy Made Yulian" userId="238af46a17e978c5" providerId="LiveId" clId="{81D0E4DD-3C63-4A22-BC49-59D4116F773B}" dt="2023-07-22T03:17:35.435" v="175" actId="207"/>
          <ac:spMkLst>
            <pc:docMk/>
            <pc:sldMk cId="2725169220" sldId="268"/>
            <ac:spMk id="12" creationId="{186E6C71-CEF1-4D65-9C20-28FA8CC5AF80}"/>
          </ac:spMkLst>
        </pc:spChg>
        <pc:spChg chg="mod">
          <ac:chgData name="Yossy Made Yulian" userId="238af46a17e978c5" providerId="LiveId" clId="{81D0E4DD-3C63-4A22-BC49-59D4116F773B}" dt="2023-07-22T03:17:44.367" v="178" actId="1076"/>
          <ac:spMkLst>
            <pc:docMk/>
            <pc:sldMk cId="2725169220" sldId="268"/>
            <ac:spMk id="29" creationId="{05B00594-BA69-4E89-8806-23CF8CE3E4CE}"/>
          </ac:spMkLst>
        </pc:spChg>
        <pc:spChg chg="mod">
          <ac:chgData name="Yossy Made Yulian" userId="238af46a17e978c5" providerId="LiveId" clId="{81D0E4DD-3C63-4A22-BC49-59D4116F773B}" dt="2023-07-22T03:17:41.999" v="176" actId="164"/>
          <ac:spMkLst>
            <pc:docMk/>
            <pc:sldMk cId="2725169220" sldId="268"/>
            <ac:spMk id="52" creationId="{E11F5773-10F7-49B4-91C1-AA872113BE64}"/>
          </ac:spMkLst>
        </pc:spChg>
        <pc:spChg chg="mod">
          <ac:chgData name="Yossy Made Yulian" userId="238af46a17e978c5" providerId="LiveId" clId="{81D0E4DD-3C63-4A22-BC49-59D4116F773B}" dt="2023-07-22T03:17:41.999" v="176" actId="164"/>
          <ac:spMkLst>
            <pc:docMk/>
            <pc:sldMk cId="2725169220" sldId="268"/>
            <ac:spMk id="53" creationId="{1766F250-583B-4320-B3E7-02C73169A45F}"/>
          </ac:spMkLst>
        </pc:spChg>
        <pc:grpChg chg="add mod">
          <ac:chgData name="Yossy Made Yulian" userId="238af46a17e978c5" providerId="LiveId" clId="{81D0E4DD-3C63-4A22-BC49-59D4116F773B}" dt="2023-07-22T03:17:41.999" v="176" actId="164"/>
          <ac:grpSpMkLst>
            <pc:docMk/>
            <pc:sldMk cId="2725169220" sldId="268"/>
            <ac:grpSpMk id="6" creationId="{A418B221-EA0A-278C-9750-4A75CC5C2464}"/>
          </ac:grpSpMkLst>
        </pc:grpChg>
      </pc:sldChg>
      <pc:sldChg chg="addSp modSp mod">
        <pc:chgData name="Yossy Made Yulian" userId="238af46a17e978c5" providerId="LiveId" clId="{81D0E4DD-3C63-4A22-BC49-59D4116F773B}" dt="2023-07-22T03:18:05.817" v="186" actId="1076"/>
        <pc:sldMkLst>
          <pc:docMk/>
          <pc:sldMk cId="3691566760" sldId="269"/>
        </pc:sldMkLst>
        <pc:spChg chg="mod">
          <ac:chgData name="Yossy Made Yulian" userId="238af46a17e978c5" providerId="LiveId" clId="{81D0E4DD-3C63-4A22-BC49-59D4116F773B}" dt="2023-07-22T03:17:57.455" v="179" actId="207"/>
          <ac:spMkLst>
            <pc:docMk/>
            <pc:sldMk cId="3691566760" sldId="269"/>
            <ac:spMk id="28" creationId="{2DA29545-9BA1-407C-8793-472960398983}"/>
          </ac:spMkLst>
        </pc:spChg>
        <pc:spChg chg="mod">
          <ac:chgData name="Yossy Made Yulian" userId="238af46a17e978c5" providerId="LiveId" clId="{81D0E4DD-3C63-4A22-BC49-59D4116F773B}" dt="2023-07-22T03:17:57.455" v="179" actId="207"/>
          <ac:spMkLst>
            <pc:docMk/>
            <pc:sldMk cId="3691566760" sldId="269"/>
            <ac:spMk id="38" creationId="{A7E3B97D-8005-4E30-A6DF-CB1BDB2693B1}"/>
          </ac:spMkLst>
        </pc:spChg>
        <pc:spChg chg="mod">
          <ac:chgData name="Yossy Made Yulian" userId="238af46a17e978c5" providerId="LiveId" clId="{81D0E4DD-3C63-4A22-BC49-59D4116F773B}" dt="2023-07-22T03:17:57.455" v="179" actId="207"/>
          <ac:spMkLst>
            <pc:docMk/>
            <pc:sldMk cId="3691566760" sldId="269"/>
            <ac:spMk id="44" creationId="{FA410EE2-8A03-43F5-8DF4-1D68CFC99975}"/>
          </ac:spMkLst>
        </pc:spChg>
        <pc:grpChg chg="add mod">
          <ac:chgData name="Yossy Made Yulian" userId="238af46a17e978c5" providerId="LiveId" clId="{81D0E4DD-3C63-4A22-BC49-59D4116F773B}" dt="2023-07-22T03:18:00.508" v="182" actId="164"/>
          <ac:grpSpMkLst>
            <pc:docMk/>
            <pc:sldMk cId="3691566760" sldId="269"/>
            <ac:grpSpMk id="6" creationId="{29C9ADD9-80DD-9950-D2EF-04BD218B498A}"/>
          </ac:grpSpMkLst>
        </pc:grpChg>
        <pc:grpChg chg="add mod">
          <ac:chgData name="Yossy Made Yulian" userId="238af46a17e978c5" providerId="LiveId" clId="{81D0E4DD-3C63-4A22-BC49-59D4116F773B}" dt="2023-07-22T03:18:02.695" v="183" actId="164"/>
          <ac:grpSpMkLst>
            <pc:docMk/>
            <pc:sldMk cId="3691566760" sldId="269"/>
            <ac:grpSpMk id="7" creationId="{C30BE76A-4944-00EF-0F5C-18A6ADA4C4BA}"/>
          </ac:grpSpMkLst>
        </pc:grpChg>
        <pc:grpChg chg="add mod">
          <ac:chgData name="Yossy Made Yulian" userId="238af46a17e978c5" providerId="LiveId" clId="{81D0E4DD-3C63-4A22-BC49-59D4116F773B}" dt="2023-07-22T03:18:05.817" v="186" actId="1076"/>
          <ac:grpSpMkLst>
            <pc:docMk/>
            <pc:sldMk cId="3691566760" sldId="269"/>
            <ac:grpSpMk id="8" creationId="{1214AE99-1F2A-B05D-A9F4-18C743F349D1}"/>
          </ac:grpSpMkLst>
        </pc:grpChg>
        <pc:cxnChg chg="mod">
          <ac:chgData name="Yossy Made Yulian" userId="238af46a17e978c5" providerId="LiveId" clId="{81D0E4DD-3C63-4A22-BC49-59D4116F773B}" dt="2023-07-22T03:18:04.112" v="184" actId="164"/>
          <ac:cxnSpMkLst>
            <pc:docMk/>
            <pc:sldMk cId="3691566760" sldId="269"/>
            <ac:cxnSpMk id="30" creationId="{AE6B3CD3-B3C5-4C84-831F-682CAFD789A6}"/>
          </ac:cxnSpMkLst>
        </pc:cxnChg>
        <pc:cxnChg chg="mod">
          <ac:chgData name="Yossy Made Yulian" userId="238af46a17e978c5" providerId="LiveId" clId="{81D0E4DD-3C63-4A22-BC49-59D4116F773B}" dt="2023-07-22T03:18:04.112" v="184" actId="164"/>
          <ac:cxnSpMkLst>
            <pc:docMk/>
            <pc:sldMk cId="3691566760" sldId="269"/>
            <ac:cxnSpMk id="32" creationId="{A284A291-C02E-42B8-928E-6C6C3D5DE7A6}"/>
          </ac:cxnSpMkLst>
        </pc:cxnChg>
        <pc:cxnChg chg="mod">
          <ac:chgData name="Yossy Made Yulian" userId="238af46a17e978c5" providerId="LiveId" clId="{81D0E4DD-3C63-4A22-BC49-59D4116F773B}" dt="2023-07-22T03:18:02.695" v="183" actId="164"/>
          <ac:cxnSpMkLst>
            <pc:docMk/>
            <pc:sldMk cId="3691566760" sldId="269"/>
            <ac:cxnSpMk id="39" creationId="{AEDFA11F-09FF-4D44-9326-720EDB56E3C8}"/>
          </ac:cxnSpMkLst>
        </pc:cxnChg>
        <pc:cxnChg chg="mod">
          <ac:chgData name="Yossy Made Yulian" userId="238af46a17e978c5" providerId="LiveId" clId="{81D0E4DD-3C63-4A22-BC49-59D4116F773B}" dt="2023-07-22T03:18:02.695" v="183" actId="164"/>
          <ac:cxnSpMkLst>
            <pc:docMk/>
            <pc:sldMk cId="3691566760" sldId="269"/>
            <ac:cxnSpMk id="40" creationId="{CA0FD2E7-5443-4937-A8DB-EDC98C7C03E6}"/>
          </ac:cxnSpMkLst>
        </pc:cxnChg>
        <pc:cxnChg chg="mod">
          <ac:chgData name="Yossy Made Yulian" userId="238af46a17e978c5" providerId="LiveId" clId="{81D0E4DD-3C63-4A22-BC49-59D4116F773B}" dt="2023-07-22T03:18:00.508" v="182" actId="164"/>
          <ac:cxnSpMkLst>
            <pc:docMk/>
            <pc:sldMk cId="3691566760" sldId="269"/>
            <ac:cxnSpMk id="45" creationId="{32ABE6D2-2FA9-4DD4-B797-D096831CA2B6}"/>
          </ac:cxnSpMkLst>
        </pc:cxnChg>
        <pc:cxnChg chg="mod">
          <ac:chgData name="Yossy Made Yulian" userId="238af46a17e978c5" providerId="LiveId" clId="{81D0E4DD-3C63-4A22-BC49-59D4116F773B}" dt="2023-07-22T03:18:00.508" v="182" actId="164"/>
          <ac:cxnSpMkLst>
            <pc:docMk/>
            <pc:sldMk cId="3691566760" sldId="269"/>
            <ac:cxnSpMk id="46" creationId="{8DAFB8A8-038E-437A-8CFB-1ABDCAF3433F}"/>
          </ac:cxnSpMkLst>
        </pc:cxnChg>
      </pc:sldChg>
      <pc:sldChg chg="addSp modSp mod">
        <pc:chgData name="Yossy Made Yulian" userId="238af46a17e978c5" providerId="LiveId" clId="{81D0E4DD-3C63-4A22-BC49-59D4116F773B}" dt="2023-07-22T03:19:46.586" v="202" actId="20577"/>
        <pc:sldMkLst>
          <pc:docMk/>
          <pc:sldMk cId="2333025580" sldId="270"/>
        </pc:sldMkLst>
        <pc:spChg chg="mod">
          <ac:chgData name="Yossy Made Yulian" userId="238af46a17e978c5" providerId="LiveId" clId="{81D0E4DD-3C63-4A22-BC49-59D4116F773B}" dt="2023-07-22T03:18:28.742" v="189" actId="207"/>
          <ac:spMkLst>
            <pc:docMk/>
            <pc:sldMk cId="2333025580" sldId="270"/>
            <ac:spMk id="4" creationId="{32F4A8A3-BA49-41B8-ABB7-9B9DD53586CC}"/>
          </ac:spMkLst>
        </pc:spChg>
        <pc:spChg chg="mod">
          <ac:chgData name="Yossy Made Yulian" userId="238af46a17e978c5" providerId="LiveId" clId="{81D0E4DD-3C63-4A22-BC49-59D4116F773B}" dt="2023-07-22T03:19:16.052" v="192" actId="164"/>
          <ac:spMkLst>
            <pc:docMk/>
            <pc:sldMk cId="2333025580" sldId="270"/>
            <ac:spMk id="17" creationId="{A01356B1-C98C-4413-9D5B-87C9825EC2A0}"/>
          </ac:spMkLst>
        </pc:spChg>
        <pc:spChg chg="mod">
          <ac:chgData name="Yossy Made Yulian" userId="238af46a17e978c5" providerId="LiveId" clId="{81D0E4DD-3C63-4A22-BC49-59D4116F773B}" dt="2023-07-22T03:19:41.638" v="200" actId="207"/>
          <ac:spMkLst>
            <pc:docMk/>
            <pc:sldMk cId="2333025580" sldId="270"/>
            <ac:spMk id="22" creationId="{D16FC8AE-8976-4AEA-A23C-9E29BB38321B}"/>
          </ac:spMkLst>
        </pc:spChg>
        <pc:spChg chg="mod">
          <ac:chgData name="Yossy Made Yulian" userId="238af46a17e978c5" providerId="LiveId" clId="{81D0E4DD-3C63-4A22-BC49-59D4116F773B}" dt="2023-07-22T03:19:41.638" v="200" actId="207"/>
          <ac:spMkLst>
            <pc:docMk/>
            <pc:sldMk cId="2333025580" sldId="270"/>
            <ac:spMk id="36" creationId="{12D4B49C-8F87-4444-8D74-A3BDCCFE10F1}"/>
          </ac:spMkLst>
        </pc:spChg>
        <pc:spChg chg="mod">
          <ac:chgData name="Yossy Made Yulian" userId="238af46a17e978c5" providerId="LiveId" clId="{81D0E4DD-3C63-4A22-BC49-59D4116F773B}" dt="2023-07-22T03:19:41.638" v="200" actId="207"/>
          <ac:spMkLst>
            <pc:docMk/>
            <pc:sldMk cId="2333025580" sldId="270"/>
            <ac:spMk id="42" creationId="{C586F4A0-3B0C-4566-9613-15EE33452C32}"/>
          </ac:spMkLst>
        </pc:spChg>
        <pc:spChg chg="mod">
          <ac:chgData name="Yossy Made Yulian" userId="238af46a17e978c5" providerId="LiveId" clId="{81D0E4DD-3C63-4A22-BC49-59D4116F773B}" dt="2023-07-22T03:19:41.638" v="200" actId="207"/>
          <ac:spMkLst>
            <pc:docMk/>
            <pc:sldMk cId="2333025580" sldId="270"/>
            <ac:spMk id="48" creationId="{F0BFB6CE-5BE7-48D5-BACD-D0C430253D2E}"/>
          </ac:spMkLst>
        </pc:spChg>
        <pc:spChg chg="mod">
          <ac:chgData name="Yossy Made Yulian" userId="238af46a17e978c5" providerId="LiveId" clId="{81D0E4DD-3C63-4A22-BC49-59D4116F773B}" dt="2023-07-22T03:18:28.742" v="189" actId="207"/>
          <ac:spMkLst>
            <pc:docMk/>
            <pc:sldMk cId="2333025580" sldId="270"/>
            <ac:spMk id="56" creationId="{6E3688D3-6FBE-4177-8A36-AB9D03BD3D30}"/>
          </ac:spMkLst>
        </pc:spChg>
        <pc:spChg chg="mod">
          <ac:chgData name="Yossy Made Yulian" userId="238af46a17e978c5" providerId="LiveId" clId="{81D0E4DD-3C63-4A22-BC49-59D4116F773B}" dt="2023-07-22T03:19:18.182" v="193" actId="164"/>
          <ac:spMkLst>
            <pc:docMk/>
            <pc:sldMk cId="2333025580" sldId="270"/>
            <ac:spMk id="59" creationId="{4F972E49-59DF-4844-9DD3-2335094561B2}"/>
          </ac:spMkLst>
        </pc:spChg>
        <pc:spChg chg="mod">
          <ac:chgData name="Yossy Made Yulian" userId="238af46a17e978c5" providerId="LiveId" clId="{81D0E4DD-3C63-4A22-BC49-59D4116F773B}" dt="2023-07-22T03:19:18.182" v="193" actId="164"/>
          <ac:spMkLst>
            <pc:docMk/>
            <pc:sldMk cId="2333025580" sldId="270"/>
            <ac:spMk id="60" creationId="{38B72F9E-7C62-45CB-A7A1-BC5482854694}"/>
          </ac:spMkLst>
        </pc:spChg>
        <pc:spChg chg="mod">
          <ac:chgData name="Yossy Made Yulian" userId="238af46a17e978c5" providerId="LiveId" clId="{81D0E4DD-3C63-4A22-BC49-59D4116F773B}" dt="2023-07-22T03:19:16.052" v="192" actId="164"/>
          <ac:spMkLst>
            <pc:docMk/>
            <pc:sldMk cId="2333025580" sldId="270"/>
            <ac:spMk id="61" creationId="{1FB5D43A-4A7D-466A-8C28-FBF349D26A54}"/>
          </ac:spMkLst>
        </pc:spChg>
        <pc:spChg chg="mod">
          <ac:chgData name="Yossy Made Yulian" userId="238af46a17e978c5" providerId="LiveId" clId="{81D0E4DD-3C63-4A22-BC49-59D4116F773B}" dt="2023-07-22T03:19:46.586" v="202" actId="20577"/>
          <ac:spMkLst>
            <pc:docMk/>
            <pc:sldMk cId="2333025580" sldId="270"/>
            <ac:spMk id="72" creationId="{7DE8652C-56A9-46E0-B41D-123B8342BCBE}"/>
          </ac:spMkLst>
        </pc:spChg>
        <pc:grpChg chg="add mod">
          <ac:chgData name="Yossy Made Yulian" userId="238af46a17e978c5" providerId="LiveId" clId="{81D0E4DD-3C63-4A22-BC49-59D4116F773B}" dt="2023-07-22T03:19:16.052" v="192" actId="164"/>
          <ac:grpSpMkLst>
            <pc:docMk/>
            <pc:sldMk cId="2333025580" sldId="270"/>
            <ac:grpSpMk id="2" creationId="{2A7394B2-E6A1-FFC5-316A-C7FDBBE9B0D3}"/>
          </ac:grpSpMkLst>
        </pc:grpChg>
        <pc:grpChg chg="add mod">
          <ac:chgData name="Yossy Made Yulian" userId="238af46a17e978c5" providerId="LiveId" clId="{81D0E4DD-3C63-4A22-BC49-59D4116F773B}" dt="2023-07-22T03:19:18.182" v="193" actId="164"/>
          <ac:grpSpMkLst>
            <pc:docMk/>
            <pc:sldMk cId="2333025580" sldId="270"/>
            <ac:grpSpMk id="5" creationId="{87226538-6301-A270-F7F8-293011EB2E1D}"/>
          </ac:grpSpMkLst>
        </pc:grpChg>
        <pc:grpChg chg="add mod">
          <ac:chgData name="Yossy Made Yulian" userId="238af46a17e978c5" providerId="LiveId" clId="{81D0E4DD-3C63-4A22-BC49-59D4116F773B}" dt="2023-07-22T03:19:21.760" v="196" actId="164"/>
          <ac:grpSpMkLst>
            <pc:docMk/>
            <pc:sldMk cId="2333025580" sldId="270"/>
            <ac:grpSpMk id="6" creationId="{0A3CECD6-9CC5-AEE5-1100-02B9141FBC05}"/>
          </ac:grpSpMkLst>
        </pc:grpChg>
        <pc:grpChg chg="add mod">
          <ac:chgData name="Yossy Made Yulian" userId="238af46a17e978c5" providerId="LiveId" clId="{81D0E4DD-3C63-4A22-BC49-59D4116F773B}" dt="2023-07-22T03:19:25.403" v="197" actId="164"/>
          <ac:grpSpMkLst>
            <pc:docMk/>
            <pc:sldMk cId="2333025580" sldId="270"/>
            <ac:grpSpMk id="7" creationId="{D5CB56D5-0313-5950-9F99-8DF739287EAA}"/>
          </ac:grpSpMkLst>
        </pc:grpChg>
        <pc:grpChg chg="add mod">
          <ac:chgData name="Yossy Made Yulian" userId="238af46a17e978c5" providerId="LiveId" clId="{81D0E4DD-3C63-4A22-BC49-59D4116F773B}" dt="2023-07-22T03:19:30.084" v="198" actId="164"/>
          <ac:grpSpMkLst>
            <pc:docMk/>
            <pc:sldMk cId="2333025580" sldId="270"/>
            <ac:grpSpMk id="14" creationId="{950A4248-6E6F-C429-ED03-0F992DE4BE2A}"/>
          </ac:grpSpMkLst>
        </pc:grpChg>
        <pc:grpChg chg="add mod">
          <ac:chgData name="Yossy Made Yulian" userId="238af46a17e978c5" providerId="LiveId" clId="{81D0E4DD-3C63-4A22-BC49-59D4116F773B}" dt="2023-07-22T03:19:33.210" v="199" actId="164"/>
          <ac:grpSpMkLst>
            <pc:docMk/>
            <pc:sldMk cId="2333025580" sldId="270"/>
            <ac:grpSpMk id="15" creationId="{61010BD1-067A-A433-938A-2D8FA5A04AED}"/>
          </ac:grpSpMkLst>
        </pc:grpChg>
        <pc:cxnChg chg="mod">
          <ac:chgData name="Yossy Made Yulian" userId="238af46a17e978c5" providerId="LiveId" clId="{81D0E4DD-3C63-4A22-BC49-59D4116F773B}" dt="2023-07-22T03:19:33.210" v="199" actId="164"/>
          <ac:cxnSpMkLst>
            <pc:docMk/>
            <pc:sldMk cId="2333025580" sldId="270"/>
            <ac:cxnSpMk id="20" creationId="{ACA529AF-1D8F-47D8-956D-2FED88FE0E21}"/>
          </ac:cxnSpMkLst>
        </pc:cxnChg>
        <pc:cxnChg chg="mod">
          <ac:chgData name="Yossy Made Yulian" userId="238af46a17e978c5" providerId="LiveId" clId="{81D0E4DD-3C63-4A22-BC49-59D4116F773B}" dt="2023-07-22T03:19:33.210" v="199" actId="164"/>
          <ac:cxnSpMkLst>
            <pc:docMk/>
            <pc:sldMk cId="2333025580" sldId="270"/>
            <ac:cxnSpMk id="21" creationId="{C77EDE27-582B-4400-AB4E-A7C7F23634C7}"/>
          </ac:cxnSpMkLst>
        </pc:cxnChg>
        <pc:cxnChg chg="mod">
          <ac:chgData name="Yossy Made Yulian" userId="238af46a17e978c5" providerId="LiveId" clId="{81D0E4DD-3C63-4A22-BC49-59D4116F773B}" dt="2023-07-22T03:19:30.084" v="198" actId="164"/>
          <ac:cxnSpMkLst>
            <pc:docMk/>
            <pc:sldMk cId="2333025580" sldId="270"/>
            <ac:cxnSpMk id="34" creationId="{46C6D0FB-D4A5-4F2C-AFFA-0876B3A486AB}"/>
          </ac:cxnSpMkLst>
        </pc:cxnChg>
        <pc:cxnChg chg="mod">
          <ac:chgData name="Yossy Made Yulian" userId="238af46a17e978c5" providerId="LiveId" clId="{81D0E4DD-3C63-4A22-BC49-59D4116F773B}" dt="2023-07-22T03:19:30.084" v="198" actId="164"/>
          <ac:cxnSpMkLst>
            <pc:docMk/>
            <pc:sldMk cId="2333025580" sldId="270"/>
            <ac:cxnSpMk id="35" creationId="{94BEEE47-89CA-4986-804E-3BB2D9CC4F64}"/>
          </ac:cxnSpMkLst>
        </pc:cxnChg>
        <pc:cxnChg chg="mod">
          <ac:chgData name="Yossy Made Yulian" userId="238af46a17e978c5" providerId="LiveId" clId="{81D0E4DD-3C63-4A22-BC49-59D4116F773B}" dt="2023-07-22T03:19:25.403" v="197" actId="164"/>
          <ac:cxnSpMkLst>
            <pc:docMk/>
            <pc:sldMk cId="2333025580" sldId="270"/>
            <ac:cxnSpMk id="40" creationId="{C7B7E251-3463-446C-9758-5AC47939CB2B}"/>
          </ac:cxnSpMkLst>
        </pc:cxnChg>
        <pc:cxnChg chg="mod">
          <ac:chgData name="Yossy Made Yulian" userId="238af46a17e978c5" providerId="LiveId" clId="{81D0E4DD-3C63-4A22-BC49-59D4116F773B}" dt="2023-07-22T03:19:25.403" v="197" actId="164"/>
          <ac:cxnSpMkLst>
            <pc:docMk/>
            <pc:sldMk cId="2333025580" sldId="270"/>
            <ac:cxnSpMk id="41" creationId="{E2916D3E-6503-4C7A-8C2B-F3C0B95A7E3A}"/>
          </ac:cxnSpMkLst>
        </pc:cxnChg>
        <pc:cxnChg chg="mod">
          <ac:chgData name="Yossy Made Yulian" userId="238af46a17e978c5" providerId="LiveId" clId="{81D0E4DD-3C63-4A22-BC49-59D4116F773B}" dt="2023-07-22T03:19:21.760" v="196" actId="164"/>
          <ac:cxnSpMkLst>
            <pc:docMk/>
            <pc:sldMk cId="2333025580" sldId="270"/>
            <ac:cxnSpMk id="46" creationId="{EB0008B0-A427-428B-B4D1-402DF9B2AEF1}"/>
          </ac:cxnSpMkLst>
        </pc:cxnChg>
        <pc:cxnChg chg="mod">
          <ac:chgData name="Yossy Made Yulian" userId="238af46a17e978c5" providerId="LiveId" clId="{81D0E4DD-3C63-4A22-BC49-59D4116F773B}" dt="2023-07-22T03:19:21.760" v="196" actId="164"/>
          <ac:cxnSpMkLst>
            <pc:docMk/>
            <pc:sldMk cId="2333025580" sldId="270"/>
            <ac:cxnSpMk id="47" creationId="{150E949C-F66D-4624-B335-3EE364F37FE2}"/>
          </ac:cxnSpMkLst>
        </pc:cxnChg>
      </pc:sldChg>
      <pc:sldChg chg="addSp modSp mod">
        <pc:chgData name="Yossy Made Yulian" userId="238af46a17e978c5" providerId="LiveId" clId="{81D0E4DD-3C63-4A22-BC49-59D4116F773B}" dt="2023-07-22T03:21:11.156" v="210" actId="1076"/>
        <pc:sldMkLst>
          <pc:docMk/>
          <pc:sldMk cId="3031685953" sldId="271"/>
        </pc:sldMkLst>
        <pc:spChg chg="mod">
          <ac:chgData name="Yossy Made Yulian" userId="238af46a17e978c5" providerId="LiveId" clId="{81D0E4DD-3C63-4A22-BC49-59D4116F773B}" dt="2023-07-22T03:20:53.808" v="205" actId="164"/>
          <ac:spMkLst>
            <pc:docMk/>
            <pc:sldMk cId="3031685953" sldId="271"/>
            <ac:spMk id="3" creationId="{3DE5491C-CC17-4016-8C46-CC18A2FB41B2}"/>
          </ac:spMkLst>
        </pc:spChg>
        <pc:spChg chg="mod">
          <ac:chgData name="Yossy Made Yulian" userId="238af46a17e978c5" providerId="LiveId" clId="{81D0E4DD-3C63-4A22-BC49-59D4116F773B}" dt="2023-07-22T03:20:53.808" v="205" actId="164"/>
          <ac:spMkLst>
            <pc:docMk/>
            <pc:sldMk cId="3031685953" sldId="271"/>
            <ac:spMk id="4" creationId="{AEE78C75-6903-4F60-9847-B1644D4B375C}"/>
          </ac:spMkLst>
        </pc:spChg>
        <pc:spChg chg="mod">
          <ac:chgData name="Yossy Made Yulian" userId="238af46a17e978c5" providerId="LiveId" clId="{81D0E4DD-3C63-4A22-BC49-59D4116F773B}" dt="2023-07-22T03:20:53.808" v="205" actId="164"/>
          <ac:spMkLst>
            <pc:docMk/>
            <pc:sldMk cId="3031685953" sldId="271"/>
            <ac:spMk id="5" creationId="{8F36CEE6-99E6-4FF4-A971-DFC69D74C558}"/>
          </ac:spMkLst>
        </pc:spChg>
        <pc:spChg chg="mod">
          <ac:chgData name="Yossy Made Yulian" userId="238af46a17e978c5" providerId="LiveId" clId="{81D0E4DD-3C63-4A22-BC49-59D4116F773B}" dt="2023-07-22T03:20:57.157" v="206" actId="207"/>
          <ac:spMkLst>
            <pc:docMk/>
            <pc:sldMk cId="3031685953" sldId="271"/>
            <ac:spMk id="7" creationId="{6A491C8A-276C-4B65-A746-4FA8518D7CD2}"/>
          </ac:spMkLst>
        </pc:spChg>
        <pc:spChg chg="mod">
          <ac:chgData name="Yossy Made Yulian" userId="238af46a17e978c5" providerId="LiveId" clId="{81D0E4DD-3C63-4A22-BC49-59D4116F773B}" dt="2023-07-22T03:20:57.157" v="206" actId="207"/>
          <ac:spMkLst>
            <pc:docMk/>
            <pc:sldMk cId="3031685953" sldId="271"/>
            <ac:spMk id="13" creationId="{5B2F1D74-E0A5-4FA8-AE01-AFD603AB3095}"/>
          </ac:spMkLst>
        </pc:spChg>
        <pc:spChg chg="mod">
          <ac:chgData name="Yossy Made Yulian" userId="238af46a17e978c5" providerId="LiveId" clId="{81D0E4DD-3C63-4A22-BC49-59D4116F773B}" dt="2023-07-22T03:21:00.453" v="208" actId="1076"/>
          <ac:spMkLst>
            <pc:docMk/>
            <pc:sldMk cId="3031685953" sldId="271"/>
            <ac:spMk id="15" creationId="{D756CD3E-6A78-41FF-BDF1-F6BDD8BBF955}"/>
          </ac:spMkLst>
        </pc:spChg>
        <pc:spChg chg="mod">
          <ac:chgData name="Yossy Made Yulian" userId="238af46a17e978c5" providerId="LiveId" clId="{81D0E4DD-3C63-4A22-BC49-59D4116F773B}" dt="2023-07-22T03:21:11.156" v="210" actId="1076"/>
          <ac:spMkLst>
            <pc:docMk/>
            <pc:sldMk cId="3031685953" sldId="271"/>
            <ac:spMk id="24" creationId="{8A3813F7-64AD-4661-A64B-98EBCBC3F4E7}"/>
          </ac:spMkLst>
        </pc:spChg>
        <pc:grpChg chg="add mod">
          <ac:chgData name="Yossy Made Yulian" userId="238af46a17e978c5" providerId="LiveId" clId="{81D0E4DD-3C63-4A22-BC49-59D4116F773B}" dt="2023-07-22T03:20:53.808" v="205" actId="164"/>
          <ac:grpSpMkLst>
            <pc:docMk/>
            <pc:sldMk cId="3031685953" sldId="271"/>
            <ac:grpSpMk id="8" creationId="{E6E91D74-F65C-C301-26C4-F93513353B81}"/>
          </ac:grpSpMkLst>
        </pc:grpChg>
      </pc:sldChg>
      <pc:sldChg chg="addSp modSp mod">
        <pc:chgData name="Yossy Made Yulian" userId="238af46a17e978c5" providerId="LiveId" clId="{81D0E4DD-3C63-4A22-BC49-59D4116F773B}" dt="2023-07-22T03:21:27.280" v="214" actId="1076"/>
        <pc:sldMkLst>
          <pc:docMk/>
          <pc:sldMk cId="1371557485" sldId="272"/>
        </pc:sldMkLst>
        <pc:spChg chg="mod">
          <ac:chgData name="Yossy Made Yulian" userId="238af46a17e978c5" providerId="LiveId" clId="{81D0E4DD-3C63-4A22-BC49-59D4116F773B}" dt="2023-07-22T03:21:25.839" v="212" actId="164"/>
          <ac:spMkLst>
            <pc:docMk/>
            <pc:sldMk cId="1371557485" sldId="272"/>
            <ac:spMk id="5" creationId="{90CA63C1-B0D6-4E5C-8FBC-E6893D42F897}"/>
          </ac:spMkLst>
        </pc:spChg>
        <pc:spChg chg="mod">
          <ac:chgData name="Yossy Made Yulian" userId="238af46a17e978c5" providerId="LiveId" clId="{81D0E4DD-3C63-4A22-BC49-59D4116F773B}" dt="2023-07-22T03:21:25.839" v="212" actId="164"/>
          <ac:spMkLst>
            <pc:docMk/>
            <pc:sldMk cId="1371557485" sldId="272"/>
            <ac:spMk id="6" creationId="{7EC6A082-BED1-4170-8D88-20265ACE117F}"/>
          </ac:spMkLst>
        </pc:spChg>
        <pc:spChg chg="mod">
          <ac:chgData name="Yossy Made Yulian" userId="238af46a17e978c5" providerId="LiveId" clId="{81D0E4DD-3C63-4A22-BC49-59D4116F773B}" dt="2023-07-22T03:21:25.839" v="212" actId="164"/>
          <ac:spMkLst>
            <pc:docMk/>
            <pc:sldMk cId="1371557485" sldId="272"/>
            <ac:spMk id="7" creationId="{8197C2D7-1BC2-465A-9D3B-38B97C77CB03}"/>
          </ac:spMkLst>
        </pc:spChg>
        <pc:spChg chg="mod">
          <ac:chgData name="Yossy Made Yulian" userId="238af46a17e978c5" providerId="LiveId" clId="{81D0E4DD-3C63-4A22-BC49-59D4116F773B}" dt="2023-07-22T03:21:27.280" v="214" actId="1076"/>
          <ac:spMkLst>
            <pc:docMk/>
            <pc:sldMk cId="1371557485" sldId="272"/>
            <ac:spMk id="8" creationId="{55FC8926-6367-4452-8560-194DE15C8E0D}"/>
          </ac:spMkLst>
        </pc:spChg>
        <pc:spChg chg="mod">
          <ac:chgData name="Yossy Made Yulian" userId="238af46a17e978c5" providerId="LiveId" clId="{81D0E4DD-3C63-4A22-BC49-59D4116F773B}" dt="2023-07-22T03:21:23.392" v="211" actId="207"/>
          <ac:spMkLst>
            <pc:docMk/>
            <pc:sldMk cId="1371557485" sldId="272"/>
            <ac:spMk id="11" creationId="{95A449A2-AAAF-4D40-A4CC-94CDFBD59CD6}"/>
          </ac:spMkLst>
        </pc:spChg>
        <pc:spChg chg="mod">
          <ac:chgData name="Yossy Made Yulian" userId="238af46a17e978c5" providerId="LiveId" clId="{81D0E4DD-3C63-4A22-BC49-59D4116F773B}" dt="2023-07-22T03:21:23.392" v="211" actId="207"/>
          <ac:spMkLst>
            <pc:docMk/>
            <pc:sldMk cId="1371557485" sldId="272"/>
            <ac:spMk id="40" creationId="{0D7BBB4E-E867-4C2E-9DB0-DD20A45AF4F9}"/>
          </ac:spMkLst>
        </pc:spChg>
        <pc:spChg chg="mod">
          <ac:chgData name="Yossy Made Yulian" userId="238af46a17e978c5" providerId="LiveId" clId="{81D0E4DD-3C63-4A22-BC49-59D4116F773B}" dt="2023-07-22T03:21:23.392" v="211" actId="207"/>
          <ac:spMkLst>
            <pc:docMk/>
            <pc:sldMk cId="1371557485" sldId="272"/>
            <ac:spMk id="44" creationId="{37000A37-9483-48C8-8817-DF44357A5DE4}"/>
          </ac:spMkLst>
        </pc:spChg>
        <pc:grpChg chg="add mod">
          <ac:chgData name="Yossy Made Yulian" userId="238af46a17e978c5" providerId="LiveId" clId="{81D0E4DD-3C63-4A22-BC49-59D4116F773B}" dt="2023-07-22T03:21:25.839" v="212" actId="164"/>
          <ac:grpSpMkLst>
            <pc:docMk/>
            <pc:sldMk cId="1371557485" sldId="272"/>
            <ac:grpSpMk id="9" creationId="{5AC0A180-6548-E82C-16D4-2E38FCC7A2E9}"/>
          </ac:grpSpMkLst>
        </pc:grpChg>
      </pc:sldChg>
      <pc:sldChg chg="addSp modSp mod">
        <pc:chgData name="Yossy Made Yulian" userId="238af46a17e978c5" providerId="LiveId" clId="{81D0E4DD-3C63-4A22-BC49-59D4116F773B}" dt="2023-07-22T03:22:10.396" v="223" actId="167"/>
        <pc:sldMkLst>
          <pc:docMk/>
          <pc:sldMk cId="3703034431" sldId="273"/>
        </pc:sldMkLst>
        <pc:spChg chg="mod">
          <ac:chgData name="Yossy Made Yulian" userId="238af46a17e978c5" providerId="LiveId" clId="{81D0E4DD-3C63-4A22-BC49-59D4116F773B}" dt="2023-07-22T03:21:38.305" v="216" actId="164"/>
          <ac:spMkLst>
            <pc:docMk/>
            <pc:sldMk cId="3703034431" sldId="273"/>
            <ac:spMk id="3" creationId="{47E9CE17-5E9E-457C-B9FE-1DCB2E0381EF}"/>
          </ac:spMkLst>
        </pc:spChg>
        <pc:spChg chg="mod">
          <ac:chgData name="Yossy Made Yulian" userId="238af46a17e978c5" providerId="LiveId" clId="{81D0E4DD-3C63-4A22-BC49-59D4116F773B}" dt="2023-07-22T03:21:38.305" v="216" actId="164"/>
          <ac:spMkLst>
            <pc:docMk/>
            <pc:sldMk cId="3703034431" sldId="273"/>
            <ac:spMk id="4" creationId="{BE463A08-EC51-4AF4-8141-CDB395B0367A}"/>
          </ac:spMkLst>
        </pc:spChg>
        <pc:spChg chg="mod">
          <ac:chgData name="Yossy Made Yulian" userId="238af46a17e978c5" providerId="LiveId" clId="{81D0E4DD-3C63-4A22-BC49-59D4116F773B}" dt="2023-07-22T03:21:38.305" v="216" actId="164"/>
          <ac:spMkLst>
            <pc:docMk/>
            <pc:sldMk cId="3703034431" sldId="273"/>
            <ac:spMk id="5" creationId="{4F535FB0-C9E9-4570-BDCE-DDEF10F29E02}"/>
          </ac:spMkLst>
        </pc:spChg>
        <pc:spChg chg="mod">
          <ac:chgData name="Yossy Made Yulian" userId="238af46a17e978c5" providerId="LiveId" clId="{81D0E4DD-3C63-4A22-BC49-59D4116F773B}" dt="2023-07-22T03:21:34.373" v="215" actId="207"/>
          <ac:spMkLst>
            <pc:docMk/>
            <pc:sldMk cId="3703034431" sldId="273"/>
            <ac:spMk id="7" creationId="{D306FA72-6C74-485F-8E3E-A27FE31AA206}"/>
          </ac:spMkLst>
        </pc:spChg>
        <pc:spChg chg="mod">
          <ac:chgData name="Yossy Made Yulian" userId="238af46a17e978c5" providerId="LiveId" clId="{81D0E4DD-3C63-4A22-BC49-59D4116F773B}" dt="2023-07-22T03:21:34.373" v="215" actId="207"/>
          <ac:spMkLst>
            <pc:docMk/>
            <pc:sldMk cId="3703034431" sldId="273"/>
            <ac:spMk id="16" creationId="{05D03900-F4FB-43E9-B756-9610A73F6801}"/>
          </ac:spMkLst>
        </pc:spChg>
        <pc:spChg chg="mod">
          <ac:chgData name="Yossy Made Yulian" userId="238af46a17e978c5" providerId="LiveId" clId="{81D0E4DD-3C63-4A22-BC49-59D4116F773B}" dt="2023-07-22T03:21:34.373" v="215" actId="207"/>
          <ac:spMkLst>
            <pc:docMk/>
            <pc:sldMk cId="3703034431" sldId="273"/>
            <ac:spMk id="19" creationId="{9CA34151-1372-4872-9B28-F6E3784C3F69}"/>
          </ac:spMkLst>
        </pc:spChg>
        <pc:spChg chg="mod">
          <ac:chgData name="Yossy Made Yulian" userId="238af46a17e978c5" providerId="LiveId" clId="{81D0E4DD-3C63-4A22-BC49-59D4116F773B}" dt="2023-07-22T03:22:08.466" v="222" actId="164"/>
          <ac:spMkLst>
            <pc:docMk/>
            <pc:sldMk cId="3703034431" sldId="273"/>
            <ac:spMk id="24" creationId="{294574FE-D1D0-4681-95FB-FE615226FD7A}"/>
          </ac:spMkLst>
        </pc:spChg>
        <pc:spChg chg="mod">
          <ac:chgData name="Yossy Made Yulian" userId="238af46a17e978c5" providerId="LiveId" clId="{81D0E4DD-3C63-4A22-BC49-59D4116F773B}" dt="2023-07-22T03:22:06.424" v="219" actId="164"/>
          <ac:spMkLst>
            <pc:docMk/>
            <pc:sldMk cId="3703034431" sldId="273"/>
            <ac:spMk id="26" creationId="{0A4685B2-7C78-4DEF-BF9E-9C3AD1246356}"/>
          </ac:spMkLst>
        </pc:spChg>
        <pc:grpChg chg="add mod">
          <ac:chgData name="Yossy Made Yulian" userId="238af46a17e978c5" providerId="LiveId" clId="{81D0E4DD-3C63-4A22-BC49-59D4116F773B}" dt="2023-07-22T03:21:38.305" v="216" actId="164"/>
          <ac:grpSpMkLst>
            <pc:docMk/>
            <pc:sldMk cId="3703034431" sldId="273"/>
            <ac:grpSpMk id="6" creationId="{92F48980-F8E9-CD0E-EE78-D03A2271A9C7}"/>
          </ac:grpSpMkLst>
        </pc:grpChg>
        <pc:grpChg chg="add mod">
          <ac:chgData name="Yossy Made Yulian" userId="238af46a17e978c5" providerId="LiveId" clId="{81D0E4DD-3C63-4A22-BC49-59D4116F773B}" dt="2023-07-22T03:22:08.466" v="222" actId="164"/>
          <ac:grpSpMkLst>
            <pc:docMk/>
            <pc:sldMk cId="3703034431" sldId="273"/>
            <ac:grpSpMk id="8" creationId="{2B7AD706-83DE-CD38-F6C7-A4556E7DB0F5}"/>
          </ac:grpSpMkLst>
        </pc:grpChg>
        <pc:grpChg chg="add mod ord">
          <ac:chgData name="Yossy Made Yulian" userId="238af46a17e978c5" providerId="LiveId" clId="{81D0E4DD-3C63-4A22-BC49-59D4116F773B}" dt="2023-07-22T03:22:10.396" v="223" actId="167"/>
          <ac:grpSpMkLst>
            <pc:docMk/>
            <pc:sldMk cId="3703034431" sldId="273"/>
            <ac:grpSpMk id="9" creationId="{8E471305-4765-821A-E468-F8BE701FBDB3}"/>
          </ac:grpSpMkLst>
        </pc:grpChg>
        <pc:cxnChg chg="mod">
          <ac:chgData name="Yossy Made Yulian" userId="238af46a17e978c5" providerId="LiveId" clId="{81D0E4DD-3C63-4A22-BC49-59D4116F773B}" dt="2023-07-22T03:22:06.424" v="219" actId="164"/>
          <ac:cxnSpMkLst>
            <pc:docMk/>
            <pc:sldMk cId="3703034431" sldId="273"/>
            <ac:cxnSpMk id="27" creationId="{B6F03B2E-146F-41D9-A130-9DDF3BCEC7C8}"/>
          </ac:cxnSpMkLst>
        </pc:cxnChg>
      </pc:sldChg>
      <pc:sldChg chg="modSp mod">
        <pc:chgData name="Yossy Made Yulian" userId="238af46a17e978c5" providerId="LiveId" clId="{81D0E4DD-3C63-4A22-BC49-59D4116F773B}" dt="2023-07-22T03:22:25.124" v="225" actId="207"/>
        <pc:sldMkLst>
          <pc:docMk/>
          <pc:sldMk cId="2256315654" sldId="274"/>
        </pc:sldMkLst>
        <pc:spChg chg="mod">
          <ac:chgData name="Yossy Made Yulian" userId="238af46a17e978c5" providerId="LiveId" clId="{81D0E4DD-3C63-4A22-BC49-59D4116F773B}" dt="2023-07-22T03:22:25.124" v="225" actId="207"/>
          <ac:spMkLst>
            <pc:docMk/>
            <pc:sldMk cId="2256315654" sldId="274"/>
            <ac:spMk id="10" creationId="{B8B3E2E5-6F8D-48E2-B9BB-986B88130ADA}"/>
          </ac:spMkLst>
        </pc:spChg>
        <pc:spChg chg="mod">
          <ac:chgData name="Yossy Made Yulian" userId="238af46a17e978c5" providerId="LiveId" clId="{81D0E4DD-3C63-4A22-BC49-59D4116F773B}" dt="2023-07-22T03:22:25.124" v="225" actId="207"/>
          <ac:spMkLst>
            <pc:docMk/>
            <pc:sldMk cId="2256315654" sldId="274"/>
            <ac:spMk id="12" creationId="{6EB204F7-A538-4267-80F6-39CCCDD07BDA}"/>
          </ac:spMkLst>
        </pc:spChg>
        <pc:spChg chg="mod">
          <ac:chgData name="Yossy Made Yulian" userId="238af46a17e978c5" providerId="LiveId" clId="{81D0E4DD-3C63-4A22-BC49-59D4116F773B}" dt="2023-07-22T03:22:25.124" v="225" actId="207"/>
          <ac:spMkLst>
            <pc:docMk/>
            <pc:sldMk cId="2256315654" sldId="274"/>
            <ac:spMk id="14" creationId="{5F19ED52-5591-4579-B959-1D58954A5734}"/>
          </ac:spMkLst>
        </pc:spChg>
        <pc:spChg chg="mod">
          <ac:chgData name="Yossy Made Yulian" userId="238af46a17e978c5" providerId="LiveId" clId="{81D0E4DD-3C63-4A22-BC49-59D4116F773B}" dt="2023-07-22T03:22:20.591" v="224" actId="207"/>
          <ac:spMkLst>
            <pc:docMk/>
            <pc:sldMk cId="2256315654" sldId="274"/>
            <ac:spMk id="16" creationId="{6EA92475-8F4C-4C15-9A95-94EDC52F1C5A}"/>
          </ac:spMkLst>
        </pc:spChg>
      </pc:sldChg>
      <pc:sldChg chg="addSp modSp mod">
        <pc:chgData name="Yossy Made Yulian" userId="238af46a17e978c5" providerId="LiveId" clId="{81D0E4DD-3C63-4A22-BC49-59D4116F773B}" dt="2023-07-22T03:22:56.738" v="235" actId="164"/>
        <pc:sldMkLst>
          <pc:docMk/>
          <pc:sldMk cId="2923264254" sldId="275"/>
        </pc:sldMkLst>
        <pc:spChg chg="mod">
          <ac:chgData name="Yossy Made Yulian" userId="238af46a17e978c5" providerId="LiveId" clId="{81D0E4DD-3C63-4A22-BC49-59D4116F773B}" dt="2023-07-22T03:22:36.559" v="227" actId="207"/>
          <ac:spMkLst>
            <pc:docMk/>
            <pc:sldMk cId="2923264254" sldId="275"/>
            <ac:spMk id="8" creationId="{14D095E9-7844-4B1A-A730-E137C3EDF0BE}"/>
          </ac:spMkLst>
        </pc:spChg>
        <pc:spChg chg="mod">
          <ac:chgData name="Yossy Made Yulian" userId="238af46a17e978c5" providerId="LiveId" clId="{81D0E4DD-3C63-4A22-BC49-59D4116F773B}" dt="2023-07-22T03:22:36.559" v="227" actId="207"/>
          <ac:spMkLst>
            <pc:docMk/>
            <pc:sldMk cId="2923264254" sldId="275"/>
            <ac:spMk id="23" creationId="{B51CEDF2-A55A-404F-B9DB-5E807573BFDB}"/>
          </ac:spMkLst>
        </pc:spChg>
        <pc:spChg chg="mod">
          <ac:chgData name="Yossy Made Yulian" userId="238af46a17e978c5" providerId="LiveId" clId="{81D0E4DD-3C63-4A22-BC49-59D4116F773B}" dt="2023-07-22T03:22:56.738" v="235" actId="164"/>
          <ac:spMkLst>
            <pc:docMk/>
            <pc:sldMk cId="2923264254" sldId="275"/>
            <ac:spMk id="29" creationId="{C0F17299-4516-41DF-85EA-62562EAD59FE}"/>
          </ac:spMkLst>
        </pc:spChg>
        <pc:spChg chg="mod">
          <ac:chgData name="Yossy Made Yulian" userId="238af46a17e978c5" providerId="LiveId" clId="{81D0E4DD-3C63-4A22-BC49-59D4116F773B}" dt="2023-07-22T03:22:56.738" v="235" actId="164"/>
          <ac:spMkLst>
            <pc:docMk/>
            <pc:sldMk cId="2923264254" sldId="275"/>
            <ac:spMk id="30" creationId="{566E6476-520A-4199-84EB-EB17A0AC6195}"/>
          </ac:spMkLst>
        </pc:spChg>
        <pc:spChg chg="mod">
          <ac:chgData name="Yossy Made Yulian" userId="238af46a17e978c5" providerId="LiveId" clId="{81D0E4DD-3C63-4A22-BC49-59D4116F773B}" dt="2023-07-22T03:22:51.381" v="233" actId="164"/>
          <ac:spMkLst>
            <pc:docMk/>
            <pc:sldMk cId="2923264254" sldId="275"/>
            <ac:spMk id="42" creationId="{12EBC169-B847-4FAD-ABCA-5F0D1B54F9F5}"/>
          </ac:spMkLst>
        </pc:spChg>
        <pc:spChg chg="mod">
          <ac:chgData name="Yossy Made Yulian" userId="238af46a17e978c5" providerId="LiveId" clId="{81D0E4DD-3C63-4A22-BC49-59D4116F773B}" dt="2023-07-22T03:22:51.381" v="233" actId="164"/>
          <ac:spMkLst>
            <pc:docMk/>
            <pc:sldMk cId="2923264254" sldId="275"/>
            <ac:spMk id="43" creationId="{347AD7F5-E3EA-4657-AB05-0327D1937C88}"/>
          </ac:spMkLst>
        </pc:spChg>
        <pc:spChg chg="mod">
          <ac:chgData name="Yossy Made Yulian" userId="238af46a17e978c5" providerId="LiveId" clId="{81D0E4DD-3C63-4A22-BC49-59D4116F773B}" dt="2023-07-22T03:22:36.559" v="227" actId="207"/>
          <ac:spMkLst>
            <pc:docMk/>
            <pc:sldMk cId="2923264254" sldId="275"/>
            <ac:spMk id="56" creationId="{95E52988-A082-407C-8385-39C7149BC690}"/>
          </ac:spMkLst>
        </pc:spChg>
        <pc:grpChg chg="add mod ord">
          <ac:chgData name="Yossy Made Yulian" userId="238af46a17e978c5" providerId="LiveId" clId="{81D0E4DD-3C63-4A22-BC49-59D4116F773B}" dt="2023-07-22T03:22:54.632" v="234" actId="167"/>
          <ac:grpSpMkLst>
            <pc:docMk/>
            <pc:sldMk cId="2923264254" sldId="275"/>
            <ac:grpSpMk id="6" creationId="{D30A15A5-52F4-D86F-3A77-A8B483CE12AF}"/>
          </ac:grpSpMkLst>
        </pc:grpChg>
        <pc:grpChg chg="add mod">
          <ac:chgData name="Yossy Made Yulian" userId="238af46a17e978c5" providerId="LiveId" clId="{81D0E4DD-3C63-4A22-BC49-59D4116F773B}" dt="2023-07-22T03:22:56.738" v="235" actId="164"/>
          <ac:grpSpMkLst>
            <pc:docMk/>
            <pc:sldMk cId="2923264254" sldId="275"/>
            <ac:grpSpMk id="9" creationId="{C1212F9B-D24A-70E6-72E1-2533305BA667}"/>
          </ac:grpSpMkLst>
        </pc:grpChg>
        <pc:picChg chg="ord">
          <ac:chgData name="Yossy Made Yulian" userId="238af46a17e978c5" providerId="LiveId" clId="{81D0E4DD-3C63-4A22-BC49-59D4116F773B}" dt="2023-07-22T03:22:54.632" v="234" actId="167"/>
          <ac:picMkLst>
            <pc:docMk/>
            <pc:sldMk cId="2923264254" sldId="275"/>
            <ac:picMk id="66" creationId="{D8463148-2242-4E34-A6C7-FC86D4A36170}"/>
          </ac:picMkLst>
        </pc:picChg>
      </pc:sldChg>
      <pc:sldChg chg="addSp modSp mod">
        <pc:chgData name="Yossy Made Yulian" userId="238af46a17e978c5" providerId="LiveId" clId="{81D0E4DD-3C63-4A22-BC49-59D4116F773B}" dt="2023-07-22T03:24:50.634" v="243" actId="167"/>
        <pc:sldMkLst>
          <pc:docMk/>
          <pc:sldMk cId="1670828866" sldId="276"/>
        </pc:sldMkLst>
        <pc:spChg chg="mod">
          <ac:chgData name="Yossy Made Yulian" userId="238af46a17e978c5" providerId="LiveId" clId="{81D0E4DD-3C63-4A22-BC49-59D4116F773B}" dt="2023-07-22T03:24:27.883" v="236" actId="207"/>
          <ac:spMkLst>
            <pc:docMk/>
            <pc:sldMk cId="1670828866" sldId="276"/>
            <ac:spMk id="12" creationId="{76922212-29A9-4FCE-8FBB-99984C361658}"/>
          </ac:spMkLst>
        </pc:spChg>
        <pc:spChg chg="mod">
          <ac:chgData name="Yossy Made Yulian" userId="238af46a17e978c5" providerId="LiveId" clId="{81D0E4DD-3C63-4A22-BC49-59D4116F773B}" dt="2023-07-22T03:24:42.239" v="239" actId="164"/>
          <ac:spMkLst>
            <pc:docMk/>
            <pc:sldMk cId="1670828866" sldId="276"/>
            <ac:spMk id="13" creationId="{7B9CDB2D-0BD1-482A-A4EF-8D095D0B0EDC}"/>
          </ac:spMkLst>
        </pc:spChg>
        <pc:spChg chg="mod">
          <ac:chgData name="Yossy Made Yulian" userId="238af46a17e978c5" providerId="LiveId" clId="{81D0E4DD-3C63-4A22-BC49-59D4116F773B}" dt="2023-07-22T03:24:44.075" v="240" actId="164"/>
          <ac:spMkLst>
            <pc:docMk/>
            <pc:sldMk cId="1670828866" sldId="276"/>
            <ac:spMk id="14" creationId="{75021670-56E8-4C8C-B967-2EF656FA8A45}"/>
          </ac:spMkLst>
        </pc:spChg>
        <pc:spChg chg="mod">
          <ac:chgData name="Yossy Made Yulian" userId="238af46a17e978c5" providerId="LiveId" clId="{81D0E4DD-3C63-4A22-BC49-59D4116F773B}" dt="2023-07-22T03:24:46.491" v="241" actId="164"/>
          <ac:spMkLst>
            <pc:docMk/>
            <pc:sldMk cId="1670828866" sldId="276"/>
            <ac:spMk id="15" creationId="{40936222-2126-4FC0-A6FC-F1FA22A6C6F8}"/>
          </ac:spMkLst>
        </pc:spChg>
        <pc:spChg chg="mod">
          <ac:chgData name="Yossy Made Yulian" userId="238af46a17e978c5" providerId="LiveId" clId="{81D0E4DD-3C63-4A22-BC49-59D4116F773B}" dt="2023-07-22T03:24:27.883" v="236" actId="207"/>
          <ac:spMkLst>
            <pc:docMk/>
            <pc:sldMk cId="1670828866" sldId="276"/>
            <ac:spMk id="18" creationId="{CD005273-0821-4F1A-8667-609F7E2B1C1B}"/>
          </ac:spMkLst>
        </pc:spChg>
        <pc:spChg chg="mod">
          <ac:chgData name="Yossy Made Yulian" userId="238af46a17e978c5" providerId="LiveId" clId="{81D0E4DD-3C63-4A22-BC49-59D4116F773B}" dt="2023-07-22T03:24:27.883" v="236" actId="207"/>
          <ac:spMkLst>
            <pc:docMk/>
            <pc:sldMk cId="1670828866" sldId="276"/>
            <ac:spMk id="23" creationId="{D2FF9567-1533-46A6-8DA7-D8E58498E65D}"/>
          </ac:spMkLst>
        </pc:spChg>
        <pc:spChg chg="mod">
          <ac:chgData name="Yossy Made Yulian" userId="238af46a17e978c5" providerId="LiveId" clId="{81D0E4DD-3C63-4A22-BC49-59D4116F773B}" dt="2023-07-22T03:24:33.753" v="237" actId="207"/>
          <ac:spMkLst>
            <pc:docMk/>
            <pc:sldMk cId="1670828866" sldId="276"/>
            <ac:spMk id="26" creationId="{2C21C296-D89C-41A6-9959-DD5C8B8DDFCE}"/>
          </ac:spMkLst>
        </pc:spChg>
        <pc:spChg chg="mod">
          <ac:chgData name="Yossy Made Yulian" userId="238af46a17e978c5" providerId="LiveId" clId="{81D0E4DD-3C63-4A22-BC49-59D4116F773B}" dt="2023-07-22T03:24:37.511" v="238" actId="164"/>
          <ac:spMkLst>
            <pc:docMk/>
            <pc:sldMk cId="1670828866" sldId="276"/>
            <ac:spMk id="30" creationId="{F79C0609-B811-44E7-A057-1ECC00F74B78}"/>
          </ac:spMkLst>
        </pc:spChg>
        <pc:spChg chg="mod">
          <ac:chgData name="Yossy Made Yulian" userId="238af46a17e978c5" providerId="LiveId" clId="{81D0E4DD-3C63-4A22-BC49-59D4116F773B}" dt="2023-07-22T03:24:37.511" v="238" actId="164"/>
          <ac:spMkLst>
            <pc:docMk/>
            <pc:sldMk cId="1670828866" sldId="276"/>
            <ac:spMk id="31" creationId="{32506E52-661E-4C20-9484-6EB40336E097}"/>
          </ac:spMkLst>
        </pc:spChg>
        <pc:spChg chg="mod">
          <ac:chgData name="Yossy Made Yulian" userId="238af46a17e978c5" providerId="LiveId" clId="{81D0E4DD-3C63-4A22-BC49-59D4116F773B}" dt="2023-07-22T03:24:37.511" v="238" actId="164"/>
          <ac:spMkLst>
            <pc:docMk/>
            <pc:sldMk cId="1670828866" sldId="276"/>
            <ac:spMk id="32" creationId="{777AEA2C-E093-4838-A6E7-5124B4385EF7}"/>
          </ac:spMkLst>
        </pc:spChg>
        <pc:spChg chg="mod">
          <ac:chgData name="Yossy Made Yulian" userId="238af46a17e978c5" providerId="LiveId" clId="{81D0E4DD-3C63-4A22-BC49-59D4116F773B}" dt="2023-07-22T03:24:44.075" v="240" actId="164"/>
          <ac:spMkLst>
            <pc:docMk/>
            <pc:sldMk cId="1670828866" sldId="276"/>
            <ac:spMk id="36" creationId="{E79F1D4E-DB6F-44FC-A65E-DAB2B76B99CD}"/>
          </ac:spMkLst>
        </pc:spChg>
        <pc:spChg chg="mod">
          <ac:chgData name="Yossy Made Yulian" userId="238af46a17e978c5" providerId="LiveId" clId="{81D0E4DD-3C63-4A22-BC49-59D4116F773B}" dt="2023-07-22T03:24:42.239" v="239" actId="164"/>
          <ac:spMkLst>
            <pc:docMk/>
            <pc:sldMk cId="1670828866" sldId="276"/>
            <ac:spMk id="37" creationId="{2B26714D-9856-4522-818A-F8207549032C}"/>
          </ac:spMkLst>
        </pc:spChg>
        <pc:spChg chg="mod">
          <ac:chgData name="Yossy Made Yulian" userId="238af46a17e978c5" providerId="LiveId" clId="{81D0E4DD-3C63-4A22-BC49-59D4116F773B}" dt="2023-07-22T03:24:46.491" v="241" actId="164"/>
          <ac:spMkLst>
            <pc:docMk/>
            <pc:sldMk cId="1670828866" sldId="276"/>
            <ac:spMk id="38" creationId="{7458870F-970B-4503-890B-95F858E8FF59}"/>
          </ac:spMkLst>
        </pc:spChg>
        <pc:grpChg chg="add mod ord">
          <ac:chgData name="Yossy Made Yulian" userId="238af46a17e978c5" providerId="LiveId" clId="{81D0E4DD-3C63-4A22-BC49-59D4116F773B}" dt="2023-07-22T03:24:50.634" v="243" actId="167"/>
          <ac:grpSpMkLst>
            <pc:docMk/>
            <pc:sldMk cId="1670828866" sldId="276"/>
            <ac:grpSpMk id="7" creationId="{C242DAA3-20E5-66ED-11F2-479B30AC0FE5}"/>
          </ac:grpSpMkLst>
        </pc:grpChg>
        <pc:grpChg chg="add mod ord">
          <ac:chgData name="Yossy Made Yulian" userId="238af46a17e978c5" providerId="LiveId" clId="{81D0E4DD-3C63-4A22-BC49-59D4116F773B}" dt="2023-07-22T03:24:48.458" v="242" actId="167"/>
          <ac:grpSpMkLst>
            <pc:docMk/>
            <pc:sldMk cId="1670828866" sldId="276"/>
            <ac:grpSpMk id="8" creationId="{7ACF5113-04D8-1D7B-AADD-DFCCDDAC37B0}"/>
          </ac:grpSpMkLst>
        </pc:grpChg>
        <pc:grpChg chg="add mod ord">
          <ac:chgData name="Yossy Made Yulian" userId="238af46a17e978c5" providerId="LiveId" clId="{81D0E4DD-3C63-4A22-BC49-59D4116F773B}" dt="2023-07-22T03:24:48.458" v="242" actId="167"/>
          <ac:grpSpMkLst>
            <pc:docMk/>
            <pc:sldMk cId="1670828866" sldId="276"/>
            <ac:grpSpMk id="11" creationId="{79B802B9-33F6-073D-4B2A-A46140685282}"/>
          </ac:grpSpMkLst>
        </pc:grpChg>
        <pc:grpChg chg="add mod ord">
          <ac:chgData name="Yossy Made Yulian" userId="238af46a17e978c5" providerId="LiveId" clId="{81D0E4DD-3C63-4A22-BC49-59D4116F773B}" dt="2023-07-22T03:24:48.458" v="242" actId="167"/>
          <ac:grpSpMkLst>
            <pc:docMk/>
            <pc:sldMk cId="1670828866" sldId="276"/>
            <ac:grpSpMk id="16" creationId="{F7A2524F-68FE-E030-7FAB-5D62514EAE71}"/>
          </ac:grpSpMkLst>
        </pc:grpChg>
      </pc:sldChg>
      <pc:sldChg chg="addSp modSp mod">
        <pc:chgData name="Yossy Made Yulian" userId="238af46a17e978c5" providerId="LiveId" clId="{81D0E4DD-3C63-4A22-BC49-59D4116F773B}" dt="2023-07-22T03:25:25.692" v="246" actId="164"/>
        <pc:sldMkLst>
          <pc:docMk/>
          <pc:sldMk cId="3057893996" sldId="277"/>
        </pc:sldMkLst>
        <pc:spChg chg="mod">
          <ac:chgData name="Yossy Made Yulian" userId="238af46a17e978c5" providerId="LiveId" clId="{81D0E4DD-3C63-4A22-BC49-59D4116F773B}" dt="2023-07-22T03:25:20.147" v="244" actId="207"/>
          <ac:spMkLst>
            <pc:docMk/>
            <pc:sldMk cId="3057893996" sldId="277"/>
            <ac:spMk id="7" creationId="{2F96E2D0-D949-4BE9-B560-6607A28D2763}"/>
          </ac:spMkLst>
        </pc:spChg>
        <pc:spChg chg="mod">
          <ac:chgData name="Yossy Made Yulian" userId="238af46a17e978c5" providerId="LiveId" clId="{81D0E4DD-3C63-4A22-BC49-59D4116F773B}" dt="2023-07-22T03:25:23.353" v="245" actId="164"/>
          <ac:spMkLst>
            <pc:docMk/>
            <pc:sldMk cId="3057893996" sldId="277"/>
            <ac:spMk id="8" creationId="{74E7241A-63BF-4776-9C4B-A51EC0972F2F}"/>
          </ac:spMkLst>
        </pc:spChg>
        <pc:spChg chg="mod">
          <ac:chgData name="Yossy Made Yulian" userId="238af46a17e978c5" providerId="LiveId" clId="{81D0E4DD-3C63-4A22-BC49-59D4116F773B}" dt="2023-07-22T03:25:25.692" v="246" actId="164"/>
          <ac:spMkLst>
            <pc:docMk/>
            <pc:sldMk cId="3057893996" sldId="277"/>
            <ac:spMk id="10" creationId="{3DF0415A-2BED-4D1F-8EA2-255F6AF4459A}"/>
          </ac:spMkLst>
        </pc:spChg>
        <pc:spChg chg="mod">
          <ac:chgData name="Yossy Made Yulian" userId="238af46a17e978c5" providerId="LiveId" clId="{81D0E4DD-3C63-4A22-BC49-59D4116F773B}" dt="2023-07-22T03:25:20.147" v="244" actId="207"/>
          <ac:spMkLst>
            <pc:docMk/>
            <pc:sldMk cId="3057893996" sldId="277"/>
            <ac:spMk id="12" creationId="{1C184B0A-01B3-4962-A0E1-35705FB2BBDC}"/>
          </ac:spMkLst>
        </pc:spChg>
        <pc:grpChg chg="add mod">
          <ac:chgData name="Yossy Made Yulian" userId="238af46a17e978c5" providerId="LiveId" clId="{81D0E4DD-3C63-4A22-BC49-59D4116F773B}" dt="2023-07-22T03:25:25.692" v="246" actId="164"/>
          <ac:grpSpMkLst>
            <pc:docMk/>
            <pc:sldMk cId="3057893996" sldId="277"/>
            <ac:grpSpMk id="9" creationId="{5BE72D3B-1C81-EC9D-D56D-03B2C29B1B20}"/>
          </ac:grpSpMkLst>
        </pc:grpChg>
        <pc:grpChg chg="add mod">
          <ac:chgData name="Yossy Made Yulian" userId="238af46a17e978c5" providerId="LiveId" clId="{81D0E4DD-3C63-4A22-BC49-59D4116F773B}" dt="2023-07-22T03:25:25.692" v="246" actId="164"/>
          <ac:grpSpMkLst>
            <pc:docMk/>
            <pc:sldMk cId="3057893996" sldId="277"/>
            <ac:grpSpMk id="21" creationId="{5AFB3AFF-80DC-DCBF-D27F-E6C85A13E433}"/>
          </ac:grpSpMkLst>
        </pc:grpChg>
        <pc:grpChg chg="mod">
          <ac:chgData name="Yossy Made Yulian" userId="238af46a17e978c5" providerId="LiveId" clId="{81D0E4DD-3C63-4A22-BC49-59D4116F773B}" dt="2023-07-22T03:25:23.353" v="245" actId="164"/>
          <ac:grpSpMkLst>
            <pc:docMk/>
            <pc:sldMk cId="3057893996" sldId="277"/>
            <ac:grpSpMk id="30" creationId="{54E3D7D8-5A14-465F-96E4-8633C467CDA7}"/>
          </ac:grpSpMkLst>
        </pc:grpChg>
      </pc:sldChg>
      <pc:sldChg chg="modSp mod">
        <pc:chgData name="Yossy Made Yulian" userId="238af46a17e978c5" providerId="LiveId" clId="{81D0E4DD-3C63-4A22-BC49-59D4116F773B}" dt="2023-07-22T03:25:45.365" v="251" actId="207"/>
        <pc:sldMkLst>
          <pc:docMk/>
          <pc:sldMk cId="1408647828" sldId="278"/>
        </pc:sldMkLst>
        <pc:spChg chg="mod">
          <ac:chgData name="Yossy Made Yulian" userId="238af46a17e978c5" providerId="LiveId" clId="{81D0E4DD-3C63-4A22-BC49-59D4116F773B}" dt="2023-07-22T03:25:45.365" v="251" actId="207"/>
          <ac:spMkLst>
            <pc:docMk/>
            <pc:sldMk cId="1408647828" sldId="278"/>
            <ac:spMk id="7" creationId="{E372B2A0-E0BD-4C19-A1D3-5FB6A9240357}"/>
          </ac:spMkLst>
        </pc:spChg>
        <pc:spChg chg="mod">
          <ac:chgData name="Yossy Made Yulian" userId="238af46a17e978c5" providerId="LiveId" clId="{81D0E4DD-3C63-4A22-BC49-59D4116F773B}" dt="2023-07-22T03:25:45.365" v="251" actId="207"/>
          <ac:spMkLst>
            <pc:docMk/>
            <pc:sldMk cId="1408647828" sldId="278"/>
            <ac:spMk id="20" creationId="{46784ADC-777C-4EA4-A8F8-14E081147809}"/>
          </ac:spMkLst>
        </pc:spChg>
        <pc:spChg chg="mod">
          <ac:chgData name="Yossy Made Yulian" userId="238af46a17e978c5" providerId="LiveId" clId="{81D0E4DD-3C63-4A22-BC49-59D4116F773B}" dt="2023-07-22T03:25:45.365" v="251" actId="207"/>
          <ac:spMkLst>
            <pc:docMk/>
            <pc:sldMk cId="1408647828" sldId="278"/>
            <ac:spMk id="28" creationId="{2525F822-C7FF-47BB-86FD-2165D8E0F0FD}"/>
          </ac:spMkLst>
        </pc:spChg>
      </pc:sldChg>
      <pc:sldChg chg="addSp modSp mod">
        <pc:chgData name="Yossy Made Yulian" userId="238af46a17e978c5" providerId="LiveId" clId="{81D0E4DD-3C63-4A22-BC49-59D4116F773B}" dt="2023-07-22T03:26:06.966" v="255" actId="164"/>
        <pc:sldMkLst>
          <pc:docMk/>
          <pc:sldMk cId="3599236397" sldId="279"/>
        </pc:sldMkLst>
        <pc:spChg chg="mod">
          <ac:chgData name="Yossy Made Yulian" userId="238af46a17e978c5" providerId="LiveId" clId="{81D0E4DD-3C63-4A22-BC49-59D4116F773B}" dt="2023-07-22T03:26:00.157" v="252" actId="207"/>
          <ac:spMkLst>
            <pc:docMk/>
            <pc:sldMk cId="3599236397" sldId="279"/>
            <ac:spMk id="15" creationId="{0AB6F2AF-E76C-44AF-9ED9-DBBB01392CAB}"/>
          </ac:spMkLst>
        </pc:spChg>
        <pc:spChg chg="mod">
          <ac:chgData name="Yossy Made Yulian" userId="238af46a17e978c5" providerId="LiveId" clId="{81D0E4DD-3C63-4A22-BC49-59D4116F773B}" dt="2023-07-22T03:26:00.157" v="252" actId="207"/>
          <ac:spMkLst>
            <pc:docMk/>
            <pc:sldMk cId="3599236397" sldId="279"/>
            <ac:spMk id="18" creationId="{669C591F-6720-4C50-BE07-A06EB3512E53}"/>
          </ac:spMkLst>
        </pc:spChg>
        <pc:grpChg chg="add mod">
          <ac:chgData name="Yossy Made Yulian" userId="238af46a17e978c5" providerId="LiveId" clId="{81D0E4DD-3C63-4A22-BC49-59D4116F773B}" dt="2023-07-22T03:26:03.219" v="253" actId="164"/>
          <ac:grpSpMkLst>
            <pc:docMk/>
            <pc:sldMk cId="3599236397" sldId="279"/>
            <ac:grpSpMk id="2" creationId="{FCA14795-C53C-3F5C-4A4F-1C693DC8B258}"/>
          </ac:grpSpMkLst>
        </pc:grpChg>
        <pc:grpChg chg="add mod">
          <ac:chgData name="Yossy Made Yulian" userId="238af46a17e978c5" providerId="LiveId" clId="{81D0E4DD-3C63-4A22-BC49-59D4116F773B}" dt="2023-07-22T03:26:04.798" v="254" actId="164"/>
          <ac:grpSpMkLst>
            <pc:docMk/>
            <pc:sldMk cId="3599236397" sldId="279"/>
            <ac:grpSpMk id="3" creationId="{70505C6B-084B-1ADB-59AC-39037FF0A348}"/>
          </ac:grpSpMkLst>
        </pc:grpChg>
        <pc:grpChg chg="add mod">
          <ac:chgData name="Yossy Made Yulian" userId="238af46a17e978c5" providerId="LiveId" clId="{81D0E4DD-3C63-4A22-BC49-59D4116F773B}" dt="2023-07-22T03:26:06.966" v="255" actId="164"/>
          <ac:grpSpMkLst>
            <pc:docMk/>
            <pc:sldMk cId="3599236397" sldId="279"/>
            <ac:grpSpMk id="4" creationId="{3F0CCB50-63AD-D8CF-D729-2DB8061383B9}"/>
          </ac:grpSpMkLst>
        </pc:grpChg>
        <pc:cxnChg chg="mod">
          <ac:chgData name="Yossy Made Yulian" userId="238af46a17e978c5" providerId="LiveId" clId="{81D0E4DD-3C63-4A22-BC49-59D4116F773B}" dt="2023-07-22T03:26:06.966" v="255" actId="164"/>
          <ac:cxnSpMkLst>
            <pc:docMk/>
            <pc:sldMk cId="3599236397" sldId="279"/>
            <ac:cxnSpMk id="30" creationId="{F63B8D47-FE72-4707-AD80-7E1A73C9E31A}"/>
          </ac:cxnSpMkLst>
        </pc:cxnChg>
        <pc:cxnChg chg="mod">
          <ac:chgData name="Yossy Made Yulian" userId="238af46a17e978c5" providerId="LiveId" clId="{81D0E4DD-3C63-4A22-BC49-59D4116F773B}" dt="2023-07-22T03:26:06.966" v="255" actId="164"/>
          <ac:cxnSpMkLst>
            <pc:docMk/>
            <pc:sldMk cId="3599236397" sldId="279"/>
            <ac:cxnSpMk id="31" creationId="{120F7710-17EB-49E5-A3D9-8DA80906BD4B}"/>
          </ac:cxnSpMkLst>
        </pc:cxnChg>
        <pc:cxnChg chg="mod">
          <ac:chgData name="Yossy Made Yulian" userId="238af46a17e978c5" providerId="LiveId" clId="{81D0E4DD-3C63-4A22-BC49-59D4116F773B}" dt="2023-07-22T03:26:04.798" v="254" actId="164"/>
          <ac:cxnSpMkLst>
            <pc:docMk/>
            <pc:sldMk cId="3599236397" sldId="279"/>
            <ac:cxnSpMk id="38" creationId="{7CE63CE6-9E82-4089-843A-2A7223D98E03}"/>
          </ac:cxnSpMkLst>
        </pc:cxnChg>
        <pc:cxnChg chg="mod">
          <ac:chgData name="Yossy Made Yulian" userId="238af46a17e978c5" providerId="LiveId" clId="{81D0E4DD-3C63-4A22-BC49-59D4116F773B}" dt="2023-07-22T03:26:04.798" v="254" actId="164"/>
          <ac:cxnSpMkLst>
            <pc:docMk/>
            <pc:sldMk cId="3599236397" sldId="279"/>
            <ac:cxnSpMk id="39" creationId="{378EB5BD-996E-44B4-B597-01A1D688367A}"/>
          </ac:cxnSpMkLst>
        </pc:cxnChg>
        <pc:cxnChg chg="mod">
          <ac:chgData name="Yossy Made Yulian" userId="238af46a17e978c5" providerId="LiveId" clId="{81D0E4DD-3C63-4A22-BC49-59D4116F773B}" dt="2023-07-22T03:26:03.219" v="253" actId="164"/>
          <ac:cxnSpMkLst>
            <pc:docMk/>
            <pc:sldMk cId="3599236397" sldId="279"/>
            <ac:cxnSpMk id="42" creationId="{EC94C246-3069-483A-A060-9D689AD6C504}"/>
          </ac:cxnSpMkLst>
        </pc:cxnChg>
        <pc:cxnChg chg="mod">
          <ac:chgData name="Yossy Made Yulian" userId="238af46a17e978c5" providerId="LiveId" clId="{81D0E4DD-3C63-4A22-BC49-59D4116F773B}" dt="2023-07-22T03:26:03.219" v="253" actId="164"/>
          <ac:cxnSpMkLst>
            <pc:docMk/>
            <pc:sldMk cId="3599236397" sldId="279"/>
            <ac:cxnSpMk id="43" creationId="{D8C33BB1-0B6A-48AF-ADC2-D35A5EF0FDFF}"/>
          </ac:cxnSpMkLst>
        </pc:cxnChg>
      </pc:sldChg>
      <pc:sldChg chg="addSp modSp mod">
        <pc:chgData name="Yossy Made Yulian" userId="238af46a17e978c5" providerId="LiveId" clId="{81D0E4DD-3C63-4A22-BC49-59D4116F773B}" dt="2023-07-22T03:26:30.367" v="261" actId="164"/>
        <pc:sldMkLst>
          <pc:docMk/>
          <pc:sldMk cId="4206766022" sldId="280"/>
        </pc:sldMkLst>
        <pc:spChg chg="mod">
          <ac:chgData name="Yossy Made Yulian" userId="238af46a17e978c5" providerId="LiveId" clId="{81D0E4DD-3C63-4A22-BC49-59D4116F773B}" dt="2023-07-22T03:26:18.650" v="259" actId="1076"/>
          <ac:spMkLst>
            <pc:docMk/>
            <pc:sldMk cId="4206766022" sldId="280"/>
            <ac:spMk id="12" creationId="{EAAF5D7E-2A2E-48E9-8C7E-8EFDC36708CB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69" creationId="{30BF472B-18F3-4EDC-8C62-20770FA24D05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0" creationId="{BA2153B3-2D89-44F0-859C-1F2B71707AC7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1" creationId="{BA7718D0-931C-45CB-987A-11A39207AC60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2" creationId="{72F1CD8D-7F0E-41A2-AFE3-A698EAE845DE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3" creationId="{EA5ADC50-53F7-4ABC-A2FB-8866879DECA5}"/>
          </ac:spMkLst>
        </pc:spChg>
        <pc:spChg chg="mod">
          <ac:chgData name="Yossy Made Yulian" userId="238af46a17e978c5" providerId="LiveId" clId="{81D0E4DD-3C63-4A22-BC49-59D4116F773B}" dt="2023-07-22T03:26:30.367" v="261" actId="164"/>
          <ac:spMkLst>
            <pc:docMk/>
            <pc:sldMk cId="4206766022" sldId="280"/>
            <ac:spMk id="74" creationId="{A008945B-256E-4D29-9B72-D729D7D80EF7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2" creationId="{5FEDFB3C-28B1-4F2B-B081-2AF4EEB17745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3" creationId="{7BDC7F46-2AB0-4ABA-9F85-786114860338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4" creationId="{F370CB70-FBF4-40E3-912E-C035949F5F89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5" creationId="{C8DEA90B-41D2-4045-9170-FCB4ACE950F5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6" creationId="{E853F814-7C18-4BAD-ACFC-C7D56E0ABCCA}"/>
          </ac:spMkLst>
        </pc:spChg>
        <pc:spChg chg="mod">
          <ac:chgData name="Yossy Made Yulian" userId="238af46a17e978c5" providerId="LiveId" clId="{81D0E4DD-3C63-4A22-BC49-59D4116F773B}" dt="2023-07-22T03:26:24.268" v="260" actId="164"/>
          <ac:spMkLst>
            <pc:docMk/>
            <pc:sldMk cId="4206766022" sldId="280"/>
            <ac:spMk id="97" creationId="{7702968A-1D2A-4AFF-9D79-700F78886AF2}"/>
          </ac:spMkLst>
        </pc:spChg>
        <pc:spChg chg="mod">
          <ac:chgData name="Yossy Made Yulian" userId="238af46a17e978c5" providerId="LiveId" clId="{81D0E4DD-3C63-4A22-BC49-59D4116F773B}" dt="2023-07-22T03:26:17.097" v="257" actId="1076"/>
          <ac:spMkLst>
            <pc:docMk/>
            <pc:sldMk cId="4206766022" sldId="280"/>
            <ac:spMk id="100" creationId="{960CEC6C-7E86-496B-96D4-0D771A37CA7D}"/>
          </ac:spMkLst>
        </pc:spChg>
        <pc:grpChg chg="add mod">
          <ac:chgData name="Yossy Made Yulian" userId="238af46a17e978c5" providerId="LiveId" clId="{81D0E4DD-3C63-4A22-BC49-59D4116F773B}" dt="2023-07-22T03:26:24.268" v="260" actId="164"/>
          <ac:grpSpMkLst>
            <pc:docMk/>
            <pc:sldMk cId="4206766022" sldId="280"/>
            <ac:grpSpMk id="7" creationId="{CC84448B-1AF1-E550-7347-2A8C4F4F227E}"/>
          </ac:grpSpMkLst>
        </pc:grpChg>
        <pc:grpChg chg="add mod">
          <ac:chgData name="Yossy Made Yulian" userId="238af46a17e978c5" providerId="LiveId" clId="{81D0E4DD-3C63-4A22-BC49-59D4116F773B}" dt="2023-07-22T03:26:30.367" v="261" actId="164"/>
          <ac:grpSpMkLst>
            <pc:docMk/>
            <pc:sldMk cId="4206766022" sldId="280"/>
            <ac:grpSpMk id="8" creationId="{FA17ECE1-D798-8E34-F18C-9D1C4E0C0240}"/>
          </ac:grpSpMkLst>
        </pc:grpChg>
      </pc:sldChg>
      <pc:sldChg chg="modSp mod">
        <pc:chgData name="Yossy Made Yulian" userId="238af46a17e978c5" providerId="LiveId" clId="{81D0E4DD-3C63-4A22-BC49-59D4116F773B}" dt="2023-07-22T03:27:03.465" v="265" actId="207"/>
        <pc:sldMkLst>
          <pc:docMk/>
          <pc:sldMk cId="1887080630" sldId="281"/>
        </pc:sldMkLst>
        <pc:spChg chg="mod">
          <ac:chgData name="Yossy Made Yulian" userId="238af46a17e978c5" providerId="LiveId" clId="{81D0E4DD-3C63-4A22-BC49-59D4116F773B}" dt="2023-07-22T03:26:51.703" v="263" actId="1076"/>
          <ac:spMkLst>
            <pc:docMk/>
            <pc:sldMk cId="1887080630" sldId="281"/>
            <ac:spMk id="8" creationId="{19896362-BE17-4980-9280-791B19251B40}"/>
          </ac:spMkLst>
        </pc:spChg>
        <pc:spChg chg="mod">
          <ac:chgData name="Yossy Made Yulian" userId="238af46a17e978c5" providerId="LiveId" clId="{81D0E4DD-3C63-4A22-BC49-59D4116F773B}" dt="2023-07-22T03:26:54.987" v="264" actId="207"/>
          <ac:spMkLst>
            <pc:docMk/>
            <pc:sldMk cId="1887080630" sldId="281"/>
            <ac:spMk id="19" creationId="{0F9FB0B2-3B2D-4831-96F3-CFD93BB35680}"/>
          </ac:spMkLst>
        </pc:spChg>
        <pc:spChg chg="mod">
          <ac:chgData name="Yossy Made Yulian" userId="238af46a17e978c5" providerId="LiveId" clId="{81D0E4DD-3C63-4A22-BC49-59D4116F773B}" dt="2023-07-22T03:26:54.987" v="264" actId="207"/>
          <ac:spMkLst>
            <pc:docMk/>
            <pc:sldMk cId="1887080630" sldId="281"/>
            <ac:spMk id="33" creationId="{B0B7115E-6280-43B5-A101-19EA0A3836C9}"/>
          </ac:spMkLst>
        </pc:spChg>
        <pc:spChg chg="mod">
          <ac:chgData name="Yossy Made Yulian" userId="238af46a17e978c5" providerId="LiveId" clId="{81D0E4DD-3C63-4A22-BC49-59D4116F773B}" dt="2023-07-22T03:27:03.465" v="265" actId="207"/>
          <ac:spMkLst>
            <pc:docMk/>
            <pc:sldMk cId="1887080630" sldId="281"/>
            <ac:spMk id="34" creationId="{7DB3B2ED-1A60-4560-8325-E08D055C865C}"/>
          </ac:spMkLst>
        </pc:spChg>
        <pc:spChg chg="mod">
          <ac:chgData name="Yossy Made Yulian" userId="238af46a17e978c5" providerId="LiveId" clId="{81D0E4DD-3C63-4A22-BC49-59D4116F773B}" dt="2023-07-22T03:26:54.987" v="264" actId="207"/>
          <ac:spMkLst>
            <pc:docMk/>
            <pc:sldMk cId="1887080630" sldId="281"/>
            <ac:spMk id="56" creationId="{A52EE45C-6F96-4920-8063-65ED68F1A8E8}"/>
          </ac:spMkLst>
        </pc:spChg>
        <pc:spChg chg="mod">
          <ac:chgData name="Yossy Made Yulian" userId="238af46a17e978c5" providerId="LiveId" clId="{81D0E4DD-3C63-4A22-BC49-59D4116F773B}" dt="2023-07-22T03:27:03.465" v="265" actId="207"/>
          <ac:spMkLst>
            <pc:docMk/>
            <pc:sldMk cId="1887080630" sldId="281"/>
            <ac:spMk id="57" creationId="{B0779EC3-BAFB-4998-BD2C-9EC927F18127}"/>
          </ac:spMkLst>
        </pc:spChg>
        <pc:spChg chg="mod">
          <ac:chgData name="Yossy Made Yulian" userId="238af46a17e978c5" providerId="LiveId" clId="{81D0E4DD-3C63-4A22-BC49-59D4116F773B}" dt="2023-07-22T03:26:54.987" v="264" actId="207"/>
          <ac:spMkLst>
            <pc:docMk/>
            <pc:sldMk cId="1887080630" sldId="281"/>
            <ac:spMk id="61" creationId="{ADF7FA33-4674-4075-B13B-2F121DFCC76E}"/>
          </ac:spMkLst>
        </pc:spChg>
      </pc:sldChg>
      <pc:sldChg chg="modSp mod">
        <pc:chgData name="Yossy Made Yulian" userId="238af46a17e978c5" providerId="LiveId" clId="{81D0E4DD-3C63-4A22-BC49-59D4116F773B}" dt="2023-07-22T03:28:08.647" v="270" actId="1076"/>
        <pc:sldMkLst>
          <pc:docMk/>
          <pc:sldMk cId="4100786510" sldId="282"/>
        </pc:sldMkLst>
        <pc:spChg chg="mod">
          <ac:chgData name="Yossy Made Yulian" userId="238af46a17e978c5" providerId="LiveId" clId="{81D0E4DD-3C63-4A22-BC49-59D4116F773B}" dt="2023-07-22T03:27:24.471" v="266" actId="207"/>
          <ac:spMkLst>
            <pc:docMk/>
            <pc:sldMk cId="4100786510" sldId="282"/>
            <ac:spMk id="12" creationId="{7A6182D1-B737-48A7-9102-6BC647716AE6}"/>
          </ac:spMkLst>
        </pc:spChg>
        <pc:spChg chg="mod">
          <ac:chgData name="Yossy Made Yulian" userId="238af46a17e978c5" providerId="LiveId" clId="{81D0E4DD-3C63-4A22-BC49-59D4116F773B}" dt="2023-07-22T03:27:24.471" v="266" actId="207"/>
          <ac:spMkLst>
            <pc:docMk/>
            <pc:sldMk cId="4100786510" sldId="282"/>
            <ac:spMk id="14" creationId="{EDAC6272-ED95-490C-891D-15D7C430BC45}"/>
          </ac:spMkLst>
        </pc:spChg>
        <pc:spChg chg="mod">
          <ac:chgData name="Yossy Made Yulian" userId="238af46a17e978c5" providerId="LiveId" clId="{81D0E4DD-3C63-4A22-BC49-59D4116F773B}" dt="2023-07-22T03:28:05.268" v="268" actId="1076"/>
          <ac:spMkLst>
            <pc:docMk/>
            <pc:sldMk cId="4100786510" sldId="282"/>
            <ac:spMk id="32" creationId="{DCF4A097-7BE0-46DF-ADF5-955BB7A0CEE2}"/>
          </ac:spMkLst>
        </pc:spChg>
        <pc:cxnChg chg="mod">
          <ac:chgData name="Yossy Made Yulian" userId="238af46a17e978c5" providerId="LiveId" clId="{81D0E4DD-3C63-4A22-BC49-59D4116F773B}" dt="2023-07-22T03:28:08.647" v="270" actId="1076"/>
          <ac:cxnSpMkLst>
            <pc:docMk/>
            <pc:sldMk cId="4100786510" sldId="282"/>
            <ac:cxnSpMk id="17" creationId="{19010DE9-82A5-453B-9BCB-19413EC42261}"/>
          </ac:cxnSpMkLst>
        </pc:cxnChg>
      </pc:sldChg>
      <pc:sldChg chg="addSp modSp mod">
        <pc:chgData name="Yossy Made Yulian" userId="238af46a17e978c5" providerId="LiveId" clId="{81D0E4DD-3C63-4A22-BC49-59D4116F773B}" dt="2023-07-22T03:29:08.893" v="277" actId="207"/>
        <pc:sldMkLst>
          <pc:docMk/>
          <pc:sldMk cId="2459824211" sldId="283"/>
        </pc:sldMkLst>
        <pc:spChg chg="mod">
          <ac:chgData name="Yossy Made Yulian" userId="238af46a17e978c5" providerId="LiveId" clId="{81D0E4DD-3C63-4A22-BC49-59D4116F773B}" dt="2023-07-22T03:28:48.100" v="271" actId="207"/>
          <ac:spMkLst>
            <pc:docMk/>
            <pc:sldMk cId="2459824211" sldId="283"/>
            <ac:spMk id="8" creationId="{2D8D5CF9-B3C0-437B-AC7C-3681E9463BDB}"/>
          </ac:spMkLst>
        </pc:spChg>
        <pc:spChg chg="mod">
          <ac:chgData name="Yossy Made Yulian" userId="238af46a17e978c5" providerId="LiveId" clId="{81D0E4DD-3C63-4A22-BC49-59D4116F773B}" dt="2023-07-22T03:29:08.893" v="277" actId="207"/>
          <ac:spMkLst>
            <pc:docMk/>
            <pc:sldMk cId="2459824211" sldId="283"/>
            <ac:spMk id="13" creationId="{8B87B070-8DF3-4A2B-97F6-952807F4DC63}"/>
          </ac:spMkLst>
        </pc:spChg>
        <pc:spChg chg="mod">
          <ac:chgData name="Yossy Made Yulian" userId="238af46a17e978c5" providerId="LiveId" clId="{81D0E4DD-3C63-4A22-BC49-59D4116F773B}" dt="2023-07-22T03:29:08.893" v="277" actId="207"/>
          <ac:spMkLst>
            <pc:docMk/>
            <pc:sldMk cId="2459824211" sldId="283"/>
            <ac:spMk id="19" creationId="{003CFB25-FF0C-4DC3-BB43-300B46CCCA9E}"/>
          </ac:spMkLst>
        </pc:spChg>
        <pc:spChg chg="mod">
          <ac:chgData name="Yossy Made Yulian" userId="238af46a17e978c5" providerId="LiveId" clId="{81D0E4DD-3C63-4A22-BC49-59D4116F773B}" dt="2023-07-22T03:28:50.696" v="272" actId="207"/>
          <ac:spMkLst>
            <pc:docMk/>
            <pc:sldMk cId="2459824211" sldId="283"/>
            <ac:spMk id="34" creationId="{E3DC85BB-F4CC-4C84-B115-F86DB666422B}"/>
          </ac:spMkLst>
        </pc:spChg>
        <pc:spChg chg="mod">
          <ac:chgData name="Yossy Made Yulian" userId="238af46a17e978c5" providerId="LiveId" clId="{81D0E4DD-3C63-4A22-BC49-59D4116F773B}" dt="2023-07-22T03:28:48.100" v="271" actId="207"/>
          <ac:spMkLst>
            <pc:docMk/>
            <pc:sldMk cId="2459824211" sldId="283"/>
            <ac:spMk id="57" creationId="{64F04E02-3BB4-4ED2-BD11-7F1D54751414}"/>
          </ac:spMkLst>
        </pc:spChg>
        <pc:spChg chg="mod">
          <ac:chgData name="Yossy Made Yulian" userId="238af46a17e978c5" providerId="LiveId" clId="{81D0E4DD-3C63-4A22-BC49-59D4116F773B}" dt="2023-07-22T03:28:48.100" v="271" actId="207"/>
          <ac:spMkLst>
            <pc:docMk/>
            <pc:sldMk cId="2459824211" sldId="283"/>
            <ac:spMk id="77" creationId="{5C3B9C6C-CC81-4B71-A5EE-9A3C1C4173CD}"/>
          </ac:spMkLst>
        </pc:spChg>
        <pc:spChg chg="mod">
          <ac:chgData name="Yossy Made Yulian" userId="238af46a17e978c5" providerId="LiveId" clId="{81D0E4DD-3C63-4A22-BC49-59D4116F773B}" dt="2023-07-22T03:28:48.100" v="271" actId="207"/>
          <ac:spMkLst>
            <pc:docMk/>
            <pc:sldMk cId="2459824211" sldId="283"/>
            <ac:spMk id="81" creationId="{A5295E95-1EB9-4321-858B-55F1ACDD851D}"/>
          </ac:spMkLst>
        </pc:spChg>
        <pc:grpChg chg="add mod">
          <ac:chgData name="Yossy Made Yulian" userId="238af46a17e978c5" providerId="LiveId" clId="{81D0E4DD-3C63-4A22-BC49-59D4116F773B}" dt="2023-07-22T03:28:54.204" v="273" actId="164"/>
          <ac:grpSpMkLst>
            <pc:docMk/>
            <pc:sldMk cId="2459824211" sldId="283"/>
            <ac:grpSpMk id="10" creationId="{45575EBA-A080-51A9-8A73-B1E0A00DBE5D}"/>
          </ac:grpSpMkLst>
        </pc:grpChg>
        <pc:grpChg chg="add mod">
          <ac:chgData name="Yossy Made Yulian" userId="238af46a17e978c5" providerId="LiveId" clId="{81D0E4DD-3C63-4A22-BC49-59D4116F773B}" dt="2023-07-22T03:29:03.645" v="276" actId="164"/>
          <ac:grpSpMkLst>
            <pc:docMk/>
            <pc:sldMk cId="2459824211" sldId="283"/>
            <ac:grpSpMk id="23" creationId="{26C409EF-CDFF-CA11-F225-D9C781B0E396}"/>
          </ac:grpSpMkLst>
        </pc:grpChg>
        <pc:cxnChg chg="mod">
          <ac:chgData name="Yossy Made Yulian" userId="238af46a17e978c5" providerId="LiveId" clId="{81D0E4DD-3C63-4A22-BC49-59D4116F773B}" dt="2023-07-22T03:28:54.204" v="273" actId="164"/>
          <ac:cxnSpMkLst>
            <pc:docMk/>
            <pc:sldMk cId="2459824211" sldId="283"/>
            <ac:cxnSpMk id="11" creationId="{4680EF58-9B19-4056-9069-93BBD94ED7C6}"/>
          </ac:cxnSpMkLst>
        </pc:cxnChg>
        <pc:cxnChg chg="mod">
          <ac:chgData name="Yossy Made Yulian" userId="238af46a17e978c5" providerId="LiveId" clId="{81D0E4DD-3C63-4A22-BC49-59D4116F773B}" dt="2023-07-22T03:28:54.204" v="273" actId="164"/>
          <ac:cxnSpMkLst>
            <pc:docMk/>
            <pc:sldMk cId="2459824211" sldId="283"/>
            <ac:cxnSpMk id="12" creationId="{CA33CE10-2571-41BC-87A4-589BEFDBB566}"/>
          </ac:cxnSpMkLst>
        </pc:cxnChg>
        <pc:cxnChg chg="mod">
          <ac:chgData name="Yossy Made Yulian" userId="238af46a17e978c5" providerId="LiveId" clId="{81D0E4DD-3C63-4A22-BC49-59D4116F773B}" dt="2023-07-22T03:29:03.645" v="276" actId="164"/>
          <ac:cxnSpMkLst>
            <pc:docMk/>
            <pc:sldMk cId="2459824211" sldId="283"/>
            <ac:cxnSpMk id="17" creationId="{FCA0C040-8B2D-4577-9E21-E5A5407BCDEA}"/>
          </ac:cxnSpMkLst>
        </pc:cxnChg>
        <pc:cxnChg chg="mod">
          <ac:chgData name="Yossy Made Yulian" userId="238af46a17e978c5" providerId="LiveId" clId="{81D0E4DD-3C63-4A22-BC49-59D4116F773B}" dt="2023-07-22T03:29:03.645" v="276" actId="164"/>
          <ac:cxnSpMkLst>
            <pc:docMk/>
            <pc:sldMk cId="2459824211" sldId="283"/>
            <ac:cxnSpMk id="18" creationId="{F1D1EDAF-E474-45F4-95F7-47EDE9CF197C}"/>
          </ac:cxnSpMkLst>
        </pc:cxnChg>
      </pc:sldChg>
      <pc:sldChg chg="addSp modSp mod">
        <pc:chgData name="Yossy Made Yulian" userId="238af46a17e978c5" providerId="LiveId" clId="{81D0E4DD-3C63-4A22-BC49-59D4116F773B}" dt="2023-07-22T03:30:01.716" v="285" actId="20577"/>
        <pc:sldMkLst>
          <pc:docMk/>
          <pc:sldMk cId="3086269123" sldId="284"/>
        </pc:sldMkLst>
        <pc:spChg chg="mod">
          <ac:chgData name="Yossy Made Yulian" userId="238af46a17e978c5" providerId="LiveId" clId="{81D0E4DD-3C63-4A22-BC49-59D4116F773B}" dt="2023-07-22T03:29:18.589" v="278" actId="207"/>
          <ac:spMkLst>
            <pc:docMk/>
            <pc:sldMk cId="3086269123" sldId="284"/>
            <ac:spMk id="8" creationId="{3317DF61-9559-40A7-B6E2-A772F2194A11}"/>
          </ac:spMkLst>
        </pc:spChg>
        <pc:spChg chg="mod">
          <ac:chgData name="Yossy Made Yulian" userId="238af46a17e978c5" providerId="LiveId" clId="{81D0E4DD-3C63-4A22-BC49-59D4116F773B}" dt="2023-07-22T03:29:18.589" v="278" actId="207"/>
          <ac:spMkLst>
            <pc:docMk/>
            <pc:sldMk cId="3086269123" sldId="284"/>
            <ac:spMk id="10" creationId="{E828BAA4-37D9-43AE-9D72-A39F48AA052C}"/>
          </ac:spMkLst>
        </pc:spChg>
        <pc:spChg chg="mod">
          <ac:chgData name="Yossy Made Yulian" userId="238af46a17e978c5" providerId="LiveId" clId="{81D0E4DD-3C63-4A22-BC49-59D4116F773B}" dt="2023-07-22T03:29:23.518" v="279" actId="164"/>
          <ac:spMkLst>
            <pc:docMk/>
            <pc:sldMk cId="3086269123" sldId="284"/>
            <ac:spMk id="12" creationId="{D313924C-E00B-448C-80D8-761BCC2E4EDC}"/>
          </ac:spMkLst>
        </pc:spChg>
        <pc:spChg chg="mod">
          <ac:chgData name="Yossy Made Yulian" userId="238af46a17e978c5" providerId="LiveId" clId="{81D0E4DD-3C63-4A22-BC49-59D4116F773B}" dt="2023-07-22T03:30:01.716" v="285" actId="20577"/>
          <ac:spMkLst>
            <pc:docMk/>
            <pc:sldMk cId="3086269123" sldId="284"/>
            <ac:spMk id="26" creationId="{9479FF53-F185-42D1-B3D2-306B130E9DE2}"/>
          </ac:spMkLst>
        </pc:spChg>
        <pc:grpChg chg="add mod">
          <ac:chgData name="Yossy Made Yulian" userId="238af46a17e978c5" providerId="LiveId" clId="{81D0E4DD-3C63-4A22-BC49-59D4116F773B}" dt="2023-07-22T03:29:23.518" v="279" actId="164"/>
          <ac:grpSpMkLst>
            <pc:docMk/>
            <pc:sldMk cId="3086269123" sldId="284"/>
            <ac:grpSpMk id="13" creationId="{5B07EDCE-DA42-4E36-C658-1264116EA151}"/>
          </ac:grpSpMkLst>
        </pc:grpChg>
        <pc:grpChg chg="mod">
          <ac:chgData name="Yossy Made Yulian" userId="238af46a17e978c5" providerId="LiveId" clId="{81D0E4DD-3C63-4A22-BC49-59D4116F773B}" dt="2023-07-22T03:29:23.518" v="279" actId="164"/>
          <ac:grpSpMkLst>
            <pc:docMk/>
            <pc:sldMk cId="3086269123" sldId="284"/>
            <ac:grpSpMk id="32" creationId="{0D719F57-8712-44EC-94D3-654352825EAE}"/>
          </ac:grpSpMkLst>
        </pc:grpChg>
      </pc:sldChg>
      <pc:sldChg chg="addSp delSp modSp mod">
        <pc:chgData name="Yossy Made Yulian" userId="238af46a17e978c5" providerId="LiveId" clId="{81D0E4DD-3C63-4A22-BC49-59D4116F773B}" dt="2023-07-22T03:30:30.106" v="293" actId="167"/>
        <pc:sldMkLst>
          <pc:docMk/>
          <pc:sldMk cId="1503767402" sldId="285"/>
        </pc:sldMkLst>
        <pc:spChg chg="mod">
          <ac:chgData name="Yossy Made Yulian" userId="238af46a17e978c5" providerId="LiveId" clId="{81D0E4DD-3C63-4A22-BC49-59D4116F773B}" dt="2023-07-22T03:30:13.952" v="287" actId="207"/>
          <ac:spMkLst>
            <pc:docMk/>
            <pc:sldMk cId="1503767402" sldId="285"/>
            <ac:spMk id="14" creationId="{1D85C5BF-1DD7-46BA-9B2B-78E1B71AD82E}"/>
          </ac:spMkLst>
        </pc:spChg>
        <pc:spChg chg="mod">
          <ac:chgData name="Yossy Made Yulian" userId="238af46a17e978c5" providerId="LiveId" clId="{81D0E4DD-3C63-4A22-BC49-59D4116F773B}" dt="2023-07-22T03:30:28.559" v="292" actId="164"/>
          <ac:spMkLst>
            <pc:docMk/>
            <pc:sldMk cId="1503767402" sldId="285"/>
            <ac:spMk id="15" creationId="{896BD85C-622B-4C35-91FA-12CAC89F7A65}"/>
          </ac:spMkLst>
        </pc:spChg>
        <pc:spChg chg="mod">
          <ac:chgData name="Yossy Made Yulian" userId="238af46a17e978c5" providerId="LiveId" clId="{81D0E4DD-3C63-4A22-BC49-59D4116F773B}" dt="2023-07-22T03:30:18.226" v="289" actId="20577"/>
          <ac:spMkLst>
            <pc:docMk/>
            <pc:sldMk cId="1503767402" sldId="285"/>
            <ac:spMk id="28" creationId="{8F6C88FE-C270-4329-ACD7-EBAD02307C86}"/>
          </ac:spMkLst>
        </pc:spChg>
        <pc:spChg chg="mod">
          <ac:chgData name="Yossy Made Yulian" userId="238af46a17e978c5" providerId="LiveId" clId="{81D0E4DD-3C63-4A22-BC49-59D4116F773B}" dt="2023-07-22T03:30:28.559" v="292" actId="164"/>
          <ac:spMkLst>
            <pc:docMk/>
            <pc:sldMk cId="1503767402" sldId="285"/>
            <ac:spMk id="79" creationId="{5FBCBB9F-8FF0-49B9-84E7-B57425D9940C}"/>
          </ac:spMkLst>
        </pc:spChg>
        <pc:spChg chg="mod">
          <ac:chgData name="Yossy Made Yulian" userId="238af46a17e978c5" providerId="LiveId" clId="{81D0E4DD-3C63-4A22-BC49-59D4116F773B}" dt="2023-07-22T03:30:28.559" v="292" actId="164"/>
          <ac:spMkLst>
            <pc:docMk/>
            <pc:sldMk cId="1503767402" sldId="285"/>
            <ac:spMk id="93" creationId="{4DAB0CE5-EA73-40B0-A292-D10E8E430565}"/>
          </ac:spMkLst>
        </pc:spChg>
        <pc:grpChg chg="add mod ord">
          <ac:chgData name="Yossy Made Yulian" userId="238af46a17e978c5" providerId="LiveId" clId="{81D0E4DD-3C63-4A22-BC49-59D4116F773B}" dt="2023-07-22T03:30:30.106" v="293" actId="167"/>
          <ac:grpSpMkLst>
            <pc:docMk/>
            <pc:sldMk cId="1503767402" sldId="285"/>
            <ac:grpSpMk id="2" creationId="{A59CD36A-2794-C2F9-06DF-130A26E30E53}"/>
          </ac:grpSpMkLst>
        </pc:grpChg>
        <pc:grpChg chg="del">
          <ac:chgData name="Yossy Made Yulian" userId="238af46a17e978c5" providerId="LiveId" clId="{81D0E4DD-3C63-4A22-BC49-59D4116F773B}" dt="2023-07-22T03:30:11.652" v="286" actId="478"/>
          <ac:grpSpMkLst>
            <pc:docMk/>
            <pc:sldMk cId="1503767402" sldId="285"/>
            <ac:grpSpMk id="74" creationId="{2A67197B-F747-4D32-A179-C14BF2CAB8D1}"/>
          </ac:grpSpMkLst>
        </pc:grpChg>
        <pc:grpChg chg="mod">
          <ac:chgData name="Yossy Made Yulian" userId="238af46a17e978c5" providerId="LiveId" clId="{81D0E4DD-3C63-4A22-BC49-59D4116F773B}" dt="2023-07-22T03:30:28.559" v="292" actId="164"/>
          <ac:grpSpMkLst>
            <pc:docMk/>
            <pc:sldMk cId="1503767402" sldId="285"/>
            <ac:grpSpMk id="94" creationId="{A77E43CF-5334-443E-A79B-E30C55FC26B7}"/>
          </ac:grpSpMkLst>
        </pc:grpChg>
      </pc:sldChg>
      <pc:sldChg chg="addSp delSp modSp mod">
        <pc:chgData name="Yossy Made Yulian" userId="238af46a17e978c5" providerId="LiveId" clId="{81D0E4DD-3C63-4A22-BC49-59D4116F773B}" dt="2023-07-22T03:31:20.008" v="304" actId="18131"/>
        <pc:sldMkLst>
          <pc:docMk/>
          <pc:sldMk cId="1185560274" sldId="286"/>
        </pc:sldMkLst>
        <pc:spChg chg="mod">
          <ac:chgData name="Yossy Made Yulian" userId="238af46a17e978c5" providerId="LiveId" clId="{81D0E4DD-3C63-4A22-BC49-59D4116F773B}" dt="2023-07-22T03:30:40.823" v="297" actId="164"/>
          <ac:spMkLst>
            <pc:docMk/>
            <pc:sldMk cId="1185560274" sldId="286"/>
            <ac:spMk id="4" creationId="{1A7B5320-266F-443D-A47E-0D7F64EE1392}"/>
          </ac:spMkLst>
        </pc:spChg>
        <pc:spChg chg="mod">
          <ac:chgData name="Yossy Made Yulian" userId="238af46a17e978c5" providerId="LiveId" clId="{81D0E4DD-3C63-4A22-BC49-59D4116F773B}" dt="2023-07-22T03:30:40.823" v="297" actId="164"/>
          <ac:spMkLst>
            <pc:docMk/>
            <pc:sldMk cId="1185560274" sldId="286"/>
            <ac:spMk id="5" creationId="{56C1293A-B0E2-4174-951C-82D6A26AA02C}"/>
          </ac:spMkLst>
        </pc:spChg>
        <pc:spChg chg="mod">
          <ac:chgData name="Yossy Made Yulian" userId="238af46a17e978c5" providerId="LiveId" clId="{81D0E4DD-3C63-4A22-BC49-59D4116F773B}" dt="2023-07-22T03:30:36.004" v="294" actId="207"/>
          <ac:spMkLst>
            <pc:docMk/>
            <pc:sldMk cId="1185560274" sldId="286"/>
            <ac:spMk id="11" creationId="{C9B593F4-24DE-4EF4-BF00-C76F232527CC}"/>
          </ac:spMkLst>
        </pc:spChg>
        <pc:spChg chg="add del mod">
          <ac:chgData name="Yossy Made Yulian" userId="238af46a17e978c5" providerId="LiveId" clId="{81D0E4DD-3C63-4A22-BC49-59D4116F773B}" dt="2023-07-22T03:31:04.559" v="300"/>
          <ac:spMkLst>
            <pc:docMk/>
            <pc:sldMk cId="1185560274" sldId="286"/>
            <ac:spMk id="18" creationId="{8B3EE78B-480F-4041-AFF3-95456EA32A91}"/>
          </ac:spMkLst>
        </pc:spChg>
        <pc:grpChg chg="add mod ord">
          <ac:chgData name="Yossy Made Yulian" userId="238af46a17e978c5" providerId="LiveId" clId="{81D0E4DD-3C63-4A22-BC49-59D4116F773B}" dt="2023-07-22T03:30:42.528" v="298" actId="167"/>
          <ac:grpSpMkLst>
            <pc:docMk/>
            <pc:sldMk cId="1185560274" sldId="286"/>
            <ac:grpSpMk id="2" creationId="{87E82BF0-AA65-04F8-99A8-70E8299CF1D0}"/>
          </ac:grpSpMkLst>
        </pc:grpChg>
        <pc:grpChg chg="mod">
          <ac:chgData name="Yossy Made Yulian" userId="238af46a17e978c5" providerId="LiveId" clId="{81D0E4DD-3C63-4A22-BC49-59D4116F773B}" dt="2023-07-22T03:30:40.823" v="297" actId="164"/>
          <ac:grpSpMkLst>
            <pc:docMk/>
            <pc:sldMk cId="1185560274" sldId="286"/>
            <ac:grpSpMk id="14" creationId="{8F3B9AC5-F36D-4027-8D97-DD9D6D2C043C}"/>
          </ac:grpSpMkLst>
        </pc:grpChg>
        <pc:picChg chg="del">
          <ac:chgData name="Yossy Made Yulian" userId="238af46a17e978c5" providerId="LiveId" clId="{81D0E4DD-3C63-4A22-BC49-59D4116F773B}" dt="2023-07-22T03:30:56.519" v="299" actId="478"/>
          <ac:picMkLst>
            <pc:docMk/>
            <pc:sldMk cId="1185560274" sldId="286"/>
            <ac:picMk id="20" creationId="{6CB13557-F1CA-4434-9C98-A655D1E6D1A1}"/>
          </ac:picMkLst>
        </pc:picChg>
        <pc:picChg chg="add mod modCrop">
          <ac:chgData name="Yossy Made Yulian" userId="238af46a17e978c5" providerId="LiveId" clId="{81D0E4DD-3C63-4A22-BC49-59D4116F773B}" dt="2023-07-22T03:31:20.008" v="304" actId="18131"/>
          <ac:picMkLst>
            <pc:docMk/>
            <pc:sldMk cId="1185560274" sldId="286"/>
            <ac:picMk id="31" creationId="{901F8CD9-6C37-1F56-13A2-D3BAA30C887B}"/>
          </ac:picMkLst>
        </pc:picChg>
      </pc:sldChg>
      <pc:sldChg chg="addSp delSp modSp mod">
        <pc:chgData name="Yossy Made Yulian" userId="238af46a17e978c5" providerId="LiveId" clId="{81D0E4DD-3C63-4A22-BC49-59D4116F773B}" dt="2023-07-22T03:31:44.465" v="311" actId="164"/>
        <pc:sldMkLst>
          <pc:docMk/>
          <pc:sldMk cId="2754010847" sldId="287"/>
        </pc:sldMkLst>
        <pc:spChg chg="del mod">
          <ac:chgData name="Yossy Made Yulian" userId="238af46a17e978c5" providerId="LiveId" clId="{81D0E4DD-3C63-4A22-BC49-59D4116F773B}" dt="2023-07-22T03:31:32.865" v="308" actId="478"/>
          <ac:spMkLst>
            <pc:docMk/>
            <pc:sldMk cId="2754010847" sldId="287"/>
            <ac:spMk id="2" creationId="{EDB95237-AAAB-41D9-8FA9-941AC6B23DB8}"/>
          </ac:spMkLst>
        </pc:spChg>
        <pc:spChg chg="mod">
          <ac:chgData name="Yossy Made Yulian" userId="238af46a17e978c5" providerId="LiveId" clId="{81D0E4DD-3C63-4A22-BC49-59D4116F773B}" dt="2023-07-22T03:31:39.005" v="309" actId="14100"/>
          <ac:spMkLst>
            <pc:docMk/>
            <pc:sldMk cId="2754010847" sldId="287"/>
            <ac:spMk id="32" creationId="{36A6E1D6-6EE2-4077-ADC7-BDF870936680}"/>
          </ac:spMkLst>
        </pc:spChg>
        <pc:grpChg chg="add mod">
          <ac:chgData name="Yossy Made Yulian" userId="238af46a17e978c5" providerId="LiveId" clId="{81D0E4DD-3C63-4A22-BC49-59D4116F773B}" dt="2023-07-22T03:31:44.465" v="311" actId="164"/>
          <ac:grpSpMkLst>
            <pc:docMk/>
            <pc:sldMk cId="2754010847" sldId="287"/>
            <ac:grpSpMk id="3" creationId="{3BF66B08-CB03-E400-D99D-6F3BE1B226A8}"/>
          </ac:grpSpMkLst>
        </pc:grpChg>
        <pc:grpChg chg="mod">
          <ac:chgData name="Yossy Made Yulian" userId="238af46a17e978c5" providerId="LiveId" clId="{81D0E4DD-3C63-4A22-BC49-59D4116F773B}" dt="2023-07-22T03:31:44.465" v="311" actId="164"/>
          <ac:grpSpMkLst>
            <pc:docMk/>
            <pc:sldMk cId="2754010847" sldId="287"/>
            <ac:grpSpMk id="27" creationId="{FEC873BF-168F-4B2C-91B0-003D18851663}"/>
          </ac:grpSpMkLst>
        </pc:grpChg>
        <pc:grpChg chg="mod">
          <ac:chgData name="Yossy Made Yulian" userId="238af46a17e978c5" providerId="LiveId" clId="{81D0E4DD-3C63-4A22-BC49-59D4116F773B}" dt="2023-07-22T03:31:44.465" v="311" actId="164"/>
          <ac:grpSpMkLst>
            <pc:docMk/>
            <pc:sldMk cId="2754010847" sldId="287"/>
            <ac:grpSpMk id="37" creationId="{064A0CAF-C752-4F31-95CE-CF4EA50965A9}"/>
          </ac:grpSpMkLst>
        </pc:grpChg>
      </pc:sldChg>
      <pc:sldMasterChg chg="modSp setBg modSldLayout">
        <pc:chgData name="Yossy Made Yulian" userId="238af46a17e978c5" providerId="LiveId" clId="{81D0E4DD-3C63-4A22-BC49-59D4116F773B}" dt="2023-07-22T03:31:30.360" v="307"/>
        <pc:sldMasterMkLst>
          <pc:docMk/>
          <pc:sldMasterMk cId="1568311678" sldId="2147483648"/>
        </pc:sldMasterMkLst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2" creationId="{C741CA53-0B27-45E3-A7A4-1EC6AB319158}"/>
          </ac:spMkLst>
        </pc:spChg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3" creationId="{6C30A79B-B821-4AD4-B0E2-01AEFF4B2793}"/>
          </ac:spMkLst>
        </pc:spChg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4" creationId="{0359091B-D0A0-448D-A35E-0BF439FAC121}"/>
          </ac:spMkLst>
        </pc:spChg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5" creationId="{77414F06-6C39-4946-94A0-E7AE28B3BCCE}"/>
          </ac:spMkLst>
        </pc:spChg>
        <pc:spChg chg="mod">
          <ac:chgData name="Yossy Made Yulian" userId="238af46a17e978c5" providerId="LiveId" clId="{81D0E4DD-3C63-4A22-BC49-59D4116F773B}" dt="2023-07-22T03:12:47.378" v="118" actId="2711"/>
          <ac:spMkLst>
            <pc:docMk/>
            <pc:sldMasterMk cId="1568311678" sldId="2147483648"/>
            <ac:spMk id="6" creationId="{4CE28BF7-99C1-4380-AD29-E8869172C68D}"/>
          </ac:spMkLst>
        </pc:spChg>
        <pc:sldLayoutChg chg="delSp modSp mod setBg">
          <pc:chgData name="Yossy Made Yulian" userId="238af46a17e978c5" providerId="LiveId" clId="{81D0E4DD-3C63-4A22-BC49-59D4116F773B}" dt="2023-07-22T03:09:59.385" v="81" actId="478"/>
          <pc:sldLayoutMkLst>
            <pc:docMk/>
            <pc:sldMasterMk cId="1568311678" sldId="2147483648"/>
            <pc:sldLayoutMk cId="3964746534" sldId="2147483649"/>
          </pc:sldLayoutMkLst>
          <pc:spChg chg="del mod">
            <ac:chgData name="Yossy Made Yulian" userId="238af46a17e978c5" providerId="LiveId" clId="{81D0E4DD-3C63-4A22-BC49-59D4116F773B}" dt="2023-07-22T03:09:59.385" v="81" actId="478"/>
            <ac:spMkLst>
              <pc:docMk/>
              <pc:sldMasterMk cId="1568311678" sldId="2147483648"/>
              <pc:sldLayoutMk cId="3964746534" sldId="2147483649"/>
              <ac:spMk id="3" creationId="{B7030FDF-2B92-4933-8CFA-34C2C3C296FA}"/>
            </ac:spMkLst>
          </pc:spChg>
        </pc:sldLayoutChg>
        <pc:sldLayoutChg chg="setBg">
          <pc:chgData name="Yossy Made Yulian" userId="238af46a17e978c5" providerId="LiveId" clId="{81D0E4DD-3C63-4A22-BC49-59D4116F773B}" dt="2023-07-22T03:09:57.883" v="80"/>
          <pc:sldLayoutMkLst>
            <pc:docMk/>
            <pc:sldMasterMk cId="1568311678" sldId="2147483648"/>
            <pc:sldLayoutMk cId="1870744960" sldId="2147483650"/>
          </pc:sldLayoutMkLst>
        </pc:sldLayoutChg>
        <pc:sldLayoutChg chg="delSp mod setBg">
          <pc:chgData name="Yossy Made Yulian" userId="238af46a17e978c5" providerId="LiveId" clId="{81D0E4DD-3C63-4A22-BC49-59D4116F773B}" dt="2023-07-22T03:10:02.640" v="82" actId="478"/>
          <pc:sldLayoutMkLst>
            <pc:docMk/>
            <pc:sldMasterMk cId="1568311678" sldId="2147483648"/>
            <pc:sldLayoutMk cId="3795283021" sldId="2147483651"/>
          </pc:sldLayoutMkLst>
          <pc:spChg chg="del">
            <ac:chgData name="Yossy Made Yulian" userId="238af46a17e978c5" providerId="LiveId" clId="{81D0E4DD-3C63-4A22-BC49-59D4116F773B}" dt="2023-07-22T03:10:02.640" v="82" actId="478"/>
            <ac:spMkLst>
              <pc:docMk/>
              <pc:sldMasterMk cId="1568311678" sldId="2147483648"/>
              <pc:sldLayoutMk cId="3795283021" sldId="2147483651"/>
              <ac:spMk id="5" creationId="{84333960-0889-4929-8B9A-C192F434B8B0}"/>
            </ac:spMkLst>
          </pc:spChg>
        </pc:sldLayoutChg>
        <pc:sldLayoutChg chg="addSp delSp modSp mod setBg">
          <pc:chgData name="Yossy Made Yulian" userId="238af46a17e978c5" providerId="LiveId" clId="{81D0E4DD-3C63-4A22-BC49-59D4116F773B}" dt="2023-07-22T03:09:57.883" v="80"/>
          <pc:sldLayoutMkLst>
            <pc:docMk/>
            <pc:sldMasterMk cId="1568311678" sldId="2147483648"/>
            <pc:sldLayoutMk cId="2926462519" sldId="2147483652"/>
          </pc:sldLayoutMkLst>
          <pc:spChg chg="del mod">
            <ac:chgData name="Yossy Made Yulian" userId="238af46a17e978c5" providerId="LiveId" clId="{81D0E4DD-3C63-4A22-BC49-59D4116F773B}" dt="2023-07-22T03:00:11.707" v="28" actId="478"/>
            <ac:spMkLst>
              <pc:docMk/>
              <pc:sldMasterMk cId="1568311678" sldId="2147483648"/>
              <pc:sldLayoutMk cId="2926462519" sldId="2147483652"/>
              <ac:spMk id="2" creationId="{923C0840-7E2F-45FC-8B98-9B4EAC36257B}"/>
            </ac:spMkLst>
          </pc:spChg>
          <pc:spChg chg="add del mod ord">
            <ac:chgData name="Yossy Made Yulian" userId="238af46a17e978c5" providerId="LiveId" clId="{81D0E4DD-3C63-4A22-BC49-59D4116F773B}" dt="2023-07-22T03:06:20.323" v="63"/>
            <ac:spMkLst>
              <pc:docMk/>
              <pc:sldMasterMk cId="1568311678" sldId="2147483648"/>
              <pc:sldLayoutMk cId="2926462519" sldId="2147483652"/>
              <ac:spMk id="4" creationId="{6FAE6384-2478-5944-5F58-9B5048DE3DE3}"/>
            </ac:spMkLst>
          </pc:spChg>
          <pc:spChg chg="mod">
            <ac:chgData name="Yossy Made Yulian" userId="238af46a17e978c5" providerId="LiveId" clId="{81D0E4DD-3C63-4A22-BC49-59D4116F773B}" dt="2023-07-22T03:06:20.323" v="63"/>
            <ac:spMkLst>
              <pc:docMk/>
              <pc:sldMasterMk cId="1568311678" sldId="2147483648"/>
              <pc:sldLayoutMk cId="2926462519" sldId="2147483652"/>
              <ac:spMk id="5" creationId="{06C20E88-EB1C-3CE8-1DDD-ECA351A310BC}"/>
            </ac:spMkLst>
          </pc:spChg>
          <pc:picChg chg="add del mod">
            <ac:chgData name="Yossy Made Yulian" userId="238af46a17e978c5" providerId="LiveId" clId="{81D0E4DD-3C63-4A22-BC49-59D4116F773B}" dt="2023-07-22T03:06:20.323" v="63"/>
            <ac:picMkLst>
              <pc:docMk/>
              <pc:sldMasterMk cId="1568311678" sldId="2147483648"/>
              <pc:sldLayoutMk cId="2926462519" sldId="2147483652"/>
              <ac:picMk id="3" creationId="{C697D50C-17AA-5C5F-A697-FFC48540E11F}"/>
            </ac:picMkLst>
          </pc:picChg>
        </pc:sldLayoutChg>
        <pc:sldLayoutChg chg="delSp mod setBg">
          <pc:chgData name="Yossy Made Yulian" userId="238af46a17e978c5" providerId="LiveId" clId="{81D0E4DD-3C63-4A22-BC49-59D4116F773B}" dt="2023-07-22T03:10:06.909" v="83" actId="478"/>
          <pc:sldLayoutMkLst>
            <pc:docMk/>
            <pc:sldMasterMk cId="1568311678" sldId="2147483648"/>
            <pc:sldLayoutMk cId="3505445477" sldId="2147483653"/>
          </pc:sldLayoutMkLst>
          <pc:spChg chg="del">
            <ac:chgData name="Yossy Made Yulian" userId="238af46a17e978c5" providerId="LiveId" clId="{81D0E4DD-3C63-4A22-BC49-59D4116F773B}" dt="2023-07-22T03:10:06.909" v="83" actId="478"/>
            <ac:spMkLst>
              <pc:docMk/>
              <pc:sldMasterMk cId="1568311678" sldId="2147483648"/>
              <pc:sldLayoutMk cId="3505445477" sldId="2147483653"/>
              <ac:spMk id="14" creationId="{20FD06AC-83F6-43F3-A04E-A474433B0462}"/>
            </ac:spMkLst>
          </pc:spChg>
        </pc:sldLayoutChg>
        <pc:sldLayoutChg chg="delSp modSp mod setBg">
          <pc:chgData name="Yossy Made Yulian" userId="238af46a17e978c5" providerId="LiveId" clId="{81D0E4DD-3C63-4A22-BC49-59D4116F773B}" dt="2023-07-22T03:10:08.187" v="84" actId="478"/>
          <pc:sldLayoutMkLst>
            <pc:docMk/>
            <pc:sldMasterMk cId="1568311678" sldId="2147483648"/>
            <pc:sldLayoutMk cId="3401263130" sldId="2147483654"/>
          </pc:sldLayoutMkLst>
          <pc:spChg chg="del mod">
            <ac:chgData name="Yossy Made Yulian" userId="238af46a17e978c5" providerId="LiveId" clId="{81D0E4DD-3C63-4A22-BC49-59D4116F773B}" dt="2023-07-22T03:10:08.187" v="84" actId="478"/>
            <ac:spMkLst>
              <pc:docMk/>
              <pc:sldMasterMk cId="1568311678" sldId="2147483648"/>
              <pc:sldLayoutMk cId="3401263130" sldId="2147483654"/>
              <ac:spMk id="2" creationId="{F1E8FE11-A2E3-4315-81AC-3F138BAE8790}"/>
            </ac:spMkLst>
          </pc:spChg>
        </pc:sldLayoutChg>
        <pc:sldLayoutChg chg="delSp modSp mod setBg">
          <pc:chgData name="Yossy Made Yulian" userId="238af46a17e978c5" providerId="LiveId" clId="{81D0E4DD-3C63-4A22-BC49-59D4116F773B}" dt="2023-07-22T03:10:18.415" v="85" actId="478"/>
          <pc:sldLayoutMkLst>
            <pc:docMk/>
            <pc:sldMasterMk cId="1568311678" sldId="2147483648"/>
            <pc:sldLayoutMk cId="2331075338" sldId="2147483655"/>
          </pc:sldLayoutMkLst>
          <pc:spChg chg="del mod">
            <ac:chgData name="Yossy Made Yulian" userId="238af46a17e978c5" providerId="LiveId" clId="{81D0E4DD-3C63-4A22-BC49-59D4116F773B}" dt="2023-07-22T03:10:18.415" v="85" actId="478"/>
            <ac:spMkLst>
              <pc:docMk/>
              <pc:sldMasterMk cId="1568311678" sldId="2147483648"/>
              <pc:sldLayoutMk cId="2331075338" sldId="2147483655"/>
              <ac:spMk id="2" creationId="{85A33E5E-78E5-4C26-9A0F-09DBB08E35B0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0:31.313" v="86" actId="478"/>
          <pc:sldLayoutMkLst>
            <pc:docMk/>
            <pc:sldMasterMk cId="1568311678" sldId="2147483648"/>
            <pc:sldLayoutMk cId="3750307726" sldId="2147483656"/>
          </pc:sldLayoutMkLst>
          <pc:spChg chg="del">
            <ac:chgData name="Yossy Made Yulian" userId="238af46a17e978c5" providerId="LiveId" clId="{81D0E4DD-3C63-4A22-BC49-59D4116F773B}" dt="2023-07-22T03:10:31.313" v="86" actId="478"/>
            <ac:spMkLst>
              <pc:docMk/>
              <pc:sldMasterMk cId="1568311678" sldId="2147483648"/>
              <pc:sldLayoutMk cId="3750307726" sldId="2147483656"/>
              <ac:spMk id="3" creationId="{B7030FDF-2B92-4933-8CFA-34C2C3C296FA}"/>
            </ac:spMkLst>
          </pc:spChg>
        </pc:sldLayoutChg>
        <pc:sldLayoutChg chg="addSp delSp modSp mod setBg">
          <pc:chgData name="Yossy Made Yulian" userId="238af46a17e978c5" providerId="LiveId" clId="{81D0E4DD-3C63-4A22-BC49-59D4116F773B}" dt="2023-07-22T03:10:37.778" v="92" actId="478"/>
          <pc:sldLayoutMkLst>
            <pc:docMk/>
            <pc:sldMasterMk cId="1568311678" sldId="2147483648"/>
            <pc:sldLayoutMk cId="2133799254" sldId="2147483657"/>
          </pc:sldLayoutMkLst>
          <pc:spChg chg="del">
            <ac:chgData name="Yossy Made Yulian" userId="238af46a17e978c5" providerId="LiveId" clId="{81D0E4DD-3C63-4A22-BC49-59D4116F773B}" dt="2023-07-22T03:10:37.778" v="92" actId="478"/>
            <ac:spMkLst>
              <pc:docMk/>
              <pc:sldMasterMk cId="1568311678" sldId="2147483648"/>
              <pc:sldLayoutMk cId="2133799254" sldId="2147483657"/>
              <ac:spMk id="3" creationId="{B7030FDF-2B92-4933-8CFA-34C2C3C296FA}"/>
            </ac:spMkLst>
          </pc:spChg>
          <pc:spChg chg="add del mod ord">
            <ac:chgData name="Yossy Made Yulian" userId="238af46a17e978c5" providerId="LiveId" clId="{81D0E4DD-3C63-4A22-BC49-59D4116F773B}" dt="2023-07-22T03:10:36.887" v="91" actId="167"/>
            <ac:spMkLst>
              <pc:docMk/>
              <pc:sldMasterMk cId="1568311678" sldId="2147483648"/>
              <pc:sldLayoutMk cId="2133799254" sldId="2147483657"/>
              <ac:spMk id="7" creationId="{0C19F8CC-67BC-4FCA-B833-C037C5E37F48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0:39.797" v="93" actId="478"/>
          <pc:sldLayoutMkLst>
            <pc:docMk/>
            <pc:sldMasterMk cId="1568311678" sldId="2147483648"/>
            <pc:sldLayoutMk cId="3778381978" sldId="2147483658"/>
          </pc:sldLayoutMkLst>
          <pc:spChg chg="del">
            <ac:chgData name="Yossy Made Yulian" userId="238af46a17e978c5" providerId="LiveId" clId="{81D0E4DD-3C63-4A22-BC49-59D4116F773B}" dt="2023-07-22T03:10:39.797" v="93" actId="478"/>
            <ac:spMkLst>
              <pc:docMk/>
              <pc:sldMasterMk cId="1568311678" sldId="2147483648"/>
              <pc:sldLayoutMk cId="3778381978" sldId="2147483658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0:42.494" v="94" actId="478"/>
          <pc:sldLayoutMkLst>
            <pc:docMk/>
            <pc:sldMasterMk cId="1568311678" sldId="2147483648"/>
            <pc:sldLayoutMk cId="4269620600" sldId="2147483659"/>
          </pc:sldLayoutMkLst>
          <pc:spChg chg="del">
            <ac:chgData name="Yossy Made Yulian" userId="238af46a17e978c5" providerId="LiveId" clId="{81D0E4DD-3C63-4A22-BC49-59D4116F773B}" dt="2023-07-22T03:10:42.494" v="94" actId="478"/>
            <ac:spMkLst>
              <pc:docMk/>
              <pc:sldMasterMk cId="1568311678" sldId="2147483648"/>
              <pc:sldLayoutMk cId="4269620600" sldId="2147483659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0:46.792" v="95" actId="478"/>
          <pc:sldLayoutMkLst>
            <pc:docMk/>
            <pc:sldMasterMk cId="1568311678" sldId="2147483648"/>
            <pc:sldLayoutMk cId="4252989551" sldId="2147483660"/>
          </pc:sldLayoutMkLst>
          <pc:spChg chg="del">
            <ac:chgData name="Yossy Made Yulian" userId="238af46a17e978c5" providerId="LiveId" clId="{81D0E4DD-3C63-4A22-BC49-59D4116F773B}" dt="2023-07-22T03:10:46.792" v="95" actId="478"/>
            <ac:spMkLst>
              <pc:docMk/>
              <pc:sldMasterMk cId="1568311678" sldId="2147483648"/>
              <pc:sldLayoutMk cId="4252989551" sldId="2147483660"/>
              <ac:spMk id="3" creationId="{B7030FDF-2B92-4933-8CFA-34C2C3C296FA}"/>
            </ac:spMkLst>
          </pc:spChg>
        </pc:sldLayoutChg>
        <pc:sldLayoutChg chg="delSp modSp mod setBg">
          <pc:chgData name="Yossy Made Yulian" userId="238af46a17e978c5" providerId="LiveId" clId="{81D0E4DD-3C63-4A22-BC49-59D4116F773B}" dt="2023-07-22T03:10:59.993" v="97" actId="478"/>
          <pc:sldLayoutMkLst>
            <pc:docMk/>
            <pc:sldMasterMk cId="1568311678" sldId="2147483648"/>
            <pc:sldLayoutMk cId="3300879915" sldId="2147483661"/>
          </pc:sldLayoutMkLst>
          <pc:spChg chg="del">
            <ac:chgData name="Yossy Made Yulian" userId="238af46a17e978c5" providerId="LiveId" clId="{81D0E4DD-3C63-4A22-BC49-59D4116F773B}" dt="2023-07-22T03:10:59.993" v="97" actId="478"/>
            <ac:spMkLst>
              <pc:docMk/>
              <pc:sldMasterMk cId="1568311678" sldId="2147483648"/>
              <pc:sldLayoutMk cId="3300879915" sldId="2147483661"/>
              <ac:spMk id="3" creationId="{B7030FDF-2B92-4933-8CFA-34C2C3C296FA}"/>
            </ac:spMkLst>
          </pc:spChg>
          <pc:spChg chg="ord">
            <ac:chgData name="Yossy Made Yulian" userId="238af46a17e978c5" providerId="LiveId" clId="{81D0E4DD-3C63-4A22-BC49-59D4116F773B}" dt="2023-07-22T03:10:59.214" v="96" actId="167"/>
            <ac:spMkLst>
              <pc:docMk/>
              <pc:sldMasterMk cId="1568311678" sldId="2147483648"/>
              <pc:sldLayoutMk cId="3300879915" sldId="2147483661"/>
              <ac:spMk id="4" creationId="{1229A4BA-DDF1-409C-93E4-A3A2496328AF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03.899" v="98" actId="478"/>
          <pc:sldLayoutMkLst>
            <pc:docMk/>
            <pc:sldMasterMk cId="1568311678" sldId="2147483648"/>
            <pc:sldLayoutMk cId="96024257" sldId="2147483662"/>
          </pc:sldLayoutMkLst>
          <pc:spChg chg="del">
            <ac:chgData name="Yossy Made Yulian" userId="238af46a17e978c5" providerId="LiveId" clId="{81D0E4DD-3C63-4A22-BC49-59D4116F773B}" dt="2023-07-22T03:11:03.899" v="98" actId="478"/>
            <ac:spMkLst>
              <pc:docMk/>
              <pc:sldMasterMk cId="1568311678" sldId="2147483648"/>
              <pc:sldLayoutMk cId="96024257" sldId="2147483662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12.008" v="99" actId="478"/>
          <pc:sldLayoutMkLst>
            <pc:docMk/>
            <pc:sldMasterMk cId="1568311678" sldId="2147483648"/>
            <pc:sldLayoutMk cId="1492962945" sldId="2147483663"/>
          </pc:sldLayoutMkLst>
          <pc:spChg chg="del">
            <ac:chgData name="Yossy Made Yulian" userId="238af46a17e978c5" providerId="LiveId" clId="{81D0E4DD-3C63-4A22-BC49-59D4116F773B}" dt="2023-07-22T03:11:12.008" v="99" actId="478"/>
            <ac:spMkLst>
              <pc:docMk/>
              <pc:sldMasterMk cId="1568311678" sldId="2147483648"/>
              <pc:sldLayoutMk cId="1492962945" sldId="2147483663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14.788" v="100" actId="478"/>
          <pc:sldLayoutMkLst>
            <pc:docMk/>
            <pc:sldMasterMk cId="1568311678" sldId="2147483648"/>
            <pc:sldLayoutMk cId="4051730454" sldId="2147483664"/>
          </pc:sldLayoutMkLst>
          <pc:spChg chg="del">
            <ac:chgData name="Yossy Made Yulian" userId="238af46a17e978c5" providerId="LiveId" clId="{81D0E4DD-3C63-4A22-BC49-59D4116F773B}" dt="2023-07-22T03:11:14.788" v="100" actId="478"/>
            <ac:spMkLst>
              <pc:docMk/>
              <pc:sldMasterMk cId="1568311678" sldId="2147483648"/>
              <pc:sldLayoutMk cId="4051730454" sldId="2147483664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31.259" v="101" actId="478"/>
          <pc:sldLayoutMkLst>
            <pc:docMk/>
            <pc:sldMasterMk cId="1568311678" sldId="2147483648"/>
            <pc:sldLayoutMk cId="3051924607" sldId="2147483665"/>
          </pc:sldLayoutMkLst>
          <pc:spChg chg="del">
            <ac:chgData name="Yossy Made Yulian" userId="238af46a17e978c5" providerId="LiveId" clId="{81D0E4DD-3C63-4A22-BC49-59D4116F773B}" dt="2023-07-22T03:11:31.259" v="101" actId="478"/>
            <ac:spMkLst>
              <pc:docMk/>
              <pc:sldMasterMk cId="1568311678" sldId="2147483648"/>
              <pc:sldLayoutMk cId="3051924607" sldId="2147483665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33.182" v="102" actId="478"/>
          <pc:sldLayoutMkLst>
            <pc:docMk/>
            <pc:sldMasterMk cId="1568311678" sldId="2147483648"/>
            <pc:sldLayoutMk cId="2363414668" sldId="2147483666"/>
          </pc:sldLayoutMkLst>
          <pc:spChg chg="del">
            <ac:chgData name="Yossy Made Yulian" userId="238af46a17e978c5" providerId="LiveId" clId="{81D0E4DD-3C63-4A22-BC49-59D4116F773B}" dt="2023-07-22T03:11:33.182" v="102" actId="478"/>
            <ac:spMkLst>
              <pc:docMk/>
              <pc:sldMasterMk cId="1568311678" sldId="2147483648"/>
              <pc:sldLayoutMk cId="2363414668" sldId="2147483666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35.367" v="103" actId="478"/>
          <pc:sldLayoutMkLst>
            <pc:docMk/>
            <pc:sldMasterMk cId="1568311678" sldId="2147483648"/>
            <pc:sldLayoutMk cId="806867254" sldId="2147483667"/>
          </pc:sldLayoutMkLst>
          <pc:spChg chg="del">
            <ac:chgData name="Yossy Made Yulian" userId="238af46a17e978c5" providerId="LiveId" clId="{81D0E4DD-3C63-4A22-BC49-59D4116F773B}" dt="2023-07-22T03:11:35.367" v="103" actId="478"/>
            <ac:spMkLst>
              <pc:docMk/>
              <pc:sldMasterMk cId="1568311678" sldId="2147483648"/>
              <pc:sldLayoutMk cId="806867254" sldId="2147483667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37.776" v="104" actId="478"/>
          <pc:sldLayoutMkLst>
            <pc:docMk/>
            <pc:sldMasterMk cId="1568311678" sldId="2147483648"/>
            <pc:sldLayoutMk cId="836839623" sldId="2147483668"/>
          </pc:sldLayoutMkLst>
          <pc:spChg chg="del">
            <ac:chgData name="Yossy Made Yulian" userId="238af46a17e978c5" providerId="LiveId" clId="{81D0E4DD-3C63-4A22-BC49-59D4116F773B}" dt="2023-07-22T03:11:37.776" v="104" actId="478"/>
            <ac:spMkLst>
              <pc:docMk/>
              <pc:sldMasterMk cId="1568311678" sldId="2147483648"/>
              <pc:sldLayoutMk cId="836839623" sldId="2147483668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1:53.738" v="105" actId="478"/>
          <pc:sldLayoutMkLst>
            <pc:docMk/>
            <pc:sldMasterMk cId="1568311678" sldId="2147483648"/>
            <pc:sldLayoutMk cId="2834761583" sldId="2147483669"/>
          </pc:sldLayoutMkLst>
          <pc:spChg chg="del">
            <ac:chgData name="Yossy Made Yulian" userId="238af46a17e978c5" providerId="LiveId" clId="{81D0E4DD-3C63-4A22-BC49-59D4116F773B}" dt="2023-07-22T03:11:53.738" v="105" actId="478"/>
            <ac:spMkLst>
              <pc:docMk/>
              <pc:sldMasterMk cId="1568311678" sldId="2147483648"/>
              <pc:sldLayoutMk cId="2834761583" sldId="2147483669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00.223" v="106" actId="478"/>
          <pc:sldLayoutMkLst>
            <pc:docMk/>
            <pc:sldMasterMk cId="1568311678" sldId="2147483648"/>
            <pc:sldLayoutMk cId="2887074178" sldId="2147483670"/>
          </pc:sldLayoutMkLst>
          <pc:spChg chg="del">
            <ac:chgData name="Yossy Made Yulian" userId="238af46a17e978c5" providerId="LiveId" clId="{81D0E4DD-3C63-4A22-BC49-59D4116F773B}" dt="2023-07-22T03:12:00.223" v="106" actId="478"/>
            <ac:spMkLst>
              <pc:docMk/>
              <pc:sldMasterMk cId="1568311678" sldId="2147483648"/>
              <pc:sldLayoutMk cId="2887074178" sldId="2147483670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02.937" v="107" actId="478"/>
          <pc:sldLayoutMkLst>
            <pc:docMk/>
            <pc:sldMasterMk cId="1568311678" sldId="2147483648"/>
            <pc:sldLayoutMk cId="2293425976" sldId="2147483671"/>
          </pc:sldLayoutMkLst>
          <pc:spChg chg="del">
            <ac:chgData name="Yossy Made Yulian" userId="238af46a17e978c5" providerId="LiveId" clId="{81D0E4DD-3C63-4A22-BC49-59D4116F773B}" dt="2023-07-22T03:12:02.937" v="107" actId="478"/>
            <ac:spMkLst>
              <pc:docMk/>
              <pc:sldMasterMk cId="1568311678" sldId="2147483648"/>
              <pc:sldLayoutMk cId="2293425976" sldId="2147483671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05.996" v="108" actId="478"/>
          <pc:sldLayoutMkLst>
            <pc:docMk/>
            <pc:sldMasterMk cId="1568311678" sldId="2147483648"/>
            <pc:sldLayoutMk cId="286065146" sldId="2147483672"/>
          </pc:sldLayoutMkLst>
          <pc:spChg chg="del">
            <ac:chgData name="Yossy Made Yulian" userId="238af46a17e978c5" providerId="LiveId" clId="{81D0E4DD-3C63-4A22-BC49-59D4116F773B}" dt="2023-07-22T03:12:05.996" v="108" actId="478"/>
            <ac:spMkLst>
              <pc:docMk/>
              <pc:sldMasterMk cId="1568311678" sldId="2147483648"/>
              <pc:sldLayoutMk cId="286065146" sldId="2147483672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08.046" v="109" actId="478"/>
          <pc:sldLayoutMkLst>
            <pc:docMk/>
            <pc:sldMasterMk cId="1568311678" sldId="2147483648"/>
            <pc:sldLayoutMk cId="3911392056" sldId="2147483673"/>
          </pc:sldLayoutMkLst>
          <pc:spChg chg="del">
            <ac:chgData name="Yossy Made Yulian" userId="238af46a17e978c5" providerId="LiveId" clId="{81D0E4DD-3C63-4A22-BC49-59D4116F773B}" dt="2023-07-22T03:12:08.046" v="109" actId="478"/>
            <ac:spMkLst>
              <pc:docMk/>
              <pc:sldMasterMk cId="1568311678" sldId="2147483648"/>
              <pc:sldLayoutMk cId="3911392056" sldId="2147483673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10.473" v="110" actId="478"/>
          <pc:sldLayoutMkLst>
            <pc:docMk/>
            <pc:sldMasterMk cId="1568311678" sldId="2147483648"/>
            <pc:sldLayoutMk cId="2637896494" sldId="2147483674"/>
          </pc:sldLayoutMkLst>
          <pc:spChg chg="del">
            <ac:chgData name="Yossy Made Yulian" userId="238af46a17e978c5" providerId="LiveId" clId="{81D0E4DD-3C63-4A22-BC49-59D4116F773B}" dt="2023-07-22T03:12:10.473" v="110" actId="478"/>
            <ac:spMkLst>
              <pc:docMk/>
              <pc:sldMasterMk cId="1568311678" sldId="2147483648"/>
              <pc:sldLayoutMk cId="2637896494" sldId="2147483674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14.553" v="111" actId="478"/>
          <pc:sldLayoutMkLst>
            <pc:docMk/>
            <pc:sldMasterMk cId="1568311678" sldId="2147483648"/>
            <pc:sldLayoutMk cId="3449520673" sldId="2147483675"/>
          </pc:sldLayoutMkLst>
          <pc:spChg chg="del">
            <ac:chgData name="Yossy Made Yulian" userId="238af46a17e978c5" providerId="LiveId" clId="{81D0E4DD-3C63-4A22-BC49-59D4116F773B}" dt="2023-07-22T03:12:14.553" v="111" actId="478"/>
            <ac:spMkLst>
              <pc:docMk/>
              <pc:sldMasterMk cId="1568311678" sldId="2147483648"/>
              <pc:sldLayoutMk cId="3449520673" sldId="2147483675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16.707" v="112" actId="478"/>
          <pc:sldLayoutMkLst>
            <pc:docMk/>
            <pc:sldMasterMk cId="1568311678" sldId="2147483648"/>
            <pc:sldLayoutMk cId="2266007663" sldId="2147483676"/>
          </pc:sldLayoutMkLst>
          <pc:spChg chg="del">
            <ac:chgData name="Yossy Made Yulian" userId="238af46a17e978c5" providerId="LiveId" clId="{81D0E4DD-3C63-4A22-BC49-59D4116F773B}" dt="2023-07-22T03:12:16.707" v="112" actId="478"/>
            <ac:spMkLst>
              <pc:docMk/>
              <pc:sldMasterMk cId="1568311678" sldId="2147483648"/>
              <pc:sldLayoutMk cId="2266007663" sldId="2147483676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19.670" v="113" actId="478"/>
          <pc:sldLayoutMkLst>
            <pc:docMk/>
            <pc:sldMasterMk cId="1568311678" sldId="2147483648"/>
            <pc:sldLayoutMk cId="2352872818" sldId="2147483677"/>
          </pc:sldLayoutMkLst>
          <pc:spChg chg="del">
            <ac:chgData name="Yossy Made Yulian" userId="238af46a17e978c5" providerId="LiveId" clId="{81D0E4DD-3C63-4A22-BC49-59D4116F773B}" dt="2023-07-22T03:12:19.670" v="113" actId="478"/>
            <ac:spMkLst>
              <pc:docMk/>
              <pc:sldMasterMk cId="1568311678" sldId="2147483648"/>
              <pc:sldLayoutMk cId="2352872818" sldId="2147483677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22.778" v="114" actId="478"/>
          <pc:sldLayoutMkLst>
            <pc:docMk/>
            <pc:sldMasterMk cId="1568311678" sldId="2147483648"/>
            <pc:sldLayoutMk cId="1541019473" sldId="2147483678"/>
          </pc:sldLayoutMkLst>
          <pc:spChg chg="del">
            <ac:chgData name="Yossy Made Yulian" userId="238af46a17e978c5" providerId="LiveId" clId="{81D0E4DD-3C63-4A22-BC49-59D4116F773B}" dt="2023-07-22T03:12:22.778" v="114" actId="478"/>
            <ac:spMkLst>
              <pc:docMk/>
              <pc:sldMasterMk cId="1568311678" sldId="2147483648"/>
              <pc:sldLayoutMk cId="1541019473" sldId="2147483678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25.361" v="115" actId="478"/>
          <pc:sldLayoutMkLst>
            <pc:docMk/>
            <pc:sldMasterMk cId="1568311678" sldId="2147483648"/>
            <pc:sldLayoutMk cId="354997416" sldId="2147483679"/>
          </pc:sldLayoutMkLst>
          <pc:spChg chg="del">
            <ac:chgData name="Yossy Made Yulian" userId="238af46a17e978c5" providerId="LiveId" clId="{81D0E4DD-3C63-4A22-BC49-59D4116F773B}" dt="2023-07-22T03:12:25.361" v="115" actId="478"/>
            <ac:spMkLst>
              <pc:docMk/>
              <pc:sldMasterMk cId="1568311678" sldId="2147483648"/>
              <pc:sldLayoutMk cId="354997416" sldId="2147483679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12:27.475" v="116" actId="478"/>
          <pc:sldLayoutMkLst>
            <pc:docMk/>
            <pc:sldMasterMk cId="1568311678" sldId="2147483648"/>
            <pc:sldLayoutMk cId="1064432887" sldId="2147483680"/>
          </pc:sldLayoutMkLst>
          <pc:spChg chg="del">
            <ac:chgData name="Yossy Made Yulian" userId="238af46a17e978c5" providerId="LiveId" clId="{81D0E4DD-3C63-4A22-BC49-59D4116F773B}" dt="2023-07-22T03:12:27.475" v="116" actId="478"/>
            <ac:spMkLst>
              <pc:docMk/>
              <pc:sldMasterMk cId="1568311678" sldId="2147483648"/>
              <pc:sldLayoutMk cId="1064432887" sldId="2147483680"/>
              <ac:spMk id="3" creationId="{B7030FDF-2B92-4933-8CFA-34C2C3C296FA}"/>
            </ac:spMkLst>
          </pc:spChg>
        </pc:sldLayoutChg>
        <pc:sldLayoutChg chg="delSp mod setBg">
          <pc:chgData name="Yossy Made Yulian" userId="238af46a17e978c5" providerId="LiveId" clId="{81D0E4DD-3C63-4A22-BC49-59D4116F773B}" dt="2023-07-22T03:31:30.360" v="307"/>
          <pc:sldLayoutMkLst>
            <pc:docMk/>
            <pc:sldMasterMk cId="1568311678" sldId="2147483648"/>
            <pc:sldLayoutMk cId="3858036343" sldId="2147483681"/>
          </pc:sldLayoutMkLst>
          <pc:spChg chg="del">
            <ac:chgData name="Yossy Made Yulian" userId="238af46a17e978c5" providerId="LiveId" clId="{81D0E4DD-3C63-4A22-BC49-59D4116F773B}" dt="2023-07-22T03:12:30.035" v="117" actId="478"/>
            <ac:spMkLst>
              <pc:docMk/>
              <pc:sldMasterMk cId="1568311678" sldId="2147483648"/>
              <pc:sldLayoutMk cId="3858036343" sldId="2147483681"/>
              <ac:spMk id="3" creationId="{B7030FDF-2B92-4933-8CFA-34C2C3C296F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DZ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1F7DC703-101E-47D9-A3DD-08B0FEEE2793}" type="datetimeFigureOut">
              <a:rPr lang="ar-DZ" smtClean="0"/>
              <a:t>09-11-1447</a:t>
            </a:fld>
            <a:endParaRPr lang="ar-DZ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DZ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DZ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DZ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62280EBB-3D81-48D8-98F4-62BA9B54E1E2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176800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280EBB-3D81-48D8-98F4-62BA9B54E1E2}" type="slidenum">
              <a:rPr lang="ar-DZ" smtClean="0"/>
              <a:t>63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2834759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74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389BF425-7ED6-4BFB-AB8A-FD6E5481F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45106" y="991535"/>
            <a:ext cx="2716272" cy="5866467"/>
          </a:xfrm>
          <a:custGeom>
            <a:avLst/>
            <a:gdLst>
              <a:gd name="connsiteX0" fmla="*/ 1357530 w 2716272"/>
              <a:gd name="connsiteY0" fmla="*/ 0 h 5866467"/>
              <a:gd name="connsiteX1" fmla="*/ 2318710 w 2716272"/>
              <a:gd name="connsiteY1" fmla="*/ 397562 h 5866467"/>
              <a:gd name="connsiteX2" fmla="*/ 2716272 w 2716272"/>
              <a:gd name="connsiteY2" fmla="*/ 1356317 h 5866467"/>
              <a:gd name="connsiteX3" fmla="*/ 2716272 w 2716272"/>
              <a:gd name="connsiteY3" fmla="*/ 5866467 h 5866467"/>
              <a:gd name="connsiteX4" fmla="*/ 0 w 2716272"/>
              <a:gd name="connsiteY4" fmla="*/ 5866467 h 5866467"/>
              <a:gd name="connsiteX5" fmla="*/ 0 w 2716272"/>
              <a:gd name="connsiteY5" fmla="*/ 1356317 h 5866467"/>
              <a:gd name="connsiteX6" fmla="*/ 1357530 w 2716272"/>
              <a:gd name="connsiteY6" fmla="*/ 0 h 5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16272" h="5866467">
                <a:moveTo>
                  <a:pt x="1357530" y="0"/>
                </a:moveTo>
                <a:cubicBezTo>
                  <a:pt x="1733275" y="0"/>
                  <a:pt x="2072657" y="151510"/>
                  <a:pt x="2318710" y="397562"/>
                </a:cubicBezTo>
                <a:cubicBezTo>
                  <a:pt x="2563550" y="642402"/>
                  <a:pt x="2716272" y="981784"/>
                  <a:pt x="2716272" y="1356317"/>
                </a:cubicBezTo>
                <a:lnTo>
                  <a:pt x="2716272" y="5866467"/>
                </a:lnTo>
                <a:lnTo>
                  <a:pt x="0" y="5866467"/>
                </a:lnTo>
                <a:lnTo>
                  <a:pt x="0" y="1356317"/>
                </a:lnTo>
                <a:cubicBezTo>
                  <a:pt x="0" y="607252"/>
                  <a:pt x="608464" y="0"/>
                  <a:pt x="13575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0744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BF9B0FF9-878C-4BAD-B87F-CBEE5E96AA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3915" y="4940300"/>
            <a:ext cx="1600200" cy="1600200"/>
          </a:xfrm>
          <a:custGeom>
            <a:avLst/>
            <a:gdLst>
              <a:gd name="connsiteX0" fmla="*/ 248799 w 1600200"/>
              <a:gd name="connsiteY0" fmla="*/ 0 h 1600200"/>
              <a:gd name="connsiteX1" fmla="*/ 1351401 w 1600200"/>
              <a:gd name="connsiteY1" fmla="*/ 0 h 1600200"/>
              <a:gd name="connsiteX2" fmla="*/ 1600200 w 1600200"/>
              <a:gd name="connsiteY2" fmla="*/ 248799 h 1600200"/>
              <a:gd name="connsiteX3" fmla="*/ 1600200 w 1600200"/>
              <a:gd name="connsiteY3" fmla="*/ 1351401 h 1600200"/>
              <a:gd name="connsiteX4" fmla="*/ 1351401 w 1600200"/>
              <a:gd name="connsiteY4" fmla="*/ 1600200 h 1600200"/>
              <a:gd name="connsiteX5" fmla="*/ 248799 w 1600200"/>
              <a:gd name="connsiteY5" fmla="*/ 1600200 h 1600200"/>
              <a:gd name="connsiteX6" fmla="*/ 0 w 1600200"/>
              <a:gd name="connsiteY6" fmla="*/ 1351401 h 1600200"/>
              <a:gd name="connsiteX7" fmla="*/ 0 w 1600200"/>
              <a:gd name="connsiteY7" fmla="*/ 248799 h 1600200"/>
              <a:gd name="connsiteX8" fmla="*/ 248799 w 1600200"/>
              <a:gd name="connsiteY8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0200" h="1600200">
                <a:moveTo>
                  <a:pt x="248799" y="0"/>
                </a:moveTo>
                <a:lnTo>
                  <a:pt x="1351401" y="0"/>
                </a:lnTo>
                <a:cubicBezTo>
                  <a:pt x="1488809" y="0"/>
                  <a:pt x="1600200" y="111391"/>
                  <a:pt x="1600200" y="248799"/>
                </a:cubicBezTo>
                <a:lnTo>
                  <a:pt x="1600200" y="1351401"/>
                </a:lnTo>
                <a:cubicBezTo>
                  <a:pt x="1600200" y="1488809"/>
                  <a:pt x="1488809" y="1600200"/>
                  <a:pt x="1351401" y="1600200"/>
                </a:cubicBezTo>
                <a:lnTo>
                  <a:pt x="248799" y="1600200"/>
                </a:lnTo>
                <a:cubicBezTo>
                  <a:pt x="111391" y="1600200"/>
                  <a:pt x="0" y="1488809"/>
                  <a:pt x="0" y="1351401"/>
                </a:cubicBezTo>
                <a:lnTo>
                  <a:pt x="0" y="248799"/>
                </a:lnTo>
                <a:cubicBezTo>
                  <a:pt x="0" y="111391"/>
                  <a:pt x="111391" y="0"/>
                  <a:pt x="2487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A38E988E-A618-4F7C-AD41-1C6FBD8DA1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9827" y="4943371"/>
            <a:ext cx="5757778" cy="1593616"/>
          </a:xfrm>
          <a:custGeom>
            <a:avLst/>
            <a:gdLst>
              <a:gd name="connsiteX0" fmla="*/ 247896 w 5757778"/>
              <a:gd name="connsiteY0" fmla="*/ 0 h 1593616"/>
              <a:gd name="connsiteX1" fmla="*/ 5757778 w 5757778"/>
              <a:gd name="connsiteY1" fmla="*/ 0 h 1593616"/>
              <a:gd name="connsiteX2" fmla="*/ 5757778 w 5757778"/>
              <a:gd name="connsiteY2" fmla="*/ 1593616 h 1593616"/>
              <a:gd name="connsiteX3" fmla="*/ 247896 w 5757778"/>
              <a:gd name="connsiteY3" fmla="*/ 1593616 h 1593616"/>
              <a:gd name="connsiteX4" fmla="*/ 0 w 5757778"/>
              <a:gd name="connsiteY4" fmla="*/ 1345721 h 1593616"/>
              <a:gd name="connsiteX5" fmla="*/ 0 w 5757778"/>
              <a:gd name="connsiteY5" fmla="*/ 247896 h 1593616"/>
              <a:gd name="connsiteX6" fmla="*/ 247896 w 5757778"/>
              <a:gd name="connsiteY6" fmla="*/ 0 h 1593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7778" h="1593616">
                <a:moveTo>
                  <a:pt x="247896" y="0"/>
                </a:moveTo>
                <a:lnTo>
                  <a:pt x="5757778" y="0"/>
                </a:lnTo>
                <a:lnTo>
                  <a:pt x="5757778" y="1593616"/>
                </a:lnTo>
                <a:lnTo>
                  <a:pt x="247896" y="1593616"/>
                </a:lnTo>
                <a:cubicBezTo>
                  <a:pt x="111125" y="1593616"/>
                  <a:pt x="0" y="1482491"/>
                  <a:pt x="0" y="1345721"/>
                </a:cubicBezTo>
                <a:lnTo>
                  <a:pt x="0" y="247896"/>
                </a:lnTo>
                <a:cubicBezTo>
                  <a:pt x="0" y="111125"/>
                  <a:pt x="111125" y="0"/>
                  <a:pt x="2478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528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06C20E88-EB1C-3CE8-1DDD-ECA351A310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1353" y="362926"/>
            <a:ext cx="4148091" cy="6495074"/>
          </a:xfrm>
          <a:custGeom>
            <a:avLst/>
            <a:gdLst>
              <a:gd name="connsiteX0" fmla="*/ 0 w 4148091"/>
              <a:gd name="connsiteY0" fmla="*/ 0 h 6495074"/>
              <a:gd name="connsiteX1" fmla="*/ 4148091 w 4148091"/>
              <a:gd name="connsiteY1" fmla="*/ 0 h 6495074"/>
              <a:gd name="connsiteX2" fmla="*/ 4148091 w 4148091"/>
              <a:gd name="connsiteY2" fmla="*/ 6495074 h 6495074"/>
              <a:gd name="connsiteX3" fmla="*/ 0 w 4148091"/>
              <a:gd name="connsiteY3" fmla="*/ 6495074 h 6495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8091" h="6495074">
                <a:moveTo>
                  <a:pt x="0" y="0"/>
                </a:moveTo>
                <a:lnTo>
                  <a:pt x="4148091" y="0"/>
                </a:lnTo>
                <a:lnTo>
                  <a:pt x="4148091" y="6495074"/>
                </a:lnTo>
                <a:lnTo>
                  <a:pt x="0" y="64950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646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8F4569B0-B7EA-412D-9E7F-53A9B56D36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08694" y="3542548"/>
            <a:ext cx="2646732" cy="2646732"/>
          </a:xfrm>
          <a:custGeom>
            <a:avLst/>
            <a:gdLst>
              <a:gd name="connsiteX0" fmla="*/ 200516 w 2646732"/>
              <a:gd name="connsiteY0" fmla="*/ 0 h 2646732"/>
              <a:gd name="connsiteX1" fmla="*/ 2446216 w 2646732"/>
              <a:gd name="connsiteY1" fmla="*/ 0 h 2646732"/>
              <a:gd name="connsiteX2" fmla="*/ 2646732 w 2646732"/>
              <a:gd name="connsiteY2" fmla="*/ 200516 h 2646732"/>
              <a:gd name="connsiteX3" fmla="*/ 2646732 w 2646732"/>
              <a:gd name="connsiteY3" fmla="*/ 2446216 h 2646732"/>
              <a:gd name="connsiteX4" fmla="*/ 2446216 w 2646732"/>
              <a:gd name="connsiteY4" fmla="*/ 2646732 h 2646732"/>
              <a:gd name="connsiteX5" fmla="*/ 200516 w 2646732"/>
              <a:gd name="connsiteY5" fmla="*/ 2646732 h 2646732"/>
              <a:gd name="connsiteX6" fmla="*/ 0 w 2646732"/>
              <a:gd name="connsiteY6" fmla="*/ 2446216 h 2646732"/>
              <a:gd name="connsiteX7" fmla="*/ 0 w 2646732"/>
              <a:gd name="connsiteY7" fmla="*/ 200516 h 2646732"/>
              <a:gd name="connsiteX8" fmla="*/ 200516 w 2646732"/>
              <a:gd name="connsiteY8" fmla="*/ 0 h 264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732" h="2646732">
                <a:moveTo>
                  <a:pt x="200516" y="0"/>
                </a:moveTo>
                <a:lnTo>
                  <a:pt x="2446216" y="0"/>
                </a:lnTo>
                <a:cubicBezTo>
                  <a:pt x="2556958" y="0"/>
                  <a:pt x="2646732" y="89774"/>
                  <a:pt x="2646732" y="200516"/>
                </a:cubicBezTo>
                <a:lnTo>
                  <a:pt x="2646732" y="2446216"/>
                </a:lnTo>
                <a:cubicBezTo>
                  <a:pt x="2646732" y="2556958"/>
                  <a:pt x="2556958" y="2646732"/>
                  <a:pt x="2446216" y="2646732"/>
                </a:cubicBezTo>
                <a:lnTo>
                  <a:pt x="200516" y="2646732"/>
                </a:lnTo>
                <a:cubicBezTo>
                  <a:pt x="89774" y="2646732"/>
                  <a:pt x="0" y="2556958"/>
                  <a:pt x="0" y="2446216"/>
                </a:cubicBezTo>
                <a:lnTo>
                  <a:pt x="0" y="200516"/>
                </a:lnTo>
                <a:cubicBezTo>
                  <a:pt x="0" y="89774"/>
                  <a:pt x="89774" y="0"/>
                  <a:pt x="200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69D0C755-96DA-4B6F-BE0A-5FD4DFFBA83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1597" y="1063172"/>
            <a:ext cx="2208689" cy="2208689"/>
          </a:xfrm>
          <a:custGeom>
            <a:avLst/>
            <a:gdLst>
              <a:gd name="connsiteX0" fmla="*/ 167330 w 2208689"/>
              <a:gd name="connsiteY0" fmla="*/ 0 h 2208689"/>
              <a:gd name="connsiteX1" fmla="*/ 2041359 w 2208689"/>
              <a:gd name="connsiteY1" fmla="*/ 0 h 2208689"/>
              <a:gd name="connsiteX2" fmla="*/ 2208689 w 2208689"/>
              <a:gd name="connsiteY2" fmla="*/ 167330 h 2208689"/>
              <a:gd name="connsiteX3" fmla="*/ 2208689 w 2208689"/>
              <a:gd name="connsiteY3" fmla="*/ 2041359 h 2208689"/>
              <a:gd name="connsiteX4" fmla="*/ 2041359 w 2208689"/>
              <a:gd name="connsiteY4" fmla="*/ 2208689 h 2208689"/>
              <a:gd name="connsiteX5" fmla="*/ 167330 w 2208689"/>
              <a:gd name="connsiteY5" fmla="*/ 2208689 h 2208689"/>
              <a:gd name="connsiteX6" fmla="*/ 0 w 2208689"/>
              <a:gd name="connsiteY6" fmla="*/ 2041359 h 2208689"/>
              <a:gd name="connsiteX7" fmla="*/ 0 w 2208689"/>
              <a:gd name="connsiteY7" fmla="*/ 167330 h 2208689"/>
              <a:gd name="connsiteX8" fmla="*/ 167330 w 2208689"/>
              <a:gd name="connsiteY8" fmla="*/ 0 h 2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689" h="2208689">
                <a:moveTo>
                  <a:pt x="167330" y="0"/>
                </a:moveTo>
                <a:lnTo>
                  <a:pt x="2041359" y="0"/>
                </a:lnTo>
                <a:cubicBezTo>
                  <a:pt x="2133773" y="0"/>
                  <a:pt x="2208689" y="74916"/>
                  <a:pt x="2208689" y="167330"/>
                </a:cubicBezTo>
                <a:lnTo>
                  <a:pt x="2208689" y="2041359"/>
                </a:lnTo>
                <a:cubicBezTo>
                  <a:pt x="2208689" y="2133773"/>
                  <a:pt x="2133773" y="2208689"/>
                  <a:pt x="2041359" y="2208689"/>
                </a:cubicBezTo>
                <a:lnTo>
                  <a:pt x="167330" y="2208689"/>
                </a:lnTo>
                <a:cubicBezTo>
                  <a:pt x="74916" y="2208689"/>
                  <a:pt x="0" y="2133773"/>
                  <a:pt x="0" y="2041359"/>
                </a:cubicBezTo>
                <a:lnTo>
                  <a:pt x="0" y="167330"/>
                </a:lnTo>
                <a:cubicBezTo>
                  <a:pt x="0" y="74916"/>
                  <a:pt x="74916" y="0"/>
                  <a:pt x="1673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030FC150-F8C4-4100-AA37-23ED9E685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82522" y="668720"/>
            <a:ext cx="2646732" cy="2646732"/>
          </a:xfrm>
          <a:custGeom>
            <a:avLst/>
            <a:gdLst>
              <a:gd name="connsiteX0" fmla="*/ 200516 w 2646732"/>
              <a:gd name="connsiteY0" fmla="*/ 0 h 2646732"/>
              <a:gd name="connsiteX1" fmla="*/ 2446216 w 2646732"/>
              <a:gd name="connsiteY1" fmla="*/ 0 h 2646732"/>
              <a:gd name="connsiteX2" fmla="*/ 2646732 w 2646732"/>
              <a:gd name="connsiteY2" fmla="*/ 200516 h 2646732"/>
              <a:gd name="connsiteX3" fmla="*/ 2646732 w 2646732"/>
              <a:gd name="connsiteY3" fmla="*/ 2446216 h 2646732"/>
              <a:gd name="connsiteX4" fmla="*/ 2446216 w 2646732"/>
              <a:gd name="connsiteY4" fmla="*/ 2646732 h 2646732"/>
              <a:gd name="connsiteX5" fmla="*/ 200516 w 2646732"/>
              <a:gd name="connsiteY5" fmla="*/ 2646732 h 2646732"/>
              <a:gd name="connsiteX6" fmla="*/ 0 w 2646732"/>
              <a:gd name="connsiteY6" fmla="*/ 2446216 h 2646732"/>
              <a:gd name="connsiteX7" fmla="*/ 0 w 2646732"/>
              <a:gd name="connsiteY7" fmla="*/ 200516 h 2646732"/>
              <a:gd name="connsiteX8" fmla="*/ 200516 w 2646732"/>
              <a:gd name="connsiteY8" fmla="*/ 0 h 264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732" h="2646732">
                <a:moveTo>
                  <a:pt x="200516" y="0"/>
                </a:moveTo>
                <a:lnTo>
                  <a:pt x="2446216" y="0"/>
                </a:lnTo>
                <a:cubicBezTo>
                  <a:pt x="2556958" y="0"/>
                  <a:pt x="2646732" y="89774"/>
                  <a:pt x="2646732" y="200516"/>
                </a:cubicBezTo>
                <a:lnTo>
                  <a:pt x="2646732" y="2446216"/>
                </a:lnTo>
                <a:cubicBezTo>
                  <a:pt x="2646732" y="2556958"/>
                  <a:pt x="2556958" y="2646732"/>
                  <a:pt x="2446216" y="2646732"/>
                </a:cubicBezTo>
                <a:lnTo>
                  <a:pt x="200516" y="2646732"/>
                </a:lnTo>
                <a:cubicBezTo>
                  <a:pt x="89774" y="2646732"/>
                  <a:pt x="0" y="2556958"/>
                  <a:pt x="0" y="2446216"/>
                </a:cubicBezTo>
                <a:lnTo>
                  <a:pt x="0" y="200516"/>
                </a:lnTo>
                <a:cubicBezTo>
                  <a:pt x="0" y="89774"/>
                  <a:pt x="89774" y="0"/>
                  <a:pt x="200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44EA3BF0-5DA9-4233-BA6E-B6C0B9B099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57660" y="3634721"/>
            <a:ext cx="1584601" cy="1584601"/>
          </a:xfrm>
          <a:custGeom>
            <a:avLst/>
            <a:gdLst>
              <a:gd name="connsiteX0" fmla="*/ 120049 w 1584601"/>
              <a:gd name="connsiteY0" fmla="*/ 0 h 1584601"/>
              <a:gd name="connsiteX1" fmla="*/ 1464552 w 1584601"/>
              <a:gd name="connsiteY1" fmla="*/ 0 h 1584601"/>
              <a:gd name="connsiteX2" fmla="*/ 1584601 w 1584601"/>
              <a:gd name="connsiteY2" fmla="*/ 120049 h 1584601"/>
              <a:gd name="connsiteX3" fmla="*/ 1584601 w 1584601"/>
              <a:gd name="connsiteY3" fmla="*/ 1464552 h 1584601"/>
              <a:gd name="connsiteX4" fmla="*/ 1464552 w 1584601"/>
              <a:gd name="connsiteY4" fmla="*/ 1584601 h 1584601"/>
              <a:gd name="connsiteX5" fmla="*/ 120049 w 1584601"/>
              <a:gd name="connsiteY5" fmla="*/ 1584601 h 1584601"/>
              <a:gd name="connsiteX6" fmla="*/ 0 w 1584601"/>
              <a:gd name="connsiteY6" fmla="*/ 1464552 h 1584601"/>
              <a:gd name="connsiteX7" fmla="*/ 0 w 1584601"/>
              <a:gd name="connsiteY7" fmla="*/ 120049 h 1584601"/>
              <a:gd name="connsiteX8" fmla="*/ 120049 w 1584601"/>
              <a:gd name="connsiteY8" fmla="*/ 0 h 158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4601" h="1584601">
                <a:moveTo>
                  <a:pt x="120049" y="0"/>
                </a:moveTo>
                <a:lnTo>
                  <a:pt x="1464552" y="0"/>
                </a:lnTo>
                <a:cubicBezTo>
                  <a:pt x="1530853" y="0"/>
                  <a:pt x="1584601" y="53748"/>
                  <a:pt x="1584601" y="120049"/>
                </a:cubicBezTo>
                <a:lnTo>
                  <a:pt x="1584601" y="1464552"/>
                </a:lnTo>
                <a:cubicBezTo>
                  <a:pt x="1584601" y="1530853"/>
                  <a:pt x="1530853" y="1584601"/>
                  <a:pt x="1464552" y="1584601"/>
                </a:cubicBezTo>
                <a:lnTo>
                  <a:pt x="120049" y="1584601"/>
                </a:lnTo>
                <a:cubicBezTo>
                  <a:pt x="53748" y="1584601"/>
                  <a:pt x="0" y="1530853"/>
                  <a:pt x="0" y="1464552"/>
                </a:cubicBezTo>
                <a:lnTo>
                  <a:pt x="0" y="120049"/>
                </a:lnTo>
                <a:cubicBezTo>
                  <a:pt x="0" y="53748"/>
                  <a:pt x="53748" y="0"/>
                  <a:pt x="1200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544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82526BB0-7E1E-4E42-82AC-D70B3D1C34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0911" y="544683"/>
            <a:ext cx="4835819" cy="5951306"/>
          </a:xfrm>
          <a:custGeom>
            <a:avLst/>
            <a:gdLst>
              <a:gd name="connsiteX0" fmla="*/ 0 w 4835819"/>
              <a:gd name="connsiteY0" fmla="*/ 0 h 5951306"/>
              <a:gd name="connsiteX1" fmla="*/ 4320979 w 4835819"/>
              <a:gd name="connsiteY1" fmla="*/ 0 h 5951306"/>
              <a:gd name="connsiteX2" fmla="*/ 4835819 w 4835819"/>
              <a:gd name="connsiteY2" fmla="*/ 513614 h 5951306"/>
              <a:gd name="connsiteX3" fmla="*/ 4835819 w 4835819"/>
              <a:gd name="connsiteY3" fmla="*/ 5437693 h 5951306"/>
              <a:gd name="connsiteX4" fmla="*/ 4320979 w 4835819"/>
              <a:gd name="connsiteY4" fmla="*/ 5951306 h 5951306"/>
              <a:gd name="connsiteX5" fmla="*/ 0 w 4835819"/>
              <a:gd name="connsiteY5" fmla="*/ 5951306 h 595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35819" h="5951306">
                <a:moveTo>
                  <a:pt x="0" y="0"/>
                </a:moveTo>
                <a:lnTo>
                  <a:pt x="4320979" y="0"/>
                </a:lnTo>
                <a:cubicBezTo>
                  <a:pt x="4605367" y="0"/>
                  <a:pt x="4835819" y="230452"/>
                  <a:pt x="4835819" y="513614"/>
                </a:cubicBezTo>
                <a:lnTo>
                  <a:pt x="4835819" y="5437693"/>
                </a:lnTo>
                <a:cubicBezTo>
                  <a:pt x="4835819" y="5722081"/>
                  <a:pt x="4605367" y="5951306"/>
                  <a:pt x="4320979" y="5951306"/>
                </a:cubicBezTo>
                <a:lnTo>
                  <a:pt x="0" y="595130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126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20E5F569-FB5D-4007-B024-0850676FAB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63944" y="613604"/>
            <a:ext cx="2105660" cy="5190296"/>
          </a:xfrm>
          <a:custGeom>
            <a:avLst/>
            <a:gdLst>
              <a:gd name="connsiteX0" fmla="*/ 1052830 w 2105660"/>
              <a:gd name="connsiteY0" fmla="*/ 0 h 5190296"/>
              <a:gd name="connsiteX1" fmla="*/ 2105660 w 2105660"/>
              <a:gd name="connsiteY1" fmla="*/ 1052830 h 5190296"/>
              <a:gd name="connsiteX2" fmla="*/ 2105659 w 2105660"/>
              <a:gd name="connsiteY2" fmla="*/ 4137466 h 5190296"/>
              <a:gd name="connsiteX3" fmla="*/ 1052829 w 2105660"/>
              <a:gd name="connsiteY3" fmla="*/ 5190296 h 5190296"/>
              <a:gd name="connsiteX4" fmla="*/ 1052830 w 2105660"/>
              <a:gd name="connsiteY4" fmla="*/ 5190295 h 5190296"/>
              <a:gd name="connsiteX5" fmla="*/ 0 w 2105660"/>
              <a:gd name="connsiteY5" fmla="*/ 4137465 h 5190296"/>
              <a:gd name="connsiteX6" fmla="*/ 0 w 2105660"/>
              <a:gd name="connsiteY6" fmla="*/ 1052830 h 5190296"/>
              <a:gd name="connsiteX7" fmla="*/ 1052830 w 2105660"/>
              <a:gd name="connsiteY7" fmla="*/ 0 h 519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5660" h="5190296">
                <a:moveTo>
                  <a:pt x="1052830" y="0"/>
                </a:moveTo>
                <a:cubicBezTo>
                  <a:pt x="1634292" y="0"/>
                  <a:pt x="2105660" y="471368"/>
                  <a:pt x="2105660" y="1052830"/>
                </a:cubicBezTo>
                <a:cubicBezTo>
                  <a:pt x="2105660" y="2081042"/>
                  <a:pt x="2105659" y="3109254"/>
                  <a:pt x="2105659" y="4137466"/>
                </a:cubicBezTo>
                <a:cubicBezTo>
                  <a:pt x="2105659" y="4718928"/>
                  <a:pt x="1634291" y="5190296"/>
                  <a:pt x="1052829" y="5190296"/>
                </a:cubicBezTo>
                <a:lnTo>
                  <a:pt x="1052830" y="5190295"/>
                </a:lnTo>
                <a:cubicBezTo>
                  <a:pt x="471368" y="5190295"/>
                  <a:pt x="0" y="4718927"/>
                  <a:pt x="0" y="4137465"/>
                </a:cubicBezTo>
                <a:lnTo>
                  <a:pt x="0" y="1052830"/>
                </a:lnTo>
                <a:cubicBezTo>
                  <a:pt x="0" y="471368"/>
                  <a:pt x="471368" y="0"/>
                  <a:pt x="10528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5C5FAE20-C1CC-41CF-ADFF-5F7E3D17D9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66284" y="613604"/>
            <a:ext cx="2105660" cy="5190296"/>
          </a:xfrm>
          <a:custGeom>
            <a:avLst/>
            <a:gdLst>
              <a:gd name="connsiteX0" fmla="*/ 1052830 w 2105660"/>
              <a:gd name="connsiteY0" fmla="*/ 0 h 5190296"/>
              <a:gd name="connsiteX1" fmla="*/ 2105660 w 2105660"/>
              <a:gd name="connsiteY1" fmla="*/ 1052830 h 5190296"/>
              <a:gd name="connsiteX2" fmla="*/ 2105659 w 2105660"/>
              <a:gd name="connsiteY2" fmla="*/ 4137466 h 5190296"/>
              <a:gd name="connsiteX3" fmla="*/ 1052829 w 2105660"/>
              <a:gd name="connsiteY3" fmla="*/ 5190296 h 5190296"/>
              <a:gd name="connsiteX4" fmla="*/ 1052830 w 2105660"/>
              <a:gd name="connsiteY4" fmla="*/ 5190295 h 5190296"/>
              <a:gd name="connsiteX5" fmla="*/ 0 w 2105660"/>
              <a:gd name="connsiteY5" fmla="*/ 4137465 h 5190296"/>
              <a:gd name="connsiteX6" fmla="*/ 0 w 2105660"/>
              <a:gd name="connsiteY6" fmla="*/ 1052830 h 5190296"/>
              <a:gd name="connsiteX7" fmla="*/ 1052830 w 2105660"/>
              <a:gd name="connsiteY7" fmla="*/ 0 h 519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5660" h="5190296">
                <a:moveTo>
                  <a:pt x="1052830" y="0"/>
                </a:moveTo>
                <a:cubicBezTo>
                  <a:pt x="1634292" y="0"/>
                  <a:pt x="2105660" y="471368"/>
                  <a:pt x="2105660" y="1052830"/>
                </a:cubicBezTo>
                <a:cubicBezTo>
                  <a:pt x="2105660" y="2081042"/>
                  <a:pt x="2105659" y="3109254"/>
                  <a:pt x="2105659" y="4137466"/>
                </a:cubicBezTo>
                <a:cubicBezTo>
                  <a:pt x="2105659" y="4718928"/>
                  <a:pt x="1634291" y="5190296"/>
                  <a:pt x="1052829" y="5190296"/>
                </a:cubicBezTo>
                <a:lnTo>
                  <a:pt x="1052830" y="5190295"/>
                </a:lnTo>
                <a:cubicBezTo>
                  <a:pt x="471368" y="5190295"/>
                  <a:pt x="0" y="4718927"/>
                  <a:pt x="0" y="4137465"/>
                </a:cubicBezTo>
                <a:lnTo>
                  <a:pt x="0" y="1052830"/>
                </a:lnTo>
                <a:cubicBezTo>
                  <a:pt x="0" y="471368"/>
                  <a:pt x="471368" y="0"/>
                  <a:pt x="10528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C08B0B2F-7735-468E-8A70-AE52F632133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868626" y="613604"/>
            <a:ext cx="2105660" cy="5190296"/>
          </a:xfrm>
          <a:custGeom>
            <a:avLst/>
            <a:gdLst>
              <a:gd name="connsiteX0" fmla="*/ 1052830 w 2105660"/>
              <a:gd name="connsiteY0" fmla="*/ 0 h 5190296"/>
              <a:gd name="connsiteX1" fmla="*/ 2105660 w 2105660"/>
              <a:gd name="connsiteY1" fmla="*/ 1052830 h 5190296"/>
              <a:gd name="connsiteX2" fmla="*/ 2105659 w 2105660"/>
              <a:gd name="connsiteY2" fmla="*/ 4137466 h 5190296"/>
              <a:gd name="connsiteX3" fmla="*/ 1052829 w 2105660"/>
              <a:gd name="connsiteY3" fmla="*/ 5190296 h 5190296"/>
              <a:gd name="connsiteX4" fmla="*/ 1052830 w 2105660"/>
              <a:gd name="connsiteY4" fmla="*/ 5190295 h 5190296"/>
              <a:gd name="connsiteX5" fmla="*/ 0 w 2105660"/>
              <a:gd name="connsiteY5" fmla="*/ 4137465 h 5190296"/>
              <a:gd name="connsiteX6" fmla="*/ 0 w 2105660"/>
              <a:gd name="connsiteY6" fmla="*/ 1052830 h 5190296"/>
              <a:gd name="connsiteX7" fmla="*/ 1052830 w 2105660"/>
              <a:gd name="connsiteY7" fmla="*/ 0 h 519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5660" h="5190296">
                <a:moveTo>
                  <a:pt x="1052830" y="0"/>
                </a:moveTo>
                <a:cubicBezTo>
                  <a:pt x="1634292" y="0"/>
                  <a:pt x="2105660" y="471368"/>
                  <a:pt x="2105660" y="1052830"/>
                </a:cubicBezTo>
                <a:cubicBezTo>
                  <a:pt x="2105660" y="2081042"/>
                  <a:pt x="2105659" y="3109254"/>
                  <a:pt x="2105659" y="4137466"/>
                </a:cubicBezTo>
                <a:cubicBezTo>
                  <a:pt x="2105659" y="4718928"/>
                  <a:pt x="1634291" y="5190296"/>
                  <a:pt x="1052829" y="5190296"/>
                </a:cubicBezTo>
                <a:lnTo>
                  <a:pt x="1052830" y="5190295"/>
                </a:lnTo>
                <a:cubicBezTo>
                  <a:pt x="471368" y="5190295"/>
                  <a:pt x="0" y="4718927"/>
                  <a:pt x="0" y="4137465"/>
                </a:cubicBezTo>
                <a:lnTo>
                  <a:pt x="0" y="1052830"/>
                </a:lnTo>
                <a:cubicBezTo>
                  <a:pt x="0" y="471368"/>
                  <a:pt x="471368" y="0"/>
                  <a:pt x="10528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107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0EA4B079-B2F3-455B-9100-01F9601174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181" y="493683"/>
            <a:ext cx="3157884" cy="2400174"/>
          </a:xfrm>
          <a:custGeom>
            <a:avLst/>
            <a:gdLst>
              <a:gd name="connsiteX0" fmla="*/ 63773 w 3157884"/>
              <a:gd name="connsiteY0" fmla="*/ 0 h 2400174"/>
              <a:gd name="connsiteX1" fmla="*/ 3094111 w 3157884"/>
              <a:gd name="connsiteY1" fmla="*/ 0 h 2400174"/>
              <a:gd name="connsiteX2" fmla="*/ 3157884 w 3157884"/>
              <a:gd name="connsiteY2" fmla="*/ 63773 h 2400174"/>
              <a:gd name="connsiteX3" fmla="*/ 3157884 w 3157884"/>
              <a:gd name="connsiteY3" fmla="*/ 2336401 h 2400174"/>
              <a:gd name="connsiteX4" fmla="*/ 3094111 w 3157884"/>
              <a:gd name="connsiteY4" fmla="*/ 2400174 h 2400174"/>
              <a:gd name="connsiteX5" fmla="*/ 63773 w 3157884"/>
              <a:gd name="connsiteY5" fmla="*/ 2400174 h 2400174"/>
              <a:gd name="connsiteX6" fmla="*/ 0 w 3157884"/>
              <a:gd name="connsiteY6" fmla="*/ 2336401 h 2400174"/>
              <a:gd name="connsiteX7" fmla="*/ 0 w 3157884"/>
              <a:gd name="connsiteY7" fmla="*/ 63773 h 2400174"/>
              <a:gd name="connsiteX8" fmla="*/ 63773 w 3157884"/>
              <a:gd name="connsiteY8" fmla="*/ 0 h 240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7884" h="2400174">
                <a:moveTo>
                  <a:pt x="63773" y="0"/>
                </a:moveTo>
                <a:lnTo>
                  <a:pt x="3094111" y="0"/>
                </a:lnTo>
                <a:cubicBezTo>
                  <a:pt x="3129332" y="0"/>
                  <a:pt x="3157884" y="28552"/>
                  <a:pt x="3157884" y="63773"/>
                </a:cubicBezTo>
                <a:lnTo>
                  <a:pt x="3157884" y="2336401"/>
                </a:lnTo>
                <a:cubicBezTo>
                  <a:pt x="3157884" y="2371622"/>
                  <a:pt x="3129332" y="2400174"/>
                  <a:pt x="3094111" y="2400174"/>
                </a:cubicBezTo>
                <a:lnTo>
                  <a:pt x="63773" y="2400174"/>
                </a:lnTo>
                <a:cubicBezTo>
                  <a:pt x="28552" y="2400174"/>
                  <a:pt x="0" y="2371622"/>
                  <a:pt x="0" y="2336401"/>
                </a:cubicBez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B2E04AB5-1654-4BFF-945F-A4B01D9BEC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17058" y="493683"/>
            <a:ext cx="3157884" cy="2400174"/>
          </a:xfrm>
          <a:custGeom>
            <a:avLst/>
            <a:gdLst>
              <a:gd name="connsiteX0" fmla="*/ 63773 w 3157884"/>
              <a:gd name="connsiteY0" fmla="*/ 0 h 2400174"/>
              <a:gd name="connsiteX1" fmla="*/ 3094111 w 3157884"/>
              <a:gd name="connsiteY1" fmla="*/ 0 h 2400174"/>
              <a:gd name="connsiteX2" fmla="*/ 3157884 w 3157884"/>
              <a:gd name="connsiteY2" fmla="*/ 63773 h 2400174"/>
              <a:gd name="connsiteX3" fmla="*/ 3157884 w 3157884"/>
              <a:gd name="connsiteY3" fmla="*/ 2336401 h 2400174"/>
              <a:gd name="connsiteX4" fmla="*/ 3094111 w 3157884"/>
              <a:gd name="connsiteY4" fmla="*/ 2400174 h 2400174"/>
              <a:gd name="connsiteX5" fmla="*/ 63773 w 3157884"/>
              <a:gd name="connsiteY5" fmla="*/ 2400174 h 2400174"/>
              <a:gd name="connsiteX6" fmla="*/ 0 w 3157884"/>
              <a:gd name="connsiteY6" fmla="*/ 2336401 h 2400174"/>
              <a:gd name="connsiteX7" fmla="*/ 0 w 3157884"/>
              <a:gd name="connsiteY7" fmla="*/ 63773 h 2400174"/>
              <a:gd name="connsiteX8" fmla="*/ 63773 w 3157884"/>
              <a:gd name="connsiteY8" fmla="*/ 0 h 240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7884" h="2400174">
                <a:moveTo>
                  <a:pt x="63773" y="0"/>
                </a:moveTo>
                <a:lnTo>
                  <a:pt x="3094111" y="0"/>
                </a:lnTo>
                <a:cubicBezTo>
                  <a:pt x="3129332" y="0"/>
                  <a:pt x="3157884" y="28552"/>
                  <a:pt x="3157884" y="63773"/>
                </a:cubicBezTo>
                <a:lnTo>
                  <a:pt x="3157884" y="2336401"/>
                </a:lnTo>
                <a:cubicBezTo>
                  <a:pt x="3157884" y="2371622"/>
                  <a:pt x="3129332" y="2400174"/>
                  <a:pt x="3094111" y="2400174"/>
                </a:cubicBezTo>
                <a:lnTo>
                  <a:pt x="63773" y="2400174"/>
                </a:lnTo>
                <a:cubicBezTo>
                  <a:pt x="28552" y="2400174"/>
                  <a:pt x="0" y="2371622"/>
                  <a:pt x="0" y="2336401"/>
                </a:cubicBez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C5CA05E0-DCD1-4064-998F-945D5B86A9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91935" y="493683"/>
            <a:ext cx="3157884" cy="2400174"/>
          </a:xfrm>
          <a:custGeom>
            <a:avLst/>
            <a:gdLst>
              <a:gd name="connsiteX0" fmla="*/ 63773 w 3157884"/>
              <a:gd name="connsiteY0" fmla="*/ 0 h 2400174"/>
              <a:gd name="connsiteX1" fmla="*/ 3094111 w 3157884"/>
              <a:gd name="connsiteY1" fmla="*/ 0 h 2400174"/>
              <a:gd name="connsiteX2" fmla="*/ 3157884 w 3157884"/>
              <a:gd name="connsiteY2" fmla="*/ 63773 h 2400174"/>
              <a:gd name="connsiteX3" fmla="*/ 3157884 w 3157884"/>
              <a:gd name="connsiteY3" fmla="*/ 2336401 h 2400174"/>
              <a:gd name="connsiteX4" fmla="*/ 3094111 w 3157884"/>
              <a:gd name="connsiteY4" fmla="*/ 2400174 h 2400174"/>
              <a:gd name="connsiteX5" fmla="*/ 63773 w 3157884"/>
              <a:gd name="connsiteY5" fmla="*/ 2400174 h 2400174"/>
              <a:gd name="connsiteX6" fmla="*/ 0 w 3157884"/>
              <a:gd name="connsiteY6" fmla="*/ 2336401 h 2400174"/>
              <a:gd name="connsiteX7" fmla="*/ 0 w 3157884"/>
              <a:gd name="connsiteY7" fmla="*/ 63773 h 2400174"/>
              <a:gd name="connsiteX8" fmla="*/ 63773 w 3157884"/>
              <a:gd name="connsiteY8" fmla="*/ 0 h 240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7884" h="2400174">
                <a:moveTo>
                  <a:pt x="63773" y="0"/>
                </a:moveTo>
                <a:lnTo>
                  <a:pt x="3094111" y="0"/>
                </a:lnTo>
                <a:cubicBezTo>
                  <a:pt x="3129332" y="0"/>
                  <a:pt x="3157884" y="28552"/>
                  <a:pt x="3157884" y="63773"/>
                </a:cubicBezTo>
                <a:lnTo>
                  <a:pt x="3157884" y="2336401"/>
                </a:lnTo>
                <a:cubicBezTo>
                  <a:pt x="3157884" y="2371622"/>
                  <a:pt x="3129332" y="2400174"/>
                  <a:pt x="3094111" y="2400174"/>
                </a:cubicBezTo>
                <a:lnTo>
                  <a:pt x="63773" y="2400174"/>
                </a:lnTo>
                <a:cubicBezTo>
                  <a:pt x="28552" y="2400174"/>
                  <a:pt x="0" y="2371622"/>
                  <a:pt x="0" y="2336401"/>
                </a:cubicBez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030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0C19F8CC-67BC-4FCA-B833-C037C5E37F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379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1FE8545D-1904-4733-B1DA-6EC78D47250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44805" y="0"/>
            <a:ext cx="1947195" cy="6858000"/>
          </a:xfrm>
          <a:custGeom>
            <a:avLst/>
            <a:gdLst>
              <a:gd name="connsiteX0" fmla="*/ 0 w 1947195"/>
              <a:gd name="connsiteY0" fmla="*/ 0 h 6858000"/>
              <a:gd name="connsiteX1" fmla="*/ 1947195 w 1947195"/>
              <a:gd name="connsiteY1" fmla="*/ 0 h 6858000"/>
              <a:gd name="connsiteX2" fmla="*/ 1947195 w 1947195"/>
              <a:gd name="connsiteY2" fmla="*/ 6858000 h 6858000"/>
              <a:gd name="connsiteX3" fmla="*/ 0 w 194719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7195" h="6858000">
                <a:moveTo>
                  <a:pt x="0" y="0"/>
                </a:moveTo>
                <a:lnTo>
                  <a:pt x="1947195" y="0"/>
                </a:lnTo>
                <a:lnTo>
                  <a:pt x="194719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8C2FFD09-9BB7-49C2-BA1A-2F068CD9EF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9937" y="2322211"/>
            <a:ext cx="3910491" cy="2374473"/>
          </a:xfrm>
          <a:custGeom>
            <a:avLst/>
            <a:gdLst>
              <a:gd name="connsiteX0" fmla="*/ 0 w 3910491"/>
              <a:gd name="connsiteY0" fmla="*/ 0 h 2374473"/>
              <a:gd name="connsiteX1" fmla="*/ 3527838 w 3910491"/>
              <a:gd name="connsiteY1" fmla="*/ 0 h 2374473"/>
              <a:gd name="connsiteX2" fmla="*/ 3910491 w 3910491"/>
              <a:gd name="connsiteY2" fmla="*/ 396159 h 2374473"/>
              <a:gd name="connsiteX3" fmla="*/ 3910491 w 3910491"/>
              <a:gd name="connsiteY3" fmla="*/ 1978314 h 2374473"/>
              <a:gd name="connsiteX4" fmla="*/ 3527838 w 3910491"/>
              <a:gd name="connsiteY4" fmla="*/ 2374473 h 2374473"/>
              <a:gd name="connsiteX5" fmla="*/ 0 w 3910491"/>
              <a:gd name="connsiteY5" fmla="*/ 2374473 h 237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0491" h="2374473">
                <a:moveTo>
                  <a:pt x="0" y="0"/>
                </a:moveTo>
                <a:lnTo>
                  <a:pt x="3527838" y="0"/>
                </a:lnTo>
                <a:cubicBezTo>
                  <a:pt x="3738957" y="0"/>
                  <a:pt x="3910491" y="177589"/>
                  <a:pt x="3910491" y="396159"/>
                </a:cubicBezTo>
                <a:lnTo>
                  <a:pt x="3910491" y="1978314"/>
                </a:lnTo>
                <a:cubicBezTo>
                  <a:pt x="3910491" y="2196884"/>
                  <a:pt x="3738957" y="2374473"/>
                  <a:pt x="3527838" y="2374473"/>
                </a:cubicBezTo>
                <a:lnTo>
                  <a:pt x="0" y="237447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12DCC61A-2AA0-4B00-9869-C2571F5BBC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42892" y="2322211"/>
            <a:ext cx="3910491" cy="2374473"/>
          </a:xfrm>
          <a:custGeom>
            <a:avLst/>
            <a:gdLst>
              <a:gd name="connsiteX0" fmla="*/ 0 w 3910491"/>
              <a:gd name="connsiteY0" fmla="*/ 0 h 2374473"/>
              <a:gd name="connsiteX1" fmla="*/ 3527838 w 3910491"/>
              <a:gd name="connsiteY1" fmla="*/ 0 h 2374473"/>
              <a:gd name="connsiteX2" fmla="*/ 3910491 w 3910491"/>
              <a:gd name="connsiteY2" fmla="*/ 396159 h 2374473"/>
              <a:gd name="connsiteX3" fmla="*/ 3910491 w 3910491"/>
              <a:gd name="connsiteY3" fmla="*/ 1978314 h 2374473"/>
              <a:gd name="connsiteX4" fmla="*/ 3527838 w 3910491"/>
              <a:gd name="connsiteY4" fmla="*/ 2374473 h 2374473"/>
              <a:gd name="connsiteX5" fmla="*/ 0 w 3910491"/>
              <a:gd name="connsiteY5" fmla="*/ 2374473 h 2374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0491" h="2374473">
                <a:moveTo>
                  <a:pt x="0" y="0"/>
                </a:moveTo>
                <a:lnTo>
                  <a:pt x="3527838" y="0"/>
                </a:lnTo>
                <a:cubicBezTo>
                  <a:pt x="3738957" y="0"/>
                  <a:pt x="3910491" y="177589"/>
                  <a:pt x="3910491" y="396159"/>
                </a:cubicBezTo>
                <a:lnTo>
                  <a:pt x="3910491" y="1978314"/>
                </a:lnTo>
                <a:cubicBezTo>
                  <a:pt x="3910491" y="2196884"/>
                  <a:pt x="3738957" y="2374473"/>
                  <a:pt x="3527838" y="2374473"/>
                </a:cubicBezTo>
                <a:lnTo>
                  <a:pt x="0" y="237447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838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8A83DB32-1AF9-4944-B313-B653E716F1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91000" y="4306112"/>
            <a:ext cx="2524762" cy="2006717"/>
          </a:xfrm>
          <a:custGeom>
            <a:avLst/>
            <a:gdLst>
              <a:gd name="connsiteX0" fmla="*/ 69954 w 2524762"/>
              <a:gd name="connsiteY0" fmla="*/ 0 h 2006717"/>
              <a:gd name="connsiteX1" fmla="*/ 2454808 w 2524762"/>
              <a:gd name="connsiteY1" fmla="*/ 0 h 2006717"/>
              <a:gd name="connsiteX2" fmla="*/ 2524762 w 2524762"/>
              <a:gd name="connsiteY2" fmla="*/ 69954 h 2006717"/>
              <a:gd name="connsiteX3" fmla="*/ 2524762 w 2524762"/>
              <a:gd name="connsiteY3" fmla="*/ 1936763 h 2006717"/>
              <a:gd name="connsiteX4" fmla="*/ 2454808 w 2524762"/>
              <a:gd name="connsiteY4" fmla="*/ 2006717 h 2006717"/>
              <a:gd name="connsiteX5" fmla="*/ 69954 w 2524762"/>
              <a:gd name="connsiteY5" fmla="*/ 2006717 h 2006717"/>
              <a:gd name="connsiteX6" fmla="*/ 0 w 2524762"/>
              <a:gd name="connsiteY6" fmla="*/ 1936763 h 2006717"/>
              <a:gd name="connsiteX7" fmla="*/ 0 w 2524762"/>
              <a:gd name="connsiteY7" fmla="*/ 69954 h 2006717"/>
              <a:gd name="connsiteX8" fmla="*/ 69954 w 2524762"/>
              <a:gd name="connsiteY8" fmla="*/ 0 h 2006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24762" h="2006717">
                <a:moveTo>
                  <a:pt x="69954" y="0"/>
                </a:moveTo>
                <a:lnTo>
                  <a:pt x="2454808" y="0"/>
                </a:lnTo>
                <a:cubicBezTo>
                  <a:pt x="2493443" y="0"/>
                  <a:pt x="2524762" y="31319"/>
                  <a:pt x="2524762" y="69954"/>
                </a:cubicBezTo>
                <a:lnTo>
                  <a:pt x="2524762" y="1936763"/>
                </a:lnTo>
                <a:cubicBezTo>
                  <a:pt x="2524762" y="1975398"/>
                  <a:pt x="2493443" y="2006717"/>
                  <a:pt x="2454808" y="2006717"/>
                </a:cubicBezTo>
                <a:lnTo>
                  <a:pt x="69954" y="2006717"/>
                </a:lnTo>
                <a:cubicBezTo>
                  <a:pt x="31319" y="2006717"/>
                  <a:pt x="0" y="1975398"/>
                  <a:pt x="0" y="1936763"/>
                </a:cubicBezTo>
                <a:lnTo>
                  <a:pt x="0" y="69954"/>
                </a:lnTo>
                <a:cubicBezTo>
                  <a:pt x="0" y="31319"/>
                  <a:pt x="31319" y="0"/>
                  <a:pt x="6995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BC1B4D7-3E6E-4EB7-AD83-DEEFE507D5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3525" y="545173"/>
            <a:ext cx="2098835" cy="3632600"/>
          </a:xfrm>
          <a:custGeom>
            <a:avLst/>
            <a:gdLst>
              <a:gd name="connsiteX0" fmla="*/ 73165 w 2098835"/>
              <a:gd name="connsiteY0" fmla="*/ 0 h 3632600"/>
              <a:gd name="connsiteX1" fmla="*/ 2025670 w 2098835"/>
              <a:gd name="connsiteY1" fmla="*/ 0 h 3632600"/>
              <a:gd name="connsiteX2" fmla="*/ 2098835 w 2098835"/>
              <a:gd name="connsiteY2" fmla="*/ 73165 h 3632600"/>
              <a:gd name="connsiteX3" fmla="*/ 2098835 w 2098835"/>
              <a:gd name="connsiteY3" fmla="*/ 3559435 h 3632600"/>
              <a:gd name="connsiteX4" fmla="*/ 2025670 w 2098835"/>
              <a:gd name="connsiteY4" fmla="*/ 3632600 h 3632600"/>
              <a:gd name="connsiteX5" fmla="*/ 73165 w 2098835"/>
              <a:gd name="connsiteY5" fmla="*/ 3632600 h 3632600"/>
              <a:gd name="connsiteX6" fmla="*/ 0 w 2098835"/>
              <a:gd name="connsiteY6" fmla="*/ 3559435 h 3632600"/>
              <a:gd name="connsiteX7" fmla="*/ 0 w 2098835"/>
              <a:gd name="connsiteY7" fmla="*/ 73165 h 3632600"/>
              <a:gd name="connsiteX8" fmla="*/ 73165 w 2098835"/>
              <a:gd name="connsiteY8" fmla="*/ 0 h 363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98835" h="3632600">
                <a:moveTo>
                  <a:pt x="73165" y="0"/>
                </a:moveTo>
                <a:lnTo>
                  <a:pt x="2025670" y="0"/>
                </a:lnTo>
                <a:cubicBezTo>
                  <a:pt x="2066078" y="0"/>
                  <a:pt x="2098835" y="32757"/>
                  <a:pt x="2098835" y="73165"/>
                </a:cubicBezTo>
                <a:lnTo>
                  <a:pt x="2098835" y="3559435"/>
                </a:lnTo>
                <a:cubicBezTo>
                  <a:pt x="2098835" y="3599843"/>
                  <a:pt x="2066078" y="3632600"/>
                  <a:pt x="2025670" y="3632600"/>
                </a:cubicBezTo>
                <a:lnTo>
                  <a:pt x="73165" y="3632600"/>
                </a:lnTo>
                <a:cubicBezTo>
                  <a:pt x="32757" y="3632600"/>
                  <a:pt x="0" y="3599843"/>
                  <a:pt x="0" y="3559435"/>
                </a:cubicBezTo>
                <a:lnTo>
                  <a:pt x="0" y="73165"/>
                </a:lnTo>
                <a:cubicBezTo>
                  <a:pt x="0" y="32757"/>
                  <a:pt x="32757" y="0"/>
                  <a:pt x="7316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DFC72E20-93C0-4030-BF8E-5DD3CD790D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95140" y="545173"/>
            <a:ext cx="4020623" cy="3632600"/>
          </a:xfrm>
          <a:custGeom>
            <a:avLst/>
            <a:gdLst>
              <a:gd name="connsiteX0" fmla="*/ 126632 w 4020623"/>
              <a:gd name="connsiteY0" fmla="*/ 0 h 3632600"/>
              <a:gd name="connsiteX1" fmla="*/ 3893991 w 4020623"/>
              <a:gd name="connsiteY1" fmla="*/ 0 h 3632600"/>
              <a:gd name="connsiteX2" fmla="*/ 4020623 w 4020623"/>
              <a:gd name="connsiteY2" fmla="*/ 126632 h 3632600"/>
              <a:gd name="connsiteX3" fmla="*/ 4020623 w 4020623"/>
              <a:gd name="connsiteY3" fmla="*/ 3505968 h 3632600"/>
              <a:gd name="connsiteX4" fmla="*/ 3893991 w 4020623"/>
              <a:gd name="connsiteY4" fmla="*/ 3632600 h 3632600"/>
              <a:gd name="connsiteX5" fmla="*/ 126632 w 4020623"/>
              <a:gd name="connsiteY5" fmla="*/ 3632600 h 3632600"/>
              <a:gd name="connsiteX6" fmla="*/ 0 w 4020623"/>
              <a:gd name="connsiteY6" fmla="*/ 3505968 h 3632600"/>
              <a:gd name="connsiteX7" fmla="*/ 0 w 4020623"/>
              <a:gd name="connsiteY7" fmla="*/ 126632 h 3632600"/>
              <a:gd name="connsiteX8" fmla="*/ 126632 w 4020623"/>
              <a:gd name="connsiteY8" fmla="*/ 0 h 363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0623" h="3632600">
                <a:moveTo>
                  <a:pt x="126632" y="0"/>
                </a:moveTo>
                <a:lnTo>
                  <a:pt x="3893991" y="0"/>
                </a:lnTo>
                <a:cubicBezTo>
                  <a:pt x="3963928" y="0"/>
                  <a:pt x="4020623" y="56695"/>
                  <a:pt x="4020623" y="126632"/>
                </a:cubicBezTo>
                <a:lnTo>
                  <a:pt x="4020623" y="3505968"/>
                </a:lnTo>
                <a:cubicBezTo>
                  <a:pt x="4020623" y="3575905"/>
                  <a:pt x="3963928" y="3632600"/>
                  <a:pt x="3893991" y="3632600"/>
                </a:cubicBezTo>
                <a:lnTo>
                  <a:pt x="126632" y="3632600"/>
                </a:lnTo>
                <a:cubicBezTo>
                  <a:pt x="56695" y="3632600"/>
                  <a:pt x="0" y="3575905"/>
                  <a:pt x="0" y="3505968"/>
                </a:cubicBezTo>
                <a:lnTo>
                  <a:pt x="0" y="126632"/>
                </a:lnTo>
                <a:cubicBezTo>
                  <a:pt x="0" y="56695"/>
                  <a:pt x="56695" y="0"/>
                  <a:pt x="1266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9620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2DA4E6D5-6A32-4325-9384-2BDBBFCAB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280893"/>
            <a:ext cx="12192000" cy="2577106"/>
          </a:xfrm>
          <a:custGeom>
            <a:avLst/>
            <a:gdLst>
              <a:gd name="connsiteX0" fmla="*/ 0 w 12192000"/>
              <a:gd name="connsiteY0" fmla="*/ 0 h 2577106"/>
              <a:gd name="connsiteX1" fmla="*/ 12192000 w 12192000"/>
              <a:gd name="connsiteY1" fmla="*/ 0 h 2577106"/>
              <a:gd name="connsiteX2" fmla="*/ 12192000 w 12192000"/>
              <a:gd name="connsiteY2" fmla="*/ 2577106 h 2577106"/>
              <a:gd name="connsiteX3" fmla="*/ 0 w 12192000"/>
              <a:gd name="connsiteY3" fmla="*/ 2577106 h 2577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77106">
                <a:moveTo>
                  <a:pt x="0" y="0"/>
                </a:moveTo>
                <a:lnTo>
                  <a:pt x="12192000" y="0"/>
                </a:lnTo>
                <a:lnTo>
                  <a:pt x="12192000" y="2577106"/>
                </a:lnTo>
                <a:lnTo>
                  <a:pt x="0" y="257710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298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1229A4BA-DDF1-409C-93E4-A3A2496328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7FFD8588-1492-4066-9B6A-9A8D093D43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3416" y="869060"/>
            <a:ext cx="1319118" cy="1319118"/>
          </a:xfrm>
          <a:custGeom>
            <a:avLst/>
            <a:gdLst>
              <a:gd name="connsiteX0" fmla="*/ 659559 w 1319118"/>
              <a:gd name="connsiteY0" fmla="*/ 0 h 1319118"/>
              <a:gd name="connsiteX1" fmla="*/ 1319118 w 1319118"/>
              <a:gd name="connsiteY1" fmla="*/ 659559 h 1319118"/>
              <a:gd name="connsiteX2" fmla="*/ 659559 w 1319118"/>
              <a:gd name="connsiteY2" fmla="*/ 1319118 h 1319118"/>
              <a:gd name="connsiteX3" fmla="*/ 0 w 1319118"/>
              <a:gd name="connsiteY3" fmla="*/ 659559 h 1319118"/>
              <a:gd name="connsiteX4" fmla="*/ 659559 w 1319118"/>
              <a:gd name="connsiteY4" fmla="*/ 0 h 1319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9118" h="1319118">
                <a:moveTo>
                  <a:pt x="659559" y="0"/>
                </a:moveTo>
                <a:cubicBezTo>
                  <a:pt x="1023823" y="0"/>
                  <a:pt x="1319118" y="295295"/>
                  <a:pt x="1319118" y="659559"/>
                </a:cubicBezTo>
                <a:cubicBezTo>
                  <a:pt x="1319118" y="1023823"/>
                  <a:pt x="1023823" y="1319118"/>
                  <a:pt x="659559" y="1319118"/>
                </a:cubicBezTo>
                <a:cubicBezTo>
                  <a:pt x="295295" y="1319118"/>
                  <a:pt x="0" y="1023823"/>
                  <a:pt x="0" y="659559"/>
                </a:cubicBezTo>
                <a:cubicBezTo>
                  <a:pt x="0" y="295295"/>
                  <a:pt x="295295" y="0"/>
                  <a:pt x="6595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0879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A857EF44-6385-46B5-8725-9FE5C48420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01003" y="3580166"/>
            <a:ext cx="4656795" cy="2578848"/>
          </a:xfrm>
          <a:custGeom>
            <a:avLst/>
            <a:gdLst>
              <a:gd name="connsiteX0" fmla="*/ 1219057 w 4656795"/>
              <a:gd name="connsiteY0" fmla="*/ 0 h 2578848"/>
              <a:gd name="connsiteX1" fmla="*/ 3437739 w 4656795"/>
              <a:gd name="connsiteY1" fmla="*/ 0 h 2578848"/>
              <a:gd name="connsiteX2" fmla="*/ 4656795 w 4656795"/>
              <a:gd name="connsiteY2" fmla="*/ 1289424 h 2578848"/>
              <a:gd name="connsiteX3" fmla="*/ 3437739 w 4656795"/>
              <a:gd name="connsiteY3" fmla="*/ 2578848 h 2578848"/>
              <a:gd name="connsiteX4" fmla="*/ 1219057 w 4656795"/>
              <a:gd name="connsiteY4" fmla="*/ 2578848 h 2578848"/>
              <a:gd name="connsiteX5" fmla="*/ 0 w 4656795"/>
              <a:gd name="connsiteY5" fmla="*/ 1289424 h 2578848"/>
              <a:gd name="connsiteX6" fmla="*/ 1219057 w 4656795"/>
              <a:gd name="connsiteY6" fmla="*/ 0 h 257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795" h="2578848">
                <a:moveTo>
                  <a:pt x="1219057" y="0"/>
                </a:moveTo>
                <a:lnTo>
                  <a:pt x="3437739" y="0"/>
                </a:lnTo>
                <a:cubicBezTo>
                  <a:pt x="4110658" y="0"/>
                  <a:pt x="4656795" y="577529"/>
                  <a:pt x="4656795" y="1289424"/>
                </a:cubicBezTo>
                <a:cubicBezTo>
                  <a:pt x="4656795" y="2001320"/>
                  <a:pt x="4110658" y="2578848"/>
                  <a:pt x="3437739" y="2578848"/>
                </a:cubicBezTo>
                <a:lnTo>
                  <a:pt x="1219057" y="2578848"/>
                </a:lnTo>
                <a:cubicBezTo>
                  <a:pt x="546138" y="2578848"/>
                  <a:pt x="0" y="2001320"/>
                  <a:pt x="0" y="1289424"/>
                </a:cubicBezTo>
                <a:cubicBezTo>
                  <a:pt x="0" y="577529"/>
                  <a:pt x="546138" y="0"/>
                  <a:pt x="12190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2D8F9F75-0200-4942-A84F-1C82B4C1B2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01003" y="698991"/>
            <a:ext cx="4656795" cy="2578850"/>
          </a:xfrm>
          <a:custGeom>
            <a:avLst/>
            <a:gdLst>
              <a:gd name="connsiteX0" fmla="*/ 1219057 w 4656795"/>
              <a:gd name="connsiteY0" fmla="*/ 0 h 2578850"/>
              <a:gd name="connsiteX1" fmla="*/ 3437739 w 4656795"/>
              <a:gd name="connsiteY1" fmla="*/ 0 h 2578850"/>
              <a:gd name="connsiteX2" fmla="*/ 4656795 w 4656795"/>
              <a:gd name="connsiteY2" fmla="*/ 1289425 h 2578850"/>
              <a:gd name="connsiteX3" fmla="*/ 3437739 w 4656795"/>
              <a:gd name="connsiteY3" fmla="*/ 2578848 h 2578850"/>
              <a:gd name="connsiteX4" fmla="*/ 1219057 w 4656795"/>
              <a:gd name="connsiteY4" fmla="*/ 2578848 h 2578850"/>
              <a:gd name="connsiteX5" fmla="*/ 0 w 4656795"/>
              <a:gd name="connsiteY5" fmla="*/ 1289425 h 2578850"/>
              <a:gd name="connsiteX6" fmla="*/ 1219057 w 4656795"/>
              <a:gd name="connsiteY6" fmla="*/ 0 h 257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6795" h="2578850">
                <a:moveTo>
                  <a:pt x="1219057" y="0"/>
                </a:moveTo>
                <a:lnTo>
                  <a:pt x="3437739" y="0"/>
                </a:lnTo>
                <a:cubicBezTo>
                  <a:pt x="4110658" y="0"/>
                  <a:pt x="4656795" y="577529"/>
                  <a:pt x="4656795" y="1289425"/>
                </a:cubicBezTo>
                <a:cubicBezTo>
                  <a:pt x="4656795" y="2001320"/>
                  <a:pt x="4110658" y="2578848"/>
                  <a:pt x="3437739" y="2578848"/>
                </a:cubicBezTo>
                <a:lnTo>
                  <a:pt x="1219057" y="2578848"/>
                </a:lnTo>
                <a:cubicBezTo>
                  <a:pt x="546138" y="2580140"/>
                  <a:pt x="0" y="2002613"/>
                  <a:pt x="0" y="1289425"/>
                </a:cubicBezTo>
                <a:cubicBezTo>
                  <a:pt x="0" y="577529"/>
                  <a:pt x="546138" y="0"/>
                  <a:pt x="12190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024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678FF98B-250F-4B58-BF89-247589DDC3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036" y="1"/>
            <a:ext cx="1626093" cy="6858000"/>
          </a:xfrm>
          <a:custGeom>
            <a:avLst/>
            <a:gdLst>
              <a:gd name="connsiteX0" fmla="*/ 0 w 1626093"/>
              <a:gd name="connsiteY0" fmla="*/ 0 h 6858000"/>
              <a:gd name="connsiteX1" fmla="*/ 1626093 w 1626093"/>
              <a:gd name="connsiteY1" fmla="*/ 0 h 6858000"/>
              <a:gd name="connsiteX2" fmla="*/ 1626093 w 1626093"/>
              <a:gd name="connsiteY2" fmla="*/ 6858000 h 6858000"/>
              <a:gd name="connsiteX3" fmla="*/ 0 w 162609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6093" h="6858000">
                <a:moveTo>
                  <a:pt x="0" y="0"/>
                </a:moveTo>
                <a:lnTo>
                  <a:pt x="1626093" y="0"/>
                </a:lnTo>
                <a:lnTo>
                  <a:pt x="162609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2962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1730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94E0C279-7E0C-45BC-8AEA-6F40FAD8B9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127" y="3241376"/>
            <a:ext cx="10513747" cy="1157588"/>
          </a:xfrm>
          <a:custGeom>
            <a:avLst/>
            <a:gdLst>
              <a:gd name="connsiteX0" fmla="*/ 0 w 10513747"/>
              <a:gd name="connsiteY0" fmla="*/ 0 h 1157588"/>
              <a:gd name="connsiteX1" fmla="*/ 10513747 w 10513747"/>
              <a:gd name="connsiteY1" fmla="*/ 0 h 1157588"/>
              <a:gd name="connsiteX2" fmla="*/ 10513747 w 10513747"/>
              <a:gd name="connsiteY2" fmla="*/ 1157588 h 1157588"/>
              <a:gd name="connsiteX3" fmla="*/ 0 w 10513747"/>
              <a:gd name="connsiteY3" fmla="*/ 1157588 h 115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13747" h="1157588">
                <a:moveTo>
                  <a:pt x="0" y="0"/>
                </a:moveTo>
                <a:lnTo>
                  <a:pt x="10513747" y="0"/>
                </a:lnTo>
                <a:lnTo>
                  <a:pt x="10513747" y="1157588"/>
                </a:lnTo>
                <a:lnTo>
                  <a:pt x="0" y="115758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FC7F86E9-1D37-4D7C-8C6F-A73369808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127" y="1874363"/>
            <a:ext cx="10513747" cy="1157588"/>
          </a:xfrm>
          <a:custGeom>
            <a:avLst/>
            <a:gdLst>
              <a:gd name="connsiteX0" fmla="*/ 0 w 10513747"/>
              <a:gd name="connsiteY0" fmla="*/ 0 h 1157588"/>
              <a:gd name="connsiteX1" fmla="*/ 10513747 w 10513747"/>
              <a:gd name="connsiteY1" fmla="*/ 0 h 1157588"/>
              <a:gd name="connsiteX2" fmla="*/ 10513747 w 10513747"/>
              <a:gd name="connsiteY2" fmla="*/ 1157588 h 1157588"/>
              <a:gd name="connsiteX3" fmla="*/ 0 w 10513747"/>
              <a:gd name="connsiteY3" fmla="*/ 1157588 h 115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13747" h="1157588">
                <a:moveTo>
                  <a:pt x="0" y="0"/>
                </a:moveTo>
                <a:lnTo>
                  <a:pt x="10513747" y="0"/>
                </a:lnTo>
                <a:lnTo>
                  <a:pt x="10513747" y="1157588"/>
                </a:lnTo>
                <a:lnTo>
                  <a:pt x="0" y="115758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19246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EA77F25E-3898-4E7B-BDA7-D05942601D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16806" y="495953"/>
            <a:ext cx="990412" cy="990412"/>
          </a:xfrm>
          <a:custGeom>
            <a:avLst/>
            <a:gdLst>
              <a:gd name="connsiteX0" fmla="*/ 495206 w 990412"/>
              <a:gd name="connsiteY0" fmla="*/ 0 h 990412"/>
              <a:gd name="connsiteX1" fmla="*/ 990412 w 990412"/>
              <a:gd name="connsiteY1" fmla="*/ 495206 h 990412"/>
              <a:gd name="connsiteX2" fmla="*/ 495206 w 990412"/>
              <a:gd name="connsiteY2" fmla="*/ 990412 h 990412"/>
              <a:gd name="connsiteX3" fmla="*/ 0 w 990412"/>
              <a:gd name="connsiteY3" fmla="*/ 495206 h 990412"/>
              <a:gd name="connsiteX4" fmla="*/ 495206 w 990412"/>
              <a:gd name="connsiteY4" fmla="*/ 0 h 99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12" h="990412">
                <a:moveTo>
                  <a:pt x="495206" y="0"/>
                </a:moveTo>
                <a:cubicBezTo>
                  <a:pt x="768701" y="0"/>
                  <a:pt x="990412" y="221711"/>
                  <a:pt x="990412" y="495206"/>
                </a:cubicBezTo>
                <a:cubicBezTo>
                  <a:pt x="990412" y="768701"/>
                  <a:pt x="768701" y="990412"/>
                  <a:pt x="495206" y="990412"/>
                </a:cubicBezTo>
                <a:cubicBezTo>
                  <a:pt x="221711" y="990412"/>
                  <a:pt x="0" y="768701"/>
                  <a:pt x="0" y="495206"/>
                </a:cubicBezTo>
                <a:cubicBezTo>
                  <a:pt x="0" y="221711"/>
                  <a:pt x="221711" y="0"/>
                  <a:pt x="4952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xmlns="" id="{AB503744-3834-4F90-8B6A-9DC48FE8A2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70836" y="495953"/>
            <a:ext cx="990412" cy="990412"/>
          </a:xfrm>
          <a:custGeom>
            <a:avLst/>
            <a:gdLst>
              <a:gd name="connsiteX0" fmla="*/ 495206 w 990412"/>
              <a:gd name="connsiteY0" fmla="*/ 0 h 990412"/>
              <a:gd name="connsiteX1" fmla="*/ 990412 w 990412"/>
              <a:gd name="connsiteY1" fmla="*/ 495206 h 990412"/>
              <a:gd name="connsiteX2" fmla="*/ 495206 w 990412"/>
              <a:gd name="connsiteY2" fmla="*/ 990412 h 990412"/>
              <a:gd name="connsiteX3" fmla="*/ 0 w 990412"/>
              <a:gd name="connsiteY3" fmla="*/ 495206 h 990412"/>
              <a:gd name="connsiteX4" fmla="*/ 495206 w 990412"/>
              <a:gd name="connsiteY4" fmla="*/ 0 h 99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12" h="990412">
                <a:moveTo>
                  <a:pt x="495206" y="0"/>
                </a:moveTo>
                <a:cubicBezTo>
                  <a:pt x="768701" y="0"/>
                  <a:pt x="990412" y="221711"/>
                  <a:pt x="990412" y="495206"/>
                </a:cubicBezTo>
                <a:cubicBezTo>
                  <a:pt x="990412" y="768701"/>
                  <a:pt x="768701" y="990412"/>
                  <a:pt x="495206" y="990412"/>
                </a:cubicBezTo>
                <a:cubicBezTo>
                  <a:pt x="221711" y="990412"/>
                  <a:pt x="0" y="768701"/>
                  <a:pt x="0" y="495206"/>
                </a:cubicBezTo>
                <a:cubicBezTo>
                  <a:pt x="0" y="221711"/>
                  <a:pt x="221711" y="0"/>
                  <a:pt x="4952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1AC555F7-1E83-4AA7-A0D0-CCB3BA4727E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551572" y="495953"/>
            <a:ext cx="990412" cy="990412"/>
          </a:xfrm>
          <a:custGeom>
            <a:avLst/>
            <a:gdLst>
              <a:gd name="connsiteX0" fmla="*/ 495206 w 990412"/>
              <a:gd name="connsiteY0" fmla="*/ 0 h 990412"/>
              <a:gd name="connsiteX1" fmla="*/ 990412 w 990412"/>
              <a:gd name="connsiteY1" fmla="*/ 495206 h 990412"/>
              <a:gd name="connsiteX2" fmla="*/ 495206 w 990412"/>
              <a:gd name="connsiteY2" fmla="*/ 990412 h 990412"/>
              <a:gd name="connsiteX3" fmla="*/ 0 w 990412"/>
              <a:gd name="connsiteY3" fmla="*/ 495206 h 990412"/>
              <a:gd name="connsiteX4" fmla="*/ 495206 w 990412"/>
              <a:gd name="connsiteY4" fmla="*/ 0 h 99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12" h="990412">
                <a:moveTo>
                  <a:pt x="495206" y="0"/>
                </a:moveTo>
                <a:cubicBezTo>
                  <a:pt x="768701" y="0"/>
                  <a:pt x="990412" y="221711"/>
                  <a:pt x="990412" y="495206"/>
                </a:cubicBezTo>
                <a:cubicBezTo>
                  <a:pt x="990412" y="768701"/>
                  <a:pt x="768701" y="990412"/>
                  <a:pt x="495206" y="990412"/>
                </a:cubicBezTo>
                <a:cubicBezTo>
                  <a:pt x="221711" y="990412"/>
                  <a:pt x="0" y="768701"/>
                  <a:pt x="0" y="495206"/>
                </a:cubicBezTo>
                <a:cubicBezTo>
                  <a:pt x="0" y="221711"/>
                  <a:pt x="221711" y="0"/>
                  <a:pt x="4952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17D374F9-9EDC-4116-8B8B-295A1EB1D7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791" y="2286001"/>
            <a:ext cx="3409006" cy="2453055"/>
          </a:xfrm>
          <a:custGeom>
            <a:avLst/>
            <a:gdLst>
              <a:gd name="connsiteX0" fmla="*/ 168598 w 3409006"/>
              <a:gd name="connsiteY0" fmla="*/ 0 h 2453055"/>
              <a:gd name="connsiteX1" fmla="*/ 3240408 w 3409006"/>
              <a:gd name="connsiteY1" fmla="*/ 0 h 2453055"/>
              <a:gd name="connsiteX2" fmla="*/ 3409006 w 3409006"/>
              <a:gd name="connsiteY2" fmla="*/ 168598 h 2453055"/>
              <a:gd name="connsiteX3" fmla="*/ 3409006 w 3409006"/>
              <a:gd name="connsiteY3" fmla="*/ 2284457 h 2453055"/>
              <a:gd name="connsiteX4" fmla="*/ 3240408 w 3409006"/>
              <a:gd name="connsiteY4" fmla="*/ 2453055 h 2453055"/>
              <a:gd name="connsiteX5" fmla="*/ 168598 w 3409006"/>
              <a:gd name="connsiteY5" fmla="*/ 2453055 h 2453055"/>
              <a:gd name="connsiteX6" fmla="*/ 0 w 3409006"/>
              <a:gd name="connsiteY6" fmla="*/ 2284457 h 2453055"/>
              <a:gd name="connsiteX7" fmla="*/ 0 w 3409006"/>
              <a:gd name="connsiteY7" fmla="*/ 168598 h 2453055"/>
              <a:gd name="connsiteX8" fmla="*/ 168598 w 3409006"/>
              <a:gd name="connsiteY8" fmla="*/ 0 h 2453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9006" h="2453055">
                <a:moveTo>
                  <a:pt x="168598" y="0"/>
                </a:moveTo>
                <a:lnTo>
                  <a:pt x="3240408" y="0"/>
                </a:lnTo>
                <a:cubicBezTo>
                  <a:pt x="3333522" y="0"/>
                  <a:pt x="3409006" y="75484"/>
                  <a:pt x="3409006" y="168598"/>
                </a:cubicBezTo>
                <a:lnTo>
                  <a:pt x="3409006" y="2284457"/>
                </a:lnTo>
                <a:cubicBezTo>
                  <a:pt x="3409006" y="2377571"/>
                  <a:pt x="3333522" y="2453055"/>
                  <a:pt x="3240408" y="2453055"/>
                </a:cubicBezTo>
                <a:lnTo>
                  <a:pt x="168598" y="2453055"/>
                </a:lnTo>
                <a:cubicBezTo>
                  <a:pt x="75484" y="2453055"/>
                  <a:pt x="0" y="2377571"/>
                  <a:pt x="0" y="2284457"/>
                </a:cubicBezTo>
                <a:lnTo>
                  <a:pt x="0" y="168598"/>
                </a:lnTo>
                <a:cubicBezTo>
                  <a:pt x="0" y="75484"/>
                  <a:pt x="75484" y="0"/>
                  <a:pt x="1685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9B093975-FCA8-4EB9-ABB4-E8E4162CE6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1497" y="2286001"/>
            <a:ext cx="3409006" cy="2453055"/>
          </a:xfrm>
          <a:custGeom>
            <a:avLst/>
            <a:gdLst>
              <a:gd name="connsiteX0" fmla="*/ 168598 w 3409006"/>
              <a:gd name="connsiteY0" fmla="*/ 0 h 2453055"/>
              <a:gd name="connsiteX1" fmla="*/ 3240408 w 3409006"/>
              <a:gd name="connsiteY1" fmla="*/ 0 h 2453055"/>
              <a:gd name="connsiteX2" fmla="*/ 3409006 w 3409006"/>
              <a:gd name="connsiteY2" fmla="*/ 168598 h 2453055"/>
              <a:gd name="connsiteX3" fmla="*/ 3409006 w 3409006"/>
              <a:gd name="connsiteY3" fmla="*/ 2284457 h 2453055"/>
              <a:gd name="connsiteX4" fmla="*/ 3240408 w 3409006"/>
              <a:gd name="connsiteY4" fmla="*/ 2453055 h 2453055"/>
              <a:gd name="connsiteX5" fmla="*/ 168598 w 3409006"/>
              <a:gd name="connsiteY5" fmla="*/ 2453055 h 2453055"/>
              <a:gd name="connsiteX6" fmla="*/ 0 w 3409006"/>
              <a:gd name="connsiteY6" fmla="*/ 2284457 h 2453055"/>
              <a:gd name="connsiteX7" fmla="*/ 0 w 3409006"/>
              <a:gd name="connsiteY7" fmla="*/ 168598 h 2453055"/>
              <a:gd name="connsiteX8" fmla="*/ 168598 w 3409006"/>
              <a:gd name="connsiteY8" fmla="*/ 0 h 2453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9006" h="2453055">
                <a:moveTo>
                  <a:pt x="168598" y="0"/>
                </a:moveTo>
                <a:lnTo>
                  <a:pt x="3240408" y="0"/>
                </a:lnTo>
                <a:cubicBezTo>
                  <a:pt x="3333522" y="0"/>
                  <a:pt x="3409006" y="75484"/>
                  <a:pt x="3409006" y="168598"/>
                </a:cubicBezTo>
                <a:lnTo>
                  <a:pt x="3409006" y="2284457"/>
                </a:lnTo>
                <a:cubicBezTo>
                  <a:pt x="3409006" y="2377571"/>
                  <a:pt x="3333522" y="2453055"/>
                  <a:pt x="3240408" y="2453055"/>
                </a:cubicBezTo>
                <a:lnTo>
                  <a:pt x="168598" y="2453055"/>
                </a:lnTo>
                <a:cubicBezTo>
                  <a:pt x="75484" y="2453055"/>
                  <a:pt x="0" y="2377571"/>
                  <a:pt x="0" y="2284457"/>
                </a:cubicBezTo>
                <a:lnTo>
                  <a:pt x="0" y="168598"/>
                </a:lnTo>
                <a:cubicBezTo>
                  <a:pt x="0" y="75484"/>
                  <a:pt x="75484" y="0"/>
                  <a:pt x="1685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615375B5-889A-41B5-B72C-74A65C260B5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5203" y="2286001"/>
            <a:ext cx="3409006" cy="2453055"/>
          </a:xfrm>
          <a:custGeom>
            <a:avLst/>
            <a:gdLst>
              <a:gd name="connsiteX0" fmla="*/ 168598 w 3409006"/>
              <a:gd name="connsiteY0" fmla="*/ 0 h 2453055"/>
              <a:gd name="connsiteX1" fmla="*/ 3240408 w 3409006"/>
              <a:gd name="connsiteY1" fmla="*/ 0 h 2453055"/>
              <a:gd name="connsiteX2" fmla="*/ 3409006 w 3409006"/>
              <a:gd name="connsiteY2" fmla="*/ 168598 h 2453055"/>
              <a:gd name="connsiteX3" fmla="*/ 3409006 w 3409006"/>
              <a:gd name="connsiteY3" fmla="*/ 2284457 h 2453055"/>
              <a:gd name="connsiteX4" fmla="*/ 3240408 w 3409006"/>
              <a:gd name="connsiteY4" fmla="*/ 2453055 h 2453055"/>
              <a:gd name="connsiteX5" fmla="*/ 168598 w 3409006"/>
              <a:gd name="connsiteY5" fmla="*/ 2453055 h 2453055"/>
              <a:gd name="connsiteX6" fmla="*/ 0 w 3409006"/>
              <a:gd name="connsiteY6" fmla="*/ 2284457 h 2453055"/>
              <a:gd name="connsiteX7" fmla="*/ 0 w 3409006"/>
              <a:gd name="connsiteY7" fmla="*/ 168598 h 2453055"/>
              <a:gd name="connsiteX8" fmla="*/ 168598 w 3409006"/>
              <a:gd name="connsiteY8" fmla="*/ 0 h 2453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9006" h="2453055">
                <a:moveTo>
                  <a:pt x="168598" y="0"/>
                </a:moveTo>
                <a:lnTo>
                  <a:pt x="3240408" y="0"/>
                </a:lnTo>
                <a:cubicBezTo>
                  <a:pt x="3333522" y="0"/>
                  <a:pt x="3409006" y="75484"/>
                  <a:pt x="3409006" y="168598"/>
                </a:cubicBezTo>
                <a:lnTo>
                  <a:pt x="3409006" y="2284457"/>
                </a:lnTo>
                <a:cubicBezTo>
                  <a:pt x="3409006" y="2377571"/>
                  <a:pt x="3333522" y="2453055"/>
                  <a:pt x="3240408" y="2453055"/>
                </a:cubicBezTo>
                <a:lnTo>
                  <a:pt x="168598" y="2453055"/>
                </a:lnTo>
                <a:cubicBezTo>
                  <a:pt x="75484" y="2453055"/>
                  <a:pt x="0" y="2377571"/>
                  <a:pt x="0" y="2284457"/>
                </a:cubicBezTo>
                <a:lnTo>
                  <a:pt x="0" y="168598"/>
                </a:lnTo>
                <a:cubicBezTo>
                  <a:pt x="0" y="75484"/>
                  <a:pt x="75484" y="0"/>
                  <a:pt x="1685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34146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D21DBE36-562E-47C2-88B1-AEC34849D4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31628" y="452562"/>
            <a:ext cx="3155432" cy="4361724"/>
          </a:xfrm>
          <a:custGeom>
            <a:avLst/>
            <a:gdLst>
              <a:gd name="connsiteX0" fmla="*/ 216873 w 3155432"/>
              <a:gd name="connsiteY0" fmla="*/ 0 h 4361724"/>
              <a:gd name="connsiteX1" fmla="*/ 2938559 w 3155432"/>
              <a:gd name="connsiteY1" fmla="*/ 0 h 4361724"/>
              <a:gd name="connsiteX2" fmla="*/ 3155432 w 3155432"/>
              <a:gd name="connsiteY2" fmla="*/ 216873 h 4361724"/>
              <a:gd name="connsiteX3" fmla="*/ 3155432 w 3155432"/>
              <a:gd name="connsiteY3" fmla="*/ 4144851 h 4361724"/>
              <a:gd name="connsiteX4" fmla="*/ 2938559 w 3155432"/>
              <a:gd name="connsiteY4" fmla="*/ 4361724 h 4361724"/>
              <a:gd name="connsiteX5" fmla="*/ 216873 w 3155432"/>
              <a:gd name="connsiteY5" fmla="*/ 4361724 h 4361724"/>
              <a:gd name="connsiteX6" fmla="*/ 0 w 3155432"/>
              <a:gd name="connsiteY6" fmla="*/ 4144851 h 4361724"/>
              <a:gd name="connsiteX7" fmla="*/ 0 w 3155432"/>
              <a:gd name="connsiteY7" fmla="*/ 216873 h 4361724"/>
              <a:gd name="connsiteX8" fmla="*/ 216873 w 3155432"/>
              <a:gd name="connsiteY8" fmla="*/ 0 h 436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432" h="4361724">
                <a:moveTo>
                  <a:pt x="216873" y="0"/>
                </a:moveTo>
                <a:lnTo>
                  <a:pt x="2938559" y="0"/>
                </a:lnTo>
                <a:cubicBezTo>
                  <a:pt x="3058335" y="0"/>
                  <a:pt x="3155432" y="97097"/>
                  <a:pt x="3155432" y="216873"/>
                </a:cubicBezTo>
                <a:lnTo>
                  <a:pt x="3155432" y="4144851"/>
                </a:lnTo>
                <a:cubicBezTo>
                  <a:pt x="3155432" y="4264627"/>
                  <a:pt x="3058335" y="4361724"/>
                  <a:pt x="2938559" y="4361724"/>
                </a:cubicBezTo>
                <a:lnTo>
                  <a:pt x="216873" y="4361724"/>
                </a:lnTo>
                <a:cubicBezTo>
                  <a:pt x="97097" y="4361724"/>
                  <a:pt x="0" y="4264627"/>
                  <a:pt x="0" y="4144851"/>
                </a:cubicBezTo>
                <a:lnTo>
                  <a:pt x="0" y="216873"/>
                </a:lnTo>
                <a:cubicBezTo>
                  <a:pt x="0" y="97097"/>
                  <a:pt x="97097" y="0"/>
                  <a:pt x="2168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8E36CB03-7A2F-47AE-9E6B-9F1BA12A60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0483" y="452562"/>
            <a:ext cx="3155432" cy="4361724"/>
          </a:xfrm>
          <a:custGeom>
            <a:avLst/>
            <a:gdLst>
              <a:gd name="connsiteX0" fmla="*/ 216873 w 3155432"/>
              <a:gd name="connsiteY0" fmla="*/ 0 h 4361724"/>
              <a:gd name="connsiteX1" fmla="*/ 2938559 w 3155432"/>
              <a:gd name="connsiteY1" fmla="*/ 0 h 4361724"/>
              <a:gd name="connsiteX2" fmla="*/ 3155432 w 3155432"/>
              <a:gd name="connsiteY2" fmla="*/ 216873 h 4361724"/>
              <a:gd name="connsiteX3" fmla="*/ 3155432 w 3155432"/>
              <a:gd name="connsiteY3" fmla="*/ 4144851 h 4361724"/>
              <a:gd name="connsiteX4" fmla="*/ 2938559 w 3155432"/>
              <a:gd name="connsiteY4" fmla="*/ 4361724 h 4361724"/>
              <a:gd name="connsiteX5" fmla="*/ 216873 w 3155432"/>
              <a:gd name="connsiteY5" fmla="*/ 4361724 h 4361724"/>
              <a:gd name="connsiteX6" fmla="*/ 0 w 3155432"/>
              <a:gd name="connsiteY6" fmla="*/ 4144851 h 4361724"/>
              <a:gd name="connsiteX7" fmla="*/ 0 w 3155432"/>
              <a:gd name="connsiteY7" fmla="*/ 216873 h 4361724"/>
              <a:gd name="connsiteX8" fmla="*/ 216873 w 3155432"/>
              <a:gd name="connsiteY8" fmla="*/ 0 h 436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432" h="4361724">
                <a:moveTo>
                  <a:pt x="216873" y="0"/>
                </a:moveTo>
                <a:lnTo>
                  <a:pt x="2938559" y="0"/>
                </a:lnTo>
                <a:cubicBezTo>
                  <a:pt x="3058335" y="0"/>
                  <a:pt x="3155432" y="97097"/>
                  <a:pt x="3155432" y="216873"/>
                </a:cubicBezTo>
                <a:lnTo>
                  <a:pt x="3155432" y="4144851"/>
                </a:lnTo>
                <a:cubicBezTo>
                  <a:pt x="3155432" y="4264627"/>
                  <a:pt x="3058335" y="4361724"/>
                  <a:pt x="2938559" y="4361724"/>
                </a:cubicBezTo>
                <a:lnTo>
                  <a:pt x="216873" y="4361724"/>
                </a:lnTo>
                <a:cubicBezTo>
                  <a:pt x="97097" y="4361724"/>
                  <a:pt x="0" y="4264627"/>
                  <a:pt x="0" y="4144851"/>
                </a:cubicBezTo>
                <a:lnTo>
                  <a:pt x="0" y="216873"/>
                </a:lnTo>
                <a:cubicBezTo>
                  <a:pt x="0" y="97097"/>
                  <a:pt x="97097" y="0"/>
                  <a:pt x="2168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68672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434BAC90-1C67-4D2C-9C10-82BDC73D70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52887" y="0"/>
            <a:ext cx="6339114" cy="6858000"/>
          </a:xfrm>
          <a:custGeom>
            <a:avLst/>
            <a:gdLst>
              <a:gd name="connsiteX0" fmla="*/ 0 w 6339114"/>
              <a:gd name="connsiteY0" fmla="*/ 0 h 6858000"/>
              <a:gd name="connsiteX1" fmla="*/ 6339114 w 6339114"/>
              <a:gd name="connsiteY1" fmla="*/ 0 h 6858000"/>
              <a:gd name="connsiteX2" fmla="*/ 6339114 w 6339114"/>
              <a:gd name="connsiteY2" fmla="*/ 6858000 h 6858000"/>
              <a:gd name="connsiteX3" fmla="*/ 0 w 633911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9114" h="6858000">
                <a:moveTo>
                  <a:pt x="0" y="0"/>
                </a:moveTo>
                <a:lnTo>
                  <a:pt x="6339114" y="0"/>
                </a:lnTo>
                <a:lnTo>
                  <a:pt x="633911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3113E156-9A2A-4E9D-BF0C-E9CCCC2DF3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8690" y="4460127"/>
            <a:ext cx="1235010" cy="1235010"/>
          </a:xfrm>
          <a:custGeom>
            <a:avLst/>
            <a:gdLst>
              <a:gd name="connsiteX0" fmla="*/ 617505 w 1235010"/>
              <a:gd name="connsiteY0" fmla="*/ 0 h 1235010"/>
              <a:gd name="connsiteX1" fmla="*/ 1235010 w 1235010"/>
              <a:gd name="connsiteY1" fmla="*/ 617505 h 1235010"/>
              <a:gd name="connsiteX2" fmla="*/ 617505 w 1235010"/>
              <a:gd name="connsiteY2" fmla="*/ 1235010 h 1235010"/>
              <a:gd name="connsiteX3" fmla="*/ 0 w 1235010"/>
              <a:gd name="connsiteY3" fmla="*/ 617505 h 1235010"/>
              <a:gd name="connsiteX4" fmla="*/ 617505 w 1235010"/>
              <a:gd name="connsiteY4" fmla="*/ 0 h 1235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5010" h="1235010">
                <a:moveTo>
                  <a:pt x="617505" y="0"/>
                </a:moveTo>
                <a:cubicBezTo>
                  <a:pt x="958544" y="0"/>
                  <a:pt x="1235010" y="276466"/>
                  <a:pt x="1235010" y="617505"/>
                </a:cubicBezTo>
                <a:cubicBezTo>
                  <a:pt x="1235010" y="958544"/>
                  <a:pt x="958544" y="1235010"/>
                  <a:pt x="617505" y="1235010"/>
                </a:cubicBezTo>
                <a:cubicBezTo>
                  <a:pt x="276466" y="1235010"/>
                  <a:pt x="0" y="958544"/>
                  <a:pt x="0" y="617505"/>
                </a:cubicBezTo>
                <a:cubicBezTo>
                  <a:pt x="0" y="276466"/>
                  <a:pt x="276466" y="0"/>
                  <a:pt x="6175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6839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BE57F8DD-8602-4CC8-B5D7-5A300FBA71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3495972" cy="6858000"/>
          </a:xfrm>
          <a:custGeom>
            <a:avLst/>
            <a:gdLst>
              <a:gd name="connsiteX0" fmla="*/ 0 w 3495972"/>
              <a:gd name="connsiteY0" fmla="*/ 0 h 6858000"/>
              <a:gd name="connsiteX1" fmla="*/ 3495972 w 3495972"/>
              <a:gd name="connsiteY1" fmla="*/ 0 h 6858000"/>
              <a:gd name="connsiteX2" fmla="*/ 3495972 w 3495972"/>
              <a:gd name="connsiteY2" fmla="*/ 6858000 h 6858000"/>
              <a:gd name="connsiteX3" fmla="*/ 0 w 34959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5972" h="6858000">
                <a:moveTo>
                  <a:pt x="0" y="0"/>
                </a:moveTo>
                <a:lnTo>
                  <a:pt x="3495972" y="0"/>
                </a:lnTo>
                <a:lnTo>
                  <a:pt x="349597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3F59B514-6996-4479-89A2-293FE923C9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96903" y="928643"/>
            <a:ext cx="1379010" cy="1379010"/>
          </a:xfrm>
          <a:custGeom>
            <a:avLst/>
            <a:gdLst>
              <a:gd name="connsiteX0" fmla="*/ 689505 w 1379010"/>
              <a:gd name="connsiteY0" fmla="*/ 0 h 1379010"/>
              <a:gd name="connsiteX1" fmla="*/ 1379010 w 1379010"/>
              <a:gd name="connsiteY1" fmla="*/ 689505 h 1379010"/>
              <a:gd name="connsiteX2" fmla="*/ 689505 w 1379010"/>
              <a:gd name="connsiteY2" fmla="*/ 1379010 h 1379010"/>
              <a:gd name="connsiteX3" fmla="*/ 0 w 1379010"/>
              <a:gd name="connsiteY3" fmla="*/ 689505 h 1379010"/>
              <a:gd name="connsiteX4" fmla="*/ 689505 w 1379010"/>
              <a:gd name="connsiteY4" fmla="*/ 0 h 137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9010" h="1379010">
                <a:moveTo>
                  <a:pt x="689505" y="0"/>
                </a:moveTo>
                <a:cubicBezTo>
                  <a:pt x="1070308" y="0"/>
                  <a:pt x="1379010" y="308702"/>
                  <a:pt x="1379010" y="689505"/>
                </a:cubicBezTo>
                <a:cubicBezTo>
                  <a:pt x="1379010" y="1070308"/>
                  <a:pt x="1070308" y="1379010"/>
                  <a:pt x="689505" y="1379010"/>
                </a:cubicBezTo>
                <a:cubicBezTo>
                  <a:pt x="308702" y="1379010"/>
                  <a:pt x="0" y="1070308"/>
                  <a:pt x="0" y="689505"/>
                </a:cubicBezTo>
                <a:cubicBezTo>
                  <a:pt x="0" y="308702"/>
                  <a:pt x="308702" y="0"/>
                  <a:pt x="6895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4761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3C34F9CA-4068-4DC3-98BC-619C9A95E12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761156"/>
            <a:ext cx="5145941" cy="3096845"/>
          </a:xfrm>
          <a:custGeom>
            <a:avLst/>
            <a:gdLst>
              <a:gd name="connsiteX0" fmla="*/ 0 w 5145941"/>
              <a:gd name="connsiteY0" fmla="*/ 0 h 3096845"/>
              <a:gd name="connsiteX1" fmla="*/ 5145941 w 5145941"/>
              <a:gd name="connsiteY1" fmla="*/ 0 h 3096845"/>
              <a:gd name="connsiteX2" fmla="*/ 5145941 w 5145941"/>
              <a:gd name="connsiteY2" fmla="*/ 3096845 h 3096845"/>
              <a:gd name="connsiteX3" fmla="*/ 0 w 5145941"/>
              <a:gd name="connsiteY3" fmla="*/ 3096845 h 30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5941" h="3096845">
                <a:moveTo>
                  <a:pt x="0" y="0"/>
                </a:moveTo>
                <a:lnTo>
                  <a:pt x="5145941" y="0"/>
                </a:lnTo>
                <a:lnTo>
                  <a:pt x="5145941" y="3096845"/>
                </a:lnTo>
                <a:lnTo>
                  <a:pt x="0" y="309684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7074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CD994DB9-2FFD-490E-A93E-CF3A171B43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6251" y="504825"/>
            <a:ext cx="5384392" cy="4476750"/>
          </a:xfrm>
          <a:custGeom>
            <a:avLst/>
            <a:gdLst>
              <a:gd name="connsiteX0" fmla="*/ 0 w 5384392"/>
              <a:gd name="connsiteY0" fmla="*/ 0 h 4476750"/>
              <a:gd name="connsiteX1" fmla="*/ 5384392 w 5384392"/>
              <a:gd name="connsiteY1" fmla="*/ 0 h 4476750"/>
              <a:gd name="connsiteX2" fmla="*/ 5384392 w 5384392"/>
              <a:gd name="connsiteY2" fmla="*/ 4476750 h 4476750"/>
              <a:gd name="connsiteX3" fmla="*/ 0 w 5384392"/>
              <a:gd name="connsiteY3" fmla="*/ 4476750 h 447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4392" h="4476750">
                <a:moveTo>
                  <a:pt x="0" y="0"/>
                </a:moveTo>
                <a:lnTo>
                  <a:pt x="5384392" y="0"/>
                </a:lnTo>
                <a:lnTo>
                  <a:pt x="5384392" y="4476750"/>
                </a:lnTo>
                <a:lnTo>
                  <a:pt x="0" y="44767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34259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315DA37D-A881-4BB0-B5FA-CA9EB3D49C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2857" y="319314"/>
            <a:ext cx="11466286" cy="3033391"/>
          </a:xfrm>
          <a:custGeom>
            <a:avLst/>
            <a:gdLst>
              <a:gd name="connsiteX0" fmla="*/ 0 w 11466286"/>
              <a:gd name="connsiteY0" fmla="*/ 0 h 3033391"/>
              <a:gd name="connsiteX1" fmla="*/ 11466286 w 11466286"/>
              <a:gd name="connsiteY1" fmla="*/ 0 h 3033391"/>
              <a:gd name="connsiteX2" fmla="*/ 11466286 w 11466286"/>
              <a:gd name="connsiteY2" fmla="*/ 3033391 h 3033391"/>
              <a:gd name="connsiteX3" fmla="*/ 0 w 11466286"/>
              <a:gd name="connsiteY3" fmla="*/ 3033391 h 303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6286" h="3033391">
                <a:moveTo>
                  <a:pt x="0" y="0"/>
                </a:moveTo>
                <a:lnTo>
                  <a:pt x="11466286" y="0"/>
                </a:lnTo>
                <a:lnTo>
                  <a:pt x="11466286" y="3033391"/>
                </a:lnTo>
                <a:lnTo>
                  <a:pt x="0" y="303339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D68BB4A4-0D73-4A53-8935-5C3572E7A4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65426" y="2201866"/>
            <a:ext cx="1379010" cy="1379010"/>
          </a:xfrm>
          <a:custGeom>
            <a:avLst/>
            <a:gdLst>
              <a:gd name="connsiteX0" fmla="*/ 689505 w 1379010"/>
              <a:gd name="connsiteY0" fmla="*/ 0 h 1379010"/>
              <a:gd name="connsiteX1" fmla="*/ 1379010 w 1379010"/>
              <a:gd name="connsiteY1" fmla="*/ 689505 h 1379010"/>
              <a:gd name="connsiteX2" fmla="*/ 689505 w 1379010"/>
              <a:gd name="connsiteY2" fmla="*/ 1379010 h 1379010"/>
              <a:gd name="connsiteX3" fmla="*/ 0 w 1379010"/>
              <a:gd name="connsiteY3" fmla="*/ 689505 h 1379010"/>
              <a:gd name="connsiteX4" fmla="*/ 689505 w 1379010"/>
              <a:gd name="connsiteY4" fmla="*/ 0 h 137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9010" h="1379010">
                <a:moveTo>
                  <a:pt x="689505" y="0"/>
                </a:moveTo>
                <a:cubicBezTo>
                  <a:pt x="1070308" y="0"/>
                  <a:pt x="1379010" y="308702"/>
                  <a:pt x="1379010" y="689505"/>
                </a:cubicBezTo>
                <a:cubicBezTo>
                  <a:pt x="1379010" y="1070308"/>
                  <a:pt x="1070308" y="1379010"/>
                  <a:pt x="689505" y="1379010"/>
                </a:cubicBezTo>
                <a:cubicBezTo>
                  <a:pt x="308702" y="1379010"/>
                  <a:pt x="0" y="1070308"/>
                  <a:pt x="0" y="689505"/>
                </a:cubicBezTo>
                <a:cubicBezTo>
                  <a:pt x="0" y="308702"/>
                  <a:pt x="308702" y="0"/>
                  <a:pt x="6895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651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09861EB9-B149-425C-8050-1C48EC89B8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1"/>
            <a:ext cx="12191999" cy="3715657"/>
          </a:xfrm>
          <a:custGeom>
            <a:avLst/>
            <a:gdLst>
              <a:gd name="connsiteX0" fmla="*/ 0 w 12191999"/>
              <a:gd name="connsiteY0" fmla="*/ 0 h 3715657"/>
              <a:gd name="connsiteX1" fmla="*/ 12191999 w 12191999"/>
              <a:gd name="connsiteY1" fmla="*/ 0 h 3715657"/>
              <a:gd name="connsiteX2" fmla="*/ 12191999 w 12191999"/>
              <a:gd name="connsiteY2" fmla="*/ 3715657 h 3715657"/>
              <a:gd name="connsiteX3" fmla="*/ 0 w 12191999"/>
              <a:gd name="connsiteY3" fmla="*/ 3715657 h 371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715657">
                <a:moveTo>
                  <a:pt x="0" y="0"/>
                </a:moveTo>
                <a:lnTo>
                  <a:pt x="12191999" y="0"/>
                </a:lnTo>
                <a:lnTo>
                  <a:pt x="12191999" y="3715657"/>
                </a:lnTo>
                <a:lnTo>
                  <a:pt x="0" y="371565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13920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31C970C7-C07C-4E61-B55E-02EBDB436A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8623" y="2583247"/>
            <a:ext cx="1473966" cy="1473966"/>
          </a:xfrm>
          <a:custGeom>
            <a:avLst/>
            <a:gdLst>
              <a:gd name="connsiteX0" fmla="*/ 736983 w 1473966"/>
              <a:gd name="connsiteY0" fmla="*/ 0 h 1473966"/>
              <a:gd name="connsiteX1" fmla="*/ 1473966 w 1473966"/>
              <a:gd name="connsiteY1" fmla="*/ 736983 h 1473966"/>
              <a:gd name="connsiteX2" fmla="*/ 736983 w 1473966"/>
              <a:gd name="connsiteY2" fmla="*/ 1473966 h 1473966"/>
              <a:gd name="connsiteX3" fmla="*/ 0 w 1473966"/>
              <a:gd name="connsiteY3" fmla="*/ 736983 h 1473966"/>
              <a:gd name="connsiteX4" fmla="*/ 736983 w 1473966"/>
              <a:gd name="connsiteY4" fmla="*/ 0 h 147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966" h="1473966">
                <a:moveTo>
                  <a:pt x="736983" y="0"/>
                </a:moveTo>
                <a:cubicBezTo>
                  <a:pt x="1144007" y="0"/>
                  <a:pt x="1473966" y="329959"/>
                  <a:pt x="1473966" y="736983"/>
                </a:cubicBezTo>
                <a:cubicBezTo>
                  <a:pt x="1473966" y="1144007"/>
                  <a:pt x="1144007" y="1473966"/>
                  <a:pt x="736983" y="1473966"/>
                </a:cubicBezTo>
                <a:cubicBezTo>
                  <a:pt x="329959" y="1473966"/>
                  <a:pt x="0" y="1144007"/>
                  <a:pt x="0" y="736983"/>
                </a:cubicBezTo>
                <a:cubicBezTo>
                  <a:pt x="0" y="329959"/>
                  <a:pt x="329959" y="0"/>
                  <a:pt x="736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662F0663-3576-4553-82D7-142B384859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8558" y="2583247"/>
            <a:ext cx="1473966" cy="1473966"/>
          </a:xfrm>
          <a:custGeom>
            <a:avLst/>
            <a:gdLst>
              <a:gd name="connsiteX0" fmla="*/ 736983 w 1473966"/>
              <a:gd name="connsiteY0" fmla="*/ 0 h 1473966"/>
              <a:gd name="connsiteX1" fmla="*/ 1473966 w 1473966"/>
              <a:gd name="connsiteY1" fmla="*/ 736983 h 1473966"/>
              <a:gd name="connsiteX2" fmla="*/ 736983 w 1473966"/>
              <a:gd name="connsiteY2" fmla="*/ 1473966 h 1473966"/>
              <a:gd name="connsiteX3" fmla="*/ 0 w 1473966"/>
              <a:gd name="connsiteY3" fmla="*/ 736983 h 1473966"/>
              <a:gd name="connsiteX4" fmla="*/ 736983 w 1473966"/>
              <a:gd name="connsiteY4" fmla="*/ 0 h 147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966" h="1473966">
                <a:moveTo>
                  <a:pt x="736983" y="0"/>
                </a:moveTo>
                <a:cubicBezTo>
                  <a:pt x="1144007" y="0"/>
                  <a:pt x="1473966" y="329959"/>
                  <a:pt x="1473966" y="736983"/>
                </a:cubicBezTo>
                <a:cubicBezTo>
                  <a:pt x="1473966" y="1144007"/>
                  <a:pt x="1144007" y="1473966"/>
                  <a:pt x="736983" y="1473966"/>
                </a:cubicBezTo>
                <a:cubicBezTo>
                  <a:pt x="329959" y="1473966"/>
                  <a:pt x="0" y="1144007"/>
                  <a:pt x="0" y="736983"/>
                </a:cubicBezTo>
                <a:cubicBezTo>
                  <a:pt x="0" y="329959"/>
                  <a:pt x="329959" y="0"/>
                  <a:pt x="736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478D918D-D0BB-439B-B59B-1578D48641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105" y="2583247"/>
            <a:ext cx="1473966" cy="1473966"/>
          </a:xfrm>
          <a:custGeom>
            <a:avLst/>
            <a:gdLst>
              <a:gd name="connsiteX0" fmla="*/ 736983 w 1473966"/>
              <a:gd name="connsiteY0" fmla="*/ 0 h 1473966"/>
              <a:gd name="connsiteX1" fmla="*/ 1473966 w 1473966"/>
              <a:gd name="connsiteY1" fmla="*/ 736983 h 1473966"/>
              <a:gd name="connsiteX2" fmla="*/ 736983 w 1473966"/>
              <a:gd name="connsiteY2" fmla="*/ 1473966 h 1473966"/>
              <a:gd name="connsiteX3" fmla="*/ 0 w 1473966"/>
              <a:gd name="connsiteY3" fmla="*/ 736983 h 1473966"/>
              <a:gd name="connsiteX4" fmla="*/ 736983 w 1473966"/>
              <a:gd name="connsiteY4" fmla="*/ 0 h 147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966" h="1473966">
                <a:moveTo>
                  <a:pt x="736983" y="0"/>
                </a:moveTo>
                <a:cubicBezTo>
                  <a:pt x="1144007" y="0"/>
                  <a:pt x="1473966" y="329959"/>
                  <a:pt x="1473966" y="736983"/>
                </a:cubicBezTo>
                <a:cubicBezTo>
                  <a:pt x="1473966" y="1144007"/>
                  <a:pt x="1144007" y="1473966"/>
                  <a:pt x="736983" y="1473966"/>
                </a:cubicBezTo>
                <a:cubicBezTo>
                  <a:pt x="329959" y="1473966"/>
                  <a:pt x="0" y="1144007"/>
                  <a:pt x="0" y="736983"/>
                </a:cubicBezTo>
                <a:cubicBezTo>
                  <a:pt x="0" y="329959"/>
                  <a:pt x="329959" y="0"/>
                  <a:pt x="736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5B94909A-CBDD-45A5-8637-B3E5B17C79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3787" y="2583247"/>
            <a:ext cx="1473966" cy="1473966"/>
          </a:xfrm>
          <a:custGeom>
            <a:avLst/>
            <a:gdLst>
              <a:gd name="connsiteX0" fmla="*/ 736983 w 1473966"/>
              <a:gd name="connsiteY0" fmla="*/ 0 h 1473966"/>
              <a:gd name="connsiteX1" fmla="*/ 1473966 w 1473966"/>
              <a:gd name="connsiteY1" fmla="*/ 736983 h 1473966"/>
              <a:gd name="connsiteX2" fmla="*/ 736983 w 1473966"/>
              <a:gd name="connsiteY2" fmla="*/ 1473966 h 1473966"/>
              <a:gd name="connsiteX3" fmla="*/ 0 w 1473966"/>
              <a:gd name="connsiteY3" fmla="*/ 736983 h 1473966"/>
              <a:gd name="connsiteX4" fmla="*/ 736983 w 1473966"/>
              <a:gd name="connsiteY4" fmla="*/ 0 h 147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966" h="1473966">
                <a:moveTo>
                  <a:pt x="736983" y="0"/>
                </a:moveTo>
                <a:cubicBezTo>
                  <a:pt x="1144007" y="0"/>
                  <a:pt x="1473966" y="329959"/>
                  <a:pt x="1473966" y="736983"/>
                </a:cubicBezTo>
                <a:cubicBezTo>
                  <a:pt x="1473966" y="1144007"/>
                  <a:pt x="1144007" y="1473966"/>
                  <a:pt x="736983" y="1473966"/>
                </a:cubicBezTo>
                <a:cubicBezTo>
                  <a:pt x="329959" y="1473966"/>
                  <a:pt x="0" y="1144007"/>
                  <a:pt x="0" y="736983"/>
                </a:cubicBezTo>
                <a:cubicBezTo>
                  <a:pt x="0" y="329959"/>
                  <a:pt x="329959" y="0"/>
                  <a:pt x="736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7896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26E37A78-6BCA-4AC2-B8AE-09C3B153CF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67875" y="446871"/>
            <a:ext cx="1189796" cy="1189796"/>
          </a:xfrm>
          <a:custGeom>
            <a:avLst/>
            <a:gdLst>
              <a:gd name="connsiteX0" fmla="*/ 594898 w 1189796"/>
              <a:gd name="connsiteY0" fmla="*/ 0 h 1189796"/>
              <a:gd name="connsiteX1" fmla="*/ 1189796 w 1189796"/>
              <a:gd name="connsiteY1" fmla="*/ 594898 h 1189796"/>
              <a:gd name="connsiteX2" fmla="*/ 594898 w 1189796"/>
              <a:gd name="connsiteY2" fmla="*/ 1189796 h 1189796"/>
              <a:gd name="connsiteX3" fmla="*/ 0 w 1189796"/>
              <a:gd name="connsiteY3" fmla="*/ 594898 h 1189796"/>
              <a:gd name="connsiteX4" fmla="*/ 594898 w 1189796"/>
              <a:gd name="connsiteY4" fmla="*/ 0 h 118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796" h="1189796">
                <a:moveTo>
                  <a:pt x="594898" y="0"/>
                </a:moveTo>
                <a:cubicBezTo>
                  <a:pt x="923451" y="0"/>
                  <a:pt x="1189796" y="266345"/>
                  <a:pt x="1189796" y="594898"/>
                </a:cubicBezTo>
                <a:cubicBezTo>
                  <a:pt x="1189796" y="923451"/>
                  <a:pt x="923451" y="1189796"/>
                  <a:pt x="594898" y="1189796"/>
                </a:cubicBezTo>
                <a:cubicBezTo>
                  <a:pt x="266345" y="1189796"/>
                  <a:pt x="0" y="923451"/>
                  <a:pt x="0" y="594898"/>
                </a:cubicBezTo>
                <a:cubicBezTo>
                  <a:pt x="0" y="266345"/>
                  <a:pt x="266345" y="0"/>
                  <a:pt x="5948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F423A80A-118E-4860-8BBF-5D6A3BB8F5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77835" y="2912111"/>
            <a:ext cx="3035901" cy="3402188"/>
          </a:xfrm>
          <a:custGeom>
            <a:avLst/>
            <a:gdLst>
              <a:gd name="connsiteX0" fmla="*/ 0 w 3035901"/>
              <a:gd name="connsiteY0" fmla="*/ 0 h 3402188"/>
              <a:gd name="connsiteX1" fmla="*/ 3035901 w 3035901"/>
              <a:gd name="connsiteY1" fmla="*/ 0 h 3402188"/>
              <a:gd name="connsiteX2" fmla="*/ 3035901 w 3035901"/>
              <a:gd name="connsiteY2" fmla="*/ 3402188 h 3402188"/>
              <a:gd name="connsiteX3" fmla="*/ 0 w 3035901"/>
              <a:gd name="connsiteY3" fmla="*/ 3402188 h 340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5901" h="3402188">
                <a:moveTo>
                  <a:pt x="0" y="0"/>
                </a:moveTo>
                <a:lnTo>
                  <a:pt x="3035901" y="0"/>
                </a:lnTo>
                <a:lnTo>
                  <a:pt x="3035901" y="3402188"/>
                </a:lnTo>
                <a:lnTo>
                  <a:pt x="0" y="340218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9520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8AE397C9-E39C-45F4-8897-BC8E638C46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80064" y="0"/>
            <a:ext cx="2184991" cy="4384704"/>
          </a:xfrm>
          <a:custGeom>
            <a:avLst/>
            <a:gdLst>
              <a:gd name="connsiteX0" fmla="*/ 0 w 2184991"/>
              <a:gd name="connsiteY0" fmla="*/ 0 h 4384704"/>
              <a:gd name="connsiteX1" fmla="*/ 2184991 w 2184991"/>
              <a:gd name="connsiteY1" fmla="*/ 0 h 4384704"/>
              <a:gd name="connsiteX2" fmla="*/ 2184991 w 2184991"/>
              <a:gd name="connsiteY2" fmla="*/ 3292822 h 4384704"/>
              <a:gd name="connsiteX3" fmla="*/ 1091882 w 2184991"/>
              <a:gd name="connsiteY3" fmla="*/ 4384704 h 4384704"/>
              <a:gd name="connsiteX4" fmla="*/ 318977 w 2184991"/>
              <a:gd name="connsiteY4" fmla="*/ 4064500 h 4384704"/>
              <a:gd name="connsiteX5" fmla="*/ 0 w 2184991"/>
              <a:gd name="connsiteY5" fmla="*/ 3292822 h 438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84991" h="4384704">
                <a:moveTo>
                  <a:pt x="0" y="0"/>
                </a:moveTo>
                <a:lnTo>
                  <a:pt x="2184991" y="0"/>
                </a:lnTo>
                <a:lnTo>
                  <a:pt x="2184991" y="3292822"/>
                </a:lnTo>
                <a:cubicBezTo>
                  <a:pt x="2184991" y="3895197"/>
                  <a:pt x="1695485" y="4384704"/>
                  <a:pt x="1091882" y="4384704"/>
                </a:cubicBezTo>
                <a:cubicBezTo>
                  <a:pt x="790081" y="4384704"/>
                  <a:pt x="516497" y="4262020"/>
                  <a:pt x="318977" y="4064500"/>
                </a:cubicBezTo>
                <a:cubicBezTo>
                  <a:pt x="121457" y="3866980"/>
                  <a:pt x="0" y="3594623"/>
                  <a:pt x="0" y="3292822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6392558F-FE0B-4A64-8828-D7CCDF69C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580064" y="4583450"/>
            <a:ext cx="2184991" cy="2278231"/>
          </a:xfrm>
          <a:custGeom>
            <a:avLst/>
            <a:gdLst>
              <a:gd name="connsiteX0" fmla="*/ 1093109 w 2184991"/>
              <a:gd name="connsiteY0" fmla="*/ 0 h 2278231"/>
              <a:gd name="connsiteX1" fmla="*/ 1866014 w 2184991"/>
              <a:gd name="connsiteY1" fmla="*/ 320204 h 2278231"/>
              <a:gd name="connsiteX2" fmla="*/ 2184991 w 2184991"/>
              <a:gd name="connsiteY2" fmla="*/ 1091883 h 2278231"/>
              <a:gd name="connsiteX3" fmla="*/ 2184991 w 2184991"/>
              <a:gd name="connsiteY3" fmla="*/ 2278231 h 2278231"/>
              <a:gd name="connsiteX4" fmla="*/ 0 w 2184991"/>
              <a:gd name="connsiteY4" fmla="*/ 2278231 h 2278231"/>
              <a:gd name="connsiteX5" fmla="*/ 0 w 2184991"/>
              <a:gd name="connsiteY5" fmla="*/ 1091883 h 2278231"/>
              <a:gd name="connsiteX6" fmla="*/ 1093109 w 2184991"/>
              <a:gd name="connsiteY6" fmla="*/ 0 h 2278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4991" h="2278231">
                <a:moveTo>
                  <a:pt x="1093109" y="0"/>
                </a:moveTo>
                <a:cubicBezTo>
                  <a:pt x="1394910" y="0"/>
                  <a:pt x="1668494" y="122684"/>
                  <a:pt x="1866014" y="320204"/>
                </a:cubicBezTo>
                <a:cubicBezTo>
                  <a:pt x="2063535" y="518951"/>
                  <a:pt x="2184991" y="791309"/>
                  <a:pt x="2184991" y="1091883"/>
                </a:cubicBezTo>
                <a:lnTo>
                  <a:pt x="2184991" y="2278231"/>
                </a:lnTo>
                <a:lnTo>
                  <a:pt x="0" y="2278231"/>
                </a:lnTo>
                <a:lnTo>
                  <a:pt x="0" y="1091883"/>
                </a:lnTo>
                <a:cubicBezTo>
                  <a:pt x="0" y="489507"/>
                  <a:pt x="489507" y="0"/>
                  <a:pt x="10931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D2F58F68-39BD-4712-855A-5B76ECA1A9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97005" y="1401044"/>
            <a:ext cx="2673272" cy="5461865"/>
          </a:xfrm>
          <a:custGeom>
            <a:avLst/>
            <a:gdLst>
              <a:gd name="connsiteX0" fmla="*/ 1336023 w 2673272"/>
              <a:gd name="connsiteY0" fmla="*/ 0 h 5461865"/>
              <a:gd name="connsiteX1" fmla="*/ 2280685 w 2673272"/>
              <a:gd name="connsiteY1" fmla="*/ 391360 h 5461865"/>
              <a:gd name="connsiteX2" fmla="*/ 2673272 w 2673272"/>
              <a:gd name="connsiteY2" fmla="*/ 1334796 h 5461865"/>
              <a:gd name="connsiteX3" fmla="*/ 2673272 w 2673272"/>
              <a:gd name="connsiteY3" fmla="*/ 5461865 h 5461865"/>
              <a:gd name="connsiteX4" fmla="*/ 0 w 2673272"/>
              <a:gd name="connsiteY4" fmla="*/ 5461865 h 5461865"/>
              <a:gd name="connsiteX5" fmla="*/ 0 w 2673272"/>
              <a:gd name="connsiteY5" fmla="*/ 1334796 h 5461865"/>
              <a:gd name="connsiteX6" fmla="*/ 1336023 w 2673272"/>
              <a:gd name="connsiteY6" fmla="*/ 0 h 5461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3272" h="5461865">
                <a:moveTo>
                  <a:pt x="1336023" y="0"/>
                </a:moveTo>
                <a:cubicBezTo>
                  <a:pt x="1705300" y="0"/>
                  <a:pt x="2038999" y="149674"/>
                  <a:pt x="2280685" y="391360"/>
                </a:cubicBezTo>
                <a:cubicBezTo>
                  <a:pt x="2523598" y="631820"/>
                  <a:pt x="2673272" y="965519"/>
                  <a:pt x="2673272" y="1334796"/>
                </a:cubicBezTo>
                <a:lnTo>
                  <a:pt x="2673272" y="5461865"/>
                </a:lnTo>
                <a:lnTo>
                  <a:pt x="0" y="5461865"/>
                </a:lnTo>
                <a:lnTo>
                  <a:pt x="0" y="1334796"/>
                </a:lnTo>
                <a:cubicBezTo>
                  <a:pt x="0" y="597468"/>
                  <a:pt x="598695" y="0"/>
                  <a:pt x="13360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60076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B7491828-A2FF-4BD3-B39A-1AEDD5B2CB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96237" y="643674"/>
            <a:ext cx="3021289" cy="5534877"/>
          </a:xfrm>
          <a:custGeom>
            <a:avLst/>
            <a:gdLst>
              <a:gd name="connsiteX0" fmla="*/ 325000 w 3021289"/>
              <a:gd name="connsiteY0" fmla="*/ 0 h 5534877"/>
              <a:gd name="connsiteX1" fmla="*/ 2696289 w 3021289"/>
              <a:gd name="connsiteY1" fmla="*/ 0 h 5534877"/>
              <a:gd name="connsiteX2" fmla="*/ 3021289 w 3021289"/>
              <a:gd name="connsiteY2" fmla="*/ 325000 h 5534877"/>
              <a:gd name="connsiteX3" fmla="*/ 3021289 w 3021289"/>
              <a:gd name="connsiteY3" fmla="*/ 5209877 h 5534877"/>
              <a:gd name="connsiteX4" fmla="*/ 2696289 w 3021289"/>
              <a:gd name="connsiteY4" fmla="*/ 5534877 h 5534877"/>
              <a:gd name="connsiteX5" fmla="*/ 325000 w 3021289"/>
              <a:gd name="connsiteY5" fmla="*/ 5534877 h 5534877"/>
              <a:gd name="connsiteX6" fmla="*/ 0 w 3021289"/>
              <a:gd name="connsiteY6" fmla="*/ 5209877 h 5534877"/>
              <a:gd name="connsiteX7" fmla="*/ 0 w 3021289"/>
              <a:gd name="connsiteY7" fmla="*/ 325000 h 5534877"/>
              <a:gd name="connsiteX8" fmla="*/ 325000 w 3021289"/>
              <a:gd name="connsiteY8" fmla="*/ 0 h 5534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1289" h="5534877">
                <a:moveTo>
                  <a:pt x="325000" y="0"/>
                </a:moveTo>
                <a:lnTo>
                  <a:pt x="2696289" y="0"/>
                </a:lnTo>
                <a:cubicBezTo>
                  <a:pt x="2875782" y="0"/>
                  <a:pt x="3021289" y="145507"/>
                  <a:pt x="3021289" y="325000"/>
                </a:cubicBezTo>
                <a:lnTo>
                  <a:pt x="3021289" y="5209877"/>
                </a:lnTo>
                <a:cubicBezTo>
                  <a:pt x="3021289" y="5389370"/>
                  <a:pt x="2875782" y="5534877"/>
                  <a:pt x="2696289" y="5534877"/>
                </a:cubicBezTo>
                <a:lnTo>
                  <a:pt x="325000" y="5534877"/>
                </a:lnTo>
                <a:cubicBezTo>
                  <a:pt x="145507" y="5534877"/>
                  <a:pt x="0" y="5389370"/>
                  <a:pt x="0" y="5209877"/>
                </a:cubicBezTo>
                <a:lnTo>
                  <a:pt x="0" y="325000"/>
                </a:lnTo>
                <a:cubicBezTo>
                  <a:pt x="0" y="145507"/>
                  <a:pt x="145507" y="0"/>
                  <a:pt x="325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2872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2204D705-7C20-4192-A364-88049A4D68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98544" y="1234000"/>
            <a:ext cx="5462036" cy="3437060"/>
          </a:xfrm>
          <a:custGeom>
            <a:avLst/>
            <a:gdLst>
              <a:gd name="connsiteX0" fmla="*/ 54787 w 5462036"/>
              <a:gd name="connsiteY0" fmla="*/ 0 h 3437060"/>
              <a:gd name="connsiteX1" fmla="*/ 5407249 w 5462036"/>
              <a:gd name="connsiteY1" fmla="*/ 0 h 3437060"/>
              <a:gd name="connsiteX2" fmla="*/ 5462036 w 5462036"/>
              <a:gd name="connsiteY2" fmla="*/ 54787 h 3437060"/>
              <a:gd name="connsiteX3" fmla="*/ 5462036 w 5462036"/>
              <a:gd name="connsiteY3" fmla="*/ 3382273 h 3437060"/>
              <a:gd name="connsiteX4" fmla="*/ 5407249 w 5462036"/>
              <a:gd name="connsiteY4" fmla="*/ 3437060 h 3437060"/>
              <a:gd name="connsiteX5" fmla="*/ 54787 w 5462036"/>
              <a:gd name="connsiteY5" fmla="*/ 3437060 h 3437060"/>
              <a:gd name="connsiteX6" fmla="*/ 0 w 5462036"/>
              <a:gd name="connsiteY6" fmla="*/ 3382273 h 3437060"/>
              <a:gd name="connsiteX7" fmla="*/ 0 w 5462036"/>
              <a:gd name="connsiteY7" fmla="*/ 54787 h 3437060"/>
              <a:gd name="connsiteX8" fmla="*/ 54787 w 5462036"/>
              <a:gd name="connsiteY8" fmla="*/ 0 h 343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2036" h="3437060">
                <a:moveTo>
                  <a:pt x="54787" y="0"/>
                </a:moveTo>
                <a:lnTo>
                  <a:pt x="5407249" y="0"/>
                </a:lnTo>
                <a:cubicBezTo>
                  <a:pt x="5437507" y="0"/>
                  <a:pt x="5462036" y="24529"/>
                  <a:pt x="5462036" y="54787"/>
                </a:cubicBezTo>
                <a:lnTo>
                  <a:pt x="5462036" y="3382273"/>
                </a:lnTo>
                <a:cubicBezTo>
                  <a:pt x="5462036" y="3412531"/>
                  <a:pt x="5437507" y="3437060"/>
                  <a:pt x="5407249" y="3437060"/>
                </a:cubicBezTo>
                <a:lnTo>
                  <a:pt x="54787" y="3437060"/>
                </a:lnTo>
                <a:cubicBezTo>
                  <a:pt x="24529" y="3437060"/>
                  <a:pt x="0" y="3412531"/>
                  <a:pt x="0" y="3382273"/>
                </a:cubicBezTo>
                <a:lnTo>
                  <a:pt x="0" y="54787"/>
                </a:lnTo>
                <a:cubicBezTo>
                  <a:pt x="0" y="24529"/>
                  <a:pt x="24529" y="0"/>
                  <a:pt x="5478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10194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63ABFE1E-B76B-4994-BBCB-13B0C3A62F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51703" y="1645556"/>
            <a:ext cx="2850286" cy="5550582"/>
          </a:xfrm>
          <a:custGeom>
            <a:avLst/>
            <a:gdLst>
              <a:gd name="connsiteX0" fmla="*/ 297883 w 2850286"/>
              <a:gd name="connsiteY0" fmla="*/ 0 h 5550582"/>
              <a:gd name="connsiteX1" fmla="*/ 2552403 w 2850286"/>
              <a:gd name="connsiteY1" fmla="*/ 0 h 5550582"/>
              <a:gd name="connsiteX2" fmla="*/ 2850286 w 2850286"/>
              <a:gd name="connsiteY2" fmla="*/ 297883 h 5550582"/>
              <a:gd name="connsiteX3" fmla="*/ 2850286 w 2850286"/>
              <a:gd name="connsiteY3" fmla="*/ 5252699 h 5550582"/>
              <a:gd name="connsiteX4" fmla="*/ 2552403 w 2850286"/>
              <a:gd name="connsiteY4" fmla="*/ 5550582 h 5550582"/>
              <a:gd name="connsiteX5" fmla="*/ 297883 w 2850286"/>
              <a:gd name="connsiteY5" fmla="*/ 5550582 h 5550582"/>
              <a:gd name="connsiteX6" fmla="*/ 0 w 2850286"/>
              <a:gd name="connsiteY6" fmla="*/ 5252699 h 5550582"/>
              <a:gd name="connsiteX7" fmla="*/ 0 w 2850286"/>
              <a:gd name="connsiteY7" fmla="*/ 297883 h 5550582"/>
              <a:gd name="connsiteX8" fmla="*/ 297883 w 2850286"/>
              <a:gd name="connsiteY8" fmla="*/ 0 h 55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0286" h="5550582">
                <a:moveTo>
                  <a:pt x="297883" y="0"/>
                </a:moveTo>
                <a:lnTo>
                  <a:pt x="2552403" y="0"/>
                </a:lnTo>
                <a:cubicBezTo>
                  <a:pt x="2716919" y="0"/>
                  <a:pt x="2850286" y="133367"/>
                  <a:pt x="2850286" y="297883"/>
                </a:cubicBezTo>
                <a:lnTo>
                  <a:pt x="2850286" y="5252699"/>
                </a:lnTo>
                <a:cubicBezTo>
                  <a:pt x="2850286" y="5417215"/>
                  <a:pt x="2716919" y="5550582"/>
                  <a:pt x="2552403" y="5550582"/>
                </a:cubicBezTo>
                <a:lnTo>
                  <a:pt x="297883" y="5550582"/>
                </a:lnTo>
                <a:cubicBezTo>
                  <a:pt x="133367" y="5550582"/>
                  <a:pt x="0" y="5417215"/>
                  <a:pt x="0" y="5252699"/>
                </a:cubicBezTo>
                <a:lnTo>
                  <a:pt x="0" y="297883"/>
                </a:lnTo>
                <a:cubicBezTo>
                  <a:pt x="0" y="133367"/>
                  <a:pt x="133367" y="0"/>
                  <a:pt x="2978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7491303F-CE69-4FB3-8403-15C8E21EBE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57174" y="-478845"/>
            <a:ext cx="2760194" cy="5030358"/>
          </a:xfrm>
          <a:custGeom>
            <a:avLst/>
            <a:gdLst>
              <a:gd name="connsiteX0" fmla="*/ 288468 w 2760194"/>
              <a:gd name="connsiteY0" fmla="*/ 0 h 5030358"/>
              <a:gd name="connsiteX1" fmla="*/ 2471726 w 2760194"/>
              <a:gd name="connsiteY1" fmla="*/ 0 h 5030358"/>
              <a:gd name="connsiteX2" fmla="*/ 2760194 w 2760194"/>
              <a:gd name="connsiteY2" fmla="*/ 288468 h 5030358"/>
              <a:gd name="connsiteX3" fmla="*/ 2760194 w 2760194"/>
              <a:gd name="connsiteY3" fmla="*/ 4741890 h 5030358"/>
              <a:gd name="connsiteX4" fmla="*/ 2471726 w 2760194"/>
              <a:gd name="connsiteY4" fmla="*/ 5030358 h 5030358"/>
              <a:gd name="connsiteX5" fmla="*/ 288468 w 2760194"/>
              <a:gd name="connsiteY5" fmla="*/ 5030358 h 5030358"/>
              <a:gd name="connsiteX6" fmla="*/ 0 w 2760194"/>
              <a:gd name="connsiteY6" fmla="*/ 4741890 h 5030358"/>
              <a:gd name="connsiteX7" fmla="*/ 0 w 2760194"/>
              <a:gd name="connsiteY7" fmla="*/ 288468 h 5030358"/>
              <a:gd name="connsiteX8" fmla="*/ 288468 w 2760194"/>
              <a:gd name="connsiteY8" fmla="*/ 0 h 503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0194" h="5030358">
                <a:moveTo>
                  <a:pt x="288468" y="0"/>
                </a:moveTo>
                <a:lnTo>
                  <a:pt x="2471726" y="0"/>
                </a:lnTo>
                <a:cubicBezTo>
                  <a:pt x="2631042" y="0"/>
                  <a:pt x="2760194" y="129152"/>
                  <a:pt x="2760194" y="288468"/>
                </a:cubicBezTo>
                <a:lnTo>
                  <a:pt x="2760194" y="4741890"/>
                </a:lnTo>
                <a:cubicBezTo>
                  <a:pt x="2760194" y="4901206"/>
                  <a:pt x="2631042" y="5030358"/>
                  <a:pt x="2471726" y="5030358"/>
                </a:cubicBezTo>
                <a:lnTo>
                  <a:pt x="288468" y="5030358"/>
                </a:lnTo>
                <a:cubicBezTo>
                  <a:pt x="129152" y="5030358"/>
                  <a:pt x="0" y="4901206"/>
                  <a:pt x="0" y="4741890"/>
                </a:cubicBezTo>
                <a:lnTo>
                  <a:pt x="0" y="288468"/>
                </a:lnTo>
                <a:cubicBezTo>
                  <a:pt x="0" y="129152"/>
                  <a:pt x="129152" y="0"/>
                  <a:pt x="2884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9974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409D0F3B-BB49-4574-80EA-E8F69A2568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3975100" cy="6858000"/>
          </a:xfrm>
          <a:custGeom>
            <a:avLst/>
            <a:gdLst>
              <a:gd name="connsiteX0" fmla="*/ 0 w 3975100"/>
              <a:gd name="connsiteY0" fmla="*/ 0 h 6858000"/>
              <a:gd name="connsiteX1" fmla="*/ 3975100 w 3975100"/>
              <a:gd name="connsiteY1" fmla="*/ 0 h 6858000"/>
              <a:gd name="connsiteX2" fmla="*/ 3975100 w 3975100"/>
              <a:gd name="connsiteY2" fmla="*/ 6858000 h 6858000"/>
              <a:gd name="connsiteX3" fmla="*/ 0 w 39751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5100" h="6858000">
                <a:moveTo>
                  <a:pt x="0" y="0"/>
                </a:moveTo>
                <a:lnTo>
                  <a:pt x="3975100" y="0"/>
                </a:lnTo>
                <a:lnTo>
                  <a:pt x="39751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44328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0749F510-2B1E-44F2-A7CB-411CF43756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6355" y="426701"/>
            <a:ext cx="1083468" cy="1083468"/>
          </a:xfrm>
          <a:custGeom>
            <a:avLst/>
            <a:gdLst>
              <a:gd name="connsiteX0" fmla="*/ 541734 w 1083468"/>
              <a:gd name="connsiteY0" fmla="*/ 0 h 1083468"/>
              <a:gd name="connsiteX1" fmla="*/ 1083468 w 1083468"/>
              <a:gd name="connsiteY1" fmla="*/ 541734 h 1083468"/>
              <a:gd name="connsiteX2" fmla="*/ 541734 w 1083468"/>
              <a:gd name="connsiteY2" fmla="*/ 1083468 h 1083468"/>
              <a:gd name="connsiteX3" fmla="*/ 0 w 1083468"/>
              <a:gd name="connsiteY3" fmla="*/ 541734 h 1083468"/>
              <a:gd name="connsiteX4" fmla="*/ 541734 w 1083468"/>
              <a:gd name="connsiteY4" fmla="*/ 0 h 108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468" h="1083468">
                <a:moveTo>
                  <a:pt x="541734" y="0"/>
                </a:moveTo>
                <a:cubicBezTo>
                  <a:pt x="840925" y="0"/>
                  <a:pt x="1083468" y="242543"/>
                  <a:pt x="1083468" y="541734"/>
                </a:cubicBezTo>
                <a:cubicBezTo>
                  <a:pt x="1083468" y="840925"/>
                  <a:pt x="840925" y="1083468"/>
                  <a:pt x="541734" y="1083468"/>
                </a:cubicBezTo>
                <a:cubicBezTo>
                  <a:pt x="242543" y="1083468"/>
                  <a:pt x="0" y="840925"/>
                  <a:pt x="0" y="541734"/>
                </a:cubicBezTo>
                <a:cubicBezTo>
                  <a:pt x="0" y="242543"/>
                  <a:pt x="242543" y="0"/>
                  <a:pt x="5417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803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31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590338" y="0"/>
            <a:ext cx="278445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600" b="1" dirty="0"/>
              <a:t>Introduction</a:t>
            </a:r>
            <a:endParaRPr lang="en-US" sz="4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4494738" y="235036"/>
            <a:ext cx="7492475" cy="1422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01</a:t>
            </a:r>
            <a:endParaRPr lang="fr-FR" sz="20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716536" y="546240"/>
            <a:ext cx="781023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endParaRPr lang="fr-FR" sz="3600" b="1" dirty="0">
              <a:solidFill>
                <a:srgbClr val="FF0000"/>
              </a:solidFill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xmlns="" id="{B7903D48-9D60-4CDB-901F-B461E79A7F5D}"/>
              </a:ext>
            </a:extLst>
          </p:cNvPr>
          <p:cNvGrpSpPr/>
          <p:nvPr/>
        </p:nvGrpSpPr>
        <p:grpSpPr>
          <a:xfrm>
            <a:off x="323941" y="738915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5" name="Oval 18">
              <a:extLst>
                <a:ext uri="{FF2B5EF4-FFF2-40B4-BE49-F238E27FC236}">
                  <a16:creationId xmlns:a16="http://schemas.microsoft.com/office/drawing/2014/main" xmlns="" id="{37A60335-D496-B0E2-6CD1-DF5FDDDDFD34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Oval 19">
              <a:extLst>
                <a:ext uri="{FF2B5EF4-FFF2-40B4-BE49-F238E27FC236}">
                  <a16:creationId xmlns:a16="http://schemas.microsoft.com/office/drawing/2014/main" xmlns="" id="{772A624F-19F8-5C02-3E26-DAA2173666DA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Rectangle: Rounded Corners 23">
              <a:extLst>
                <a:ext uri="{FF2B5EF4-FFF2-40B4-BE49-F238E27FC236}">
                  <a16:creationId xmlns:a16="http://schemas.microsoft.com/office/drawing/2014/main" xmlns="" id="{727B7FBE-1F6B-76F8-7876-7377D8B91798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8" name="Rectangle à coins arrondis 7"/>
          <p:cNvSpPr/>
          <p:nvPr/>
        </p:nvSpPr>
        <p:spPr>
          <a:xfrm>
            <a:off x="442080" y="1007454"/>
            <a:ext cx="9147791" cy="2477244"/>
          </a:xfrm>
          <a:prstGeom prst="roundRect">
            <a:avLst/>
          </a:prstGeom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689749" y="1091914"/>
            <a:ext cx="88901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Spécialité : </a:t>
            </a:r>
            <a:r>
              <a:rPr lang="fr-FR" sz="2400" dirty="0"/>
              <a:t>Computer Security. </a:t>
            </a:r>
          </a:p>
          <a:p>
            <a:r>
              <a:rPr lang="fr-FR" sz="2400" b="1" dirty="0"/>
              <a:t>Semestre : </a:t>
            </a:r>
            <a:r>
              <a:rPr lang="fr-FR" sz="2400" dirty="0"/>
              <a:t>08. </a:t>
            </a:r>
          </a:p>
          <a:p>
            <a:r>
              <a:rPr lang="fr-FR" sz="2400" b="1" dirty="0"/>
              <a:t>UE : </a:t>
            </a:r>
            <a:r>
              <a:rPr lang="fr-FR" sz="2400" dirty="0"/>
              <a:t>UEF81. </a:t>
            </a:r>
          </a:p>
          <a:p>
            <a:r>
              <a:rPr lang="fr-FR" sz="2400" b="1" dirty="0"/>
              <a:t>Titre de la matière : </a:t>
            </a:r>
            <a:r>
              <a:rPr lang="fr-FR" sz="2400" dirty="0"/>
              <a:t>Secure Software </a:t>
            </a:r>
            <a:r>
              <a:rPr lang="en-US" sz="2400" dirty="0" smtClean="0"/>
              <a:t>Development</a:t>
            </a:r>
            <a:r>
              <a:rPr lang="fr-FR" sz="2400" dirty="0" smtClean="0"/>
              <a:t>. </a:t>
            </a:r>
            <a:endParaRPr lang="fr-FR" sz="2400" dirty="0"/>
          </a:p>
          <a:p>
            <a:r>
              <a:rPr lang="fr-FR" sz="2400" b="1" dirty="0"/>
              <a:t>Crédits : </a:t>
            </a:r>
            <a:r>
              <a:rPr lang="fr-FR" sz="2400" dirty="0" smtClean="0"/>
              <a:t>3. </a:t>
            </a:r>
            <a:endParaRPr lang="fr-FR" sz="2400" dirty="0"/>
          </a:p>
          <a:p>
            <a:r>
              <a:rPr lang="fr-FR" sz="2400" b="1" dirty="0"/>
              <a:t>Coefficient : </a:t>
            </a:r>
            <a:r>
              <a:rPr lang="fr-FR" sz="2400" dirty="0" smtClean="0"/>
              <a:t>2. </a:t>
            </a:r>
            <a:endParaRPr lang="fr-FR" sz="2400" dirty="0"/>
          </a:p>
        </p:txBody>
      </p:sp>
      <p:sp>
        <p:nvSpPr>
          <p:cNvPr id="12" name="ZoneTexte 11"/>
          <p:cNvSpPr txBox="1"/>
          <p:nvPr/>
        </p:nvSpPr>
        <p:spPr>
          <a:xfrm>
            <a:off x="183104" y="3556851"/>
            <a:ext cx="11804110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300" b="1" dirty="0" err="1"/>
              <a:t>Objectifs</a:t>
            </a:r>
            <a:r>
              <a:rPr lang="en-US" sz="2300" b="1" dirty="0"/>
              <a:t> de </a:t>
            </a:r>
            <a:r>
              <a:rPr lang="en-US" sz="2300" b="1" dirty="0" err="1"/>
              <a:t>l’enseignement</a:t>
            </a:r>
            <a:r>
              <a:rPr lang="en-US" sz="2300" b="1" dirty="0"/>
              <a:t> : </a:t>
            </a:r>
            <a:r>
              <a:rPr lang="en-US" sz="2300" dirty="0" smtClean="0"/>
              <a:t>This </a:t>
            </a:r>
            <a:r>
              <a:rPr lang="en-US" sz="2300" dirty="0"/>
              <a:t>course aims to provide students with an in-depth understanding of the fundamental </a:t>
            </a:r>
            <a:r>
              <a:rPr lang="en-US" sz="2300" b="1" dirty="0">
                <a:solidFill>
                  <a:srgbClr val="C00000"/>
                </a:solidFill>
              </a:rPr>
              <a:t>principles </a:t>
            </a:r>
            <a:r>
              <a:rPr lang="en-US" sz="2300" b="1" dirty="0" smtClean="0">
                <a:solidFill>
                  <a:srgbClr val="C00000"/>
                </a:solidFill>
              </a:rPr>
              <a:t>of </a:t>
            </a:r>
            <a:r>
              <a:rPr lang="en-US" sz="2300" b="1" dirty="0">
                <a:solidFill>
                  <a:srgbClr val="C00000"/>
                </a:solidFill>
              </a:rPr>
              <a:t>software security </a:t>
            </a:r>
            <a:r>
              <a:rPr lang="en-US" sz="2300" dirty="0"/>
              <a:t>from the </a:t>
            </a:r>
            <a:r>
              <a:rPr lang="en-US" sz="2300" b="1" dirty="0">
                <a:solidFill>
                  <a:schemeClr val="accent1"/>
                </a:solidFill>
              </a:rPr>
              <a:t>design phase</a:t>
            </a:r>
            <a:r>
              <a:rPr lang="en-US" sz="2300" dirty="0"/>
              <a:t>. It also allows learners to acquire skills </a:t>
            </a:r>
            <a:r>
              <a:rPr lang="en-US" sz="2300" dirty="0" smtClean="0"/>
              <a:t>in </a:t>
            </a:r>
            <a:r>
              <a:rPr lang="en-US" sz="2300" b="1" dirty="0" smtClean="0">
                <a:solidFill>
                  <a:schemeClr val="accent1"/>
                </a:solidFill>
              </a:rPr>
              <a:t>integrating security throughout the software development lifecycle (</a:t>
            </a:r>
            <a:r>
              <a:rPr lang="en-US" sz="2300" b="1" dirty="0" err="1" smtClean="0">
                <a:solidFill>
                  <a:schemeClr val="accent1"/>
                </a:solidFill>
              </a:rPr>
              <a:t>DevSecOps</a:t>
            </a:r>
            <a:r>
              <a:rPr lang="en-US" sz="2300" b="1" dirty="0" smtClean="0">
                <a:solidFill>
                  <a:schemeClr val="accent1"/>
                </a:solidFill>
              </a:rPr>
              <a:t>)</a:t>
            </a:r>
            <a:r>
              <a:rPr lang="en-US" sz="2300" dirty="0" smtClean="0"/>
              <a:t>. </a:t>
            </a:r>
            <a:r>
              <a:rPr lang="en-US" sz="2300" dirty="0"/>
              <a:t>At the end of this subject, the student is expected to be able to implement management practices effective security in software development, deployment and maintenance</a:t>
            </a:r>
            <a:r>
              <a:rPr lang="en-US" sz="2300" dirty="0" smtClean="0"/>
              <a:t>.</a:t>
            </a:r>
            <a:endParaRPr lang="en-US" sz="2300" dirty="0"/>
          </a:p>
          <a:p>
            <a:pPr algn="just"/>
            <a:r>
              <a:rPr lang="en-US" sz="2300" b="1" dirty="0" err="1"/>
              <a:t>Connaissances</a:t>
            </a:r>
            <a:r>
              <a:rPr lang="en-US" sz="2300" b="1" dirty="0"/>
              <a:t> </a:t>
            </a:r>
            <a:r>
              <a:rPr lang="en-US" sz="2300" b="1" dirty="0" err="1"/>
              <a:t>préalables</a:t>
            </a:r>
            <a:r>
              <a:rPr lang="en-US" sz="2300" b="1" dirty="0"/>
              <a:t> </a:t>
            </a:r>
            <a:r>
              <a:rPr lang="en-US" sz="2300" b="1" dirty="0" err="1"/>
              <a:t>recommandées</a:t>
            </a:r>
            <a:r>
              <a:rPr lang="en-US" sz="2300" b="1" dirty="0"/>
              <a:t> : </a:t>
            </a:r>
            <a:r>
              <a:rPr lang="en-US" sz="2400" dirty="0"/>
              <a:t>Software development approaches and basic notions of IT security. </a:t>
            </a:r>
            <a:endParaRPr lang="fr-FR" sz="2300" dirty="0"/>
          </a:p>
        </p:txBody>
      </p:sp>
    </p:spTree>
    <p:extLst>
      <p:ext uri="{BB962C8B-B14F-4D97-AF65-F5344CB8AC3E}">
        <p14:creationId xmlns:p14="http://schemas.microsoft.com/office/powerpoint/2010/main" val="2086739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203598" y="533990"/>
            <a:ext cx="9636557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fr-FR" sz="3200" b="1" dirty="0" smtClean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00864" y="235036"/>
            <a:ext cx="5081586" cy="1277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803907" y="555239"/>
            <a:ext cx="92117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cap="all" dirty="0" smtClean="0">
                <a:solidFill>
                  <a:schemeClr val="bg1"/>
                </a:solidFill>
              </a:rPr>
              <a:t>Part </a:t>
            </a:r>
            <a:r>
              <a:rPr lang="en-US" sz="3000" b="1" cap="all" dirty="0">
                <a:solidFill>
                  <a:schemeClr val="bg1"/>
                </a:solidFill>
              </a:rPr>
              <a:t>1: Requirements, </a:t>
            </a:r>
            <a:r>
              <a:rPr lang="en-US" sz="3000" b="1" cap="all" dirty="0" smtClean="0">
                <a:solidFill>
                  <a:schemeClr val="bg1"/>
                </a:solidFill>
              </a:rPr>
              <a:t>Design</a:t>
            </a:r>
          </a:p>
          <a:p>
            <a:r>
              <a:rPr lang="en-US" sz="3200" b="1" cap="all" dirty="0" smtClean="0"/>
              <a:t>Part </a:t>
            </a:r>
            <a:r>
              <a:rPr lang="en-US" sz="3200" b="1" cap="all" dirty="0"/>
              <a:t>1 </a:t>
            </a:r>
            <a:r>
              <a:rPr lang="fr-FR" sz="3200" b="1" dirty="0" err="1"/>
              <a:t>Chapter</a:t>
            </a:r>
            <a:r>
              <a:rPr lang="fr-FR" sz="3200" b="1" dirty="0"/>
              <a:t> </a:t>
            </a:r>
            <a:r>
              <a:rPr lang="fr-FR" sz="3200" b="1" dirty="0" err="1" smtClean="0"/>
              <a:t>Overview</a:t>
            </a:r>
            <a:endParaRPr lang="en-US" sz="3200" b="1" cap="all" dirty="0" smtClean="0"/>
          </a:p>
        </p:txBody>
      </p:sp>
      <p:sp>
        <p:nvSpPr>
          <p:cNvPr id="8" name="Rectangle à coins arrondis 7"/>
          <p:cNvSpPr/>
          <p:nvPr/>
        </p:nvSpPr>
        <p:spPr>
          <a:xfrm>
            <a:off x="105717" y="1592805"/>
            <a:ext cx="11982450" cy="4652099"/>
          </a:xfrm>
          <a:prstGeom prst="roundRect">
            <a:avLst/>
          </a:prstGeom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05999" y="1706528"/>
            <a:ext cx="11540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fr-FR" sz="2800" b="1" dirty="0" err="1">
                <a:solidFill>
                  <a:srgbClr val="C00000"/>
                </a:solidFill>
              </a:rPr>
              <a:t>Requirements</a:t>
            </a:r>
            <a:r>
              <a:rPr lang="fr-FR" sz="2800" b="1" dirty="0">
                <a:solidFill>
                  <a:srgbClr val="C00000"/>
                </a:solidFill>
              </a:rPr>
              <a:t>, </a:t>
            </a:r>
            <a:r>
              <a:rPr lang="fr-FR" sz="2800" b="1" dirty="0" smtClean="0">
                <a:solidFill>
                  <a:srgbClr val="C00000"/>
                </a:solidFill>
              </a:rPr>
              <a:t>and Design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15883" y="2277049"/>
            <a:ext cx="1112425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Security </a:t>
            </a:r>
            <a:r>
              <a:rPr lang="en-US" sz="2400" b="1" dirty="0" smtClean="0">
                <a:solidFill>
                  <a:srgbClr val="FF0000"/>
                </a:solidFill>
              </a:rPr>
              <a:t>Basics</a:t>
            </a:r>
            <a:endParaRPr lang="ar-SA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This </a:t>
            </a:r>
            <a:r>
              <a:rPr lang="en-US" sz="2400" dirty="0"/>
              <a:t>chapter provides a high-level overview about </a:t>
            </a:r>
            <a:r>
              <a:rPr lang="en-US" sz="2400" b="1" dirty="0"/>
              <a:t>security, including definitions of security and privacy, requirements, and risk management.</a:t>
            </a:r>
          </a:p>
          <a:p>
            <a:endParaRPr lang="en-US" sz="2000" dirty="0"/>
          </a:p>
        </p:txBody>
      </p:sp>
      <p:sp>
        <p:nvSpPr>
          <p:cNvPr id="5" name="ZoneTexte 4"/>
          <p:cNvSpPr txBox="1"/>
          <p:nvPr/>
        </p:nvSpPr>
        <p:spPr>
          <a:xfrm>
            <a:off x="231149" y="3573472"/>
            <a:ext cx="10784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Secure Design </a:t>
            </a:r>
            <a:r>
              <a:rPr lang="en-US" sz="2400" b="1" dirty="0" smtClean="0">
                <a:solidFill>
                  <a:srgbClr val="FF0000"/>
                </a:solidFill>
              </a:rPr>
              <a:t>Principles</a:t>
            </a:r>
            <a:endParaRPr lang="ar-SA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This </a:t>
            </a:r>
            <a:r>
              <a:rPr lang="en-US" sz="2400" dirty="0"/>
              <a:t>chapter describes </a:t>
            </a:r>
            <a:r>
              <a:rPr lang="en-US" sz="2400" b="1" dirty="0"/>
              <a:t>how to design software to be secure, focusing on key secure design principles such as least privilege, complete mediation, and input validation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4465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28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58014" y="235036"/>
            <a:ext cx="50244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105717" y="835565"/>
            <a:ext cx="11982450" cy="4652099"/>
          </a:xfrm>
          <a:prstGeom prst="roundRect">
            <a:avLst/>
          </a:prstGeom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05999" y="949288"/>
            <a:ext cx="11540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sz="2800" b="1" dirty="0">
                <a:solidFill>
                  <a:srgbClr val="F75E41"/>
                </a:solidFill>
              </a:rPr>
              <a:t>What is Software ? </a:t>
            </a:r>
            <a:endParaRPr lang="en-US" sz="2800" dirty="0">
              <a:solidFill>
                <a:srgbClr val="F75E4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15883" y="1519809"/>
            <a:ext cx="1112425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Software</a:t>
            </a:r>
            <a:r>
              <a:rPr lang="en-US" sz="2400" dirty="0" smtClean="0"/>
              <a:t> refers to a 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collection of programs, instructions, and data </a:t>
            </a:r>
            <a:r>
              <a:rPr lang="en-US" sz="2400" dirty="0" smtClean="0"/>
              <a:t>that enable a computer or electronic device to perform specific tasks or functions . It encompasses all the intangible components that are necessary for a computer system to operate and provide desired functionalities</a:t>
            </a:r>
            <a:r>
              <a:rPr lang="en-US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Software</a:t>
            </a:r>
            <a:r>
              <a:rPr lang="en-US" sz="2400" dirty="0" smtClean="0"/>
              <a:t> is a generic term used to refer to applications, scripts and programs that run on a device. It can be thought of as the variable part of a computer, while hardware is the invariable part</a:t>
            </a:r>
            <a:r>
              <a:rPr lang="en-US" sz="24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480791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28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5164" y="235036"/>
            <a:ext cx="49672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803907" y="555239"/>
            <a:ext cx="9211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75E41"/>
                </a:solidFill>
              </a:rPr>
              <a:t>What </a:t>
            </a:r>
            <a:r>
              <a:rPr lang="en-US" sz="3200" b="1" dirty="0">
                <a:solidFill>
                  <a:srgbClr val="F75E41"/>
                </a:solidFill>
              </a:rPr>
              <a:t>is Software ? </a:t>
            </a:r>
            <a:endParaRPr lang="en-US" sz="3200" dirty="0">
              <a:solidFill>
                <a:srgbClr val="F75E4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105717" y="1349909"/>
            <a:ext cx="11982450" cy="4652099"/>
          </a:xfrm>
          <a:prstGeom prst="roundRect">
            <a:avLst/>
          </a:prstGeom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315883" y="1536911"/>
            <a:ext cx="1166656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b="1" dirty="0" smtClean="0"/>
              <a:t>two main </a:t>
            </a:r>
            <a:r>
              <a:rPr lang="en-US" sz="2400" dirty="0" smtClean="0"/>
              <a:t>categories of software are </a:t>
            </a:r>
            <a:r>
              <a:rPr lang="en-US" sz="2400" b="1" dirty="0" smtClean="0"/>
              <a:t>applications software </a:t>
            </a:r>
            <a:r>
              <a:rPr lang="en-US" sz="2400" dirty="0" smtClean="0"/>
              <a:t>and </a:t>
            </a:r>
            <a:r>
              <a:rPr lang="en-US" sz="2400" b="1" dirty="0" smtClean="0"/>
              <a:t>system software</a:t>
            </a:r>
            <a:r>
              <a:rPr lang="en-US" sz="2400" dirty="0" smtClean="0"/>
              <a:t>. An </a:t>
            </a: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application</a:t>
            </a:r>
            <a:r>
              <a:rPr lang="en-US" sz="2400" dirty="0" smtClean="0"/>
              <a:t> is software that fulfills a specific need or performs tasks.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Systems software </a:t>
            </a:r>
            <a:r>
              <a:rPr lang="en-US" sz="2400" dirty="0" smtClean="0"/>
              <a:t>is designed to run a computer's hardware and provides a platform for applications to run on top of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/>
              <a:t>Other types of software include </a:t>
            </a:r>
            <a:r>
              <a:rPr lang="en-US" sz="2400" b="1" dirty="0" smtClean="0"/>
              <a:t>programming software, </a:t>
            </a:r>
            <a:r>
              <a:rPr lang="en-US" sz="2400" dirty="0" smtClean="0"/>
              <a:t>which provides the programming tools software developers need; </a:t>
            </a:r>
            <a:r>
              <a:rPr lang="en-US" sz="2400" b="1" dirty="0" smtClean="0"/>
              <a:t>middleware</a:t>
            </a:r>
            <a:r>
              <a:rPr lang="en-US" sz="2400" dirty="0" smtClean="0"/>
              <a:t>, which sits between </a:t>
            </a:r>
            <a:r>
              <a:rPr lang="en-US" sz="2400" b="1" dirty="0" smtClean="0"/>
              <a:t>system software </a:t>
            </a:r>
            <a:r>
              <a:rPr lang="en-US" sz="2400" dirty="0" smtClean="0"/>
              <a:t>and </a:t>
            </a:r>
            <a:r>
              <a:rPr lang="en-US" sz="2400" b="1" dirty="0" smtClean="0"/>
              <a:t>applications</a:t>
            </a:r>
            <a:r>
              <a:rPr lang="en-US" sz="2400" dirty="0" smtClean="0"/>
              <a:t>; and </a:t>
            </a:r>
            <a:r>
              <a:rPr lang="en-US" sz="2400" b="1" dirty="0" smtClean="0"/>
              <a:t>driver </a:t>
            </a:r>
            <a:r>
              <a:rPr lang="en-US" sz="2400" dirty="0" smtClean="0"/>
              <a:t>software, which operates computer devices and peripherals</a:t>
            </a:r>
            <a:r>
              <a:rPr lang="en-US" sz="24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201656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203598" y="533990"/>
            <a:ext cx="9636557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28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5164" y="235036"/>
            <a:ext cx="49672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803907" y="555239"/>
            <a:ext cx="742581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cap="all" dirty="0" smtClean="0">
                <a:solidFill>
                  <a:schemeClr val="bg1"/>
                </a:solidFill>
              </a:rPr>
              <a:t>Part </a:t>
            </a:r>
            <a:r>
              <a:rPr lang="en-US" sz="3000" b="1" cap="all" dirty="0">
                <a:solidFill>
                  <a:schemeClr val="bg1"/>
                </a:solidFill>
              </a:rPr>
              <a:t>1: Requirements, </a:t>
            </a:r>
            <a:r>
              <a:rPr lang="en-US" sz="3000" b="1" cap="all" dirty="0" smtClean="0">
                <a:solidFill>
                  <a:schemeClr val="bg1"/>
                </a:solidFill>
              </a:rPr>
              <a:t>and Design</a:t>
            </a:r>
            <a:endParaRPr lang="ar-SA" sz="3000" b="1" cap="all" dirty="0" smtClean="0">
              <a:solidFill>
                <a:schemeClr val="bg1"/>
              </a:solidFill>
            </a:endParaRPr>
          </a:p>
          <a:p>
            <a:pPr fontAlgn="auto"/>
            <a:r>
              <a:rPr lang="en-US" sz="3200" b="1" dirty="0" smtClean="0">
                <a:solidFill>
                  <a:srgbClr val="F75E41"/>
                </a:solidFill>
              </a:rPr>
              <a:t>What is Software ? </a:t>
            </a:r>
            <a:endParaRPr lang="en-US" sz="3200" dirty="0">
              <a:solidFill>
                <a:srgbClr val="F75E41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906" y="1622929"/>
            <a:ext cx="7900205" cy="46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2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</a:t>
            </a:r>
            <a:r>
              <a:rPr lang="fr-FR" sz="2400" b="1" dirty="0" smtClean="0"/>
              <a:t>Introduction</a:t>
            </a:r>
            <a:endParaRPr lang="en-US" sz="28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803907" y="555239"/>
            <a:ext cx="9211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75E41"/>
                </a:solidFill>
              </a:rPr>
              <a:t>What </a:t>
            </a:r>
            <a:r>
              <a:rPr lang="en-US" sz="3200" b="1" dirty="0">
                <a:solidFill>
                  <a:srgbClr val="F75E41"/>
                </a:solidFill>
              </a:rPr>
              <a:t>is Software ? </a:t>
            </a:r>
            <a:endParaRPr lang="en-US" sz="3200" dirty="0">
              <a:solidFill>
                <a:srgbClr val="F75E4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31149" y="611731"/>
            <a:ext cx="1220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231150" y="1258062"/>
            <a:ext cx="117513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Hardware</a:t>
            </a:r>
            <a:endParaRPr lang="en-US" sz="2800" dirty="0"/>
          </a:p>
          <a:p>
            <a:r>
              <a:rPr lang="en-US" sz="2800" dirty="0"/>
              <a:t>Physical components: CPU, RAM, SSD/HDD, network card, GPU, etc.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Firmware (BIOS/UEFI)</a:t>
            </a:r>
            <a:endParaRPr lang="en-US" sz="2800" dirty="0"/>
          </a:p>
          <a:p>
            <a:r>
              <a:rPr lang="en-US" sz="2800" dirty="0"/>
              <a:t>Low-level code on the motherboard.</a:t>
            </a:r>
          </a:p>
          <a:p>
            <a:r>
              <a:rPr lang="en-US" sz="2800" dirty="0"/>
              <a:t>It </a:t>
            </a:r>
            <a:r>
              <a:rPr lang="en-US" sz="2800" b="1" dirty="0"/>
              <a:t>boots the machine</a:t>
            </a:r>
            <a:r>
              <a:rPr lang="en-US" sz="2800" dirty="0"/>
              <a:t>, initializes hardware, and starts loading the OS.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Hypervisor (optional)</a:t>
            </a:r>
            <a:endParaRPr lang="en-US" sz="2800" dirty="0"/>
          </a:p>
          <a:p>
            <a:r>
              <a:rPr lang="en-US" sz="2800" dirty="0"/>
              <a:t>The </a:t>
            </a:r>
            <a:r>
              <a:rPr lang="en-US" sz="2800" b="1" dirty="0"/>
              <a:t>virtualization</a:t>
            </a:r>
            <a:r>
              <a:rPr lang="en-US" sz="2800" dirty="0"/>
              <a:t> layer.</a:t>
            </a:r>
          </a:p>
          <a:p>
            <a:r>
              <a:rPr lang="en-US" sz="2800" dirty="0"/>
              <a:t>Lets you run </a:t>
            </a:r>
            <a:r>
              <a:rPr lang="en-US" sz="2800" b="1" dirty="0"/>
              <a:t>multiple operating systems</a:t>
            </a:r>
            <a:r>
              <a:rPr lang="en-US" sz="2800" dirty="0"/>
              <a:t> (virtual machines) on one physical machine.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OS drivers and runtimes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960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</a:t>
            </a:r>
            <a:r>
              <a:rPr lang="fr-FR" sz="2400" b="1" dirty="0" smtClean="0"/>
              <a:t>Introduction</a:t>
            </a:r>
            <a:endParaRPr lang="en-US" sz="28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378981" y="468342"/>
            <a:ext cx="9211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75E41"/>
                </a:solidFill>
              </a:rPr>
              <a:t>What </a:t>
            </a:r>
            <a:r>
              <a:rPr lang="en-US" sz="2800" b="1" dirty="0">
                <a:solidFill>
                  <a:srgbClr val="F75E41"/>
                </a:solidFill>
              </a:rPr>
              <a:t>is Software ? </a:t>
            </a:r>
            <a:endParaRPr lang="en-US" sz="2800" dirty="0">
              <a:solidFill>
                <a:srgbClr val="F75E4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83104" y="995285"/>
            <a:ext cx="11540369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Drivers:</a:t>
            </a:r>
            <a:r>
              <a:rPr lang="en-US" sz="2300" dirty="0"/>
              <a:t> enable the OS to control hardware devices (network, printer, GPU…).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Runtimes:</a:t>
            </a:r>
            <a:r>
              <a:rPr lang="en-US" sz="2300" dirty="0"/>
              <a:t> environments needed to run programs (e.g., JVM, .NET, system libraries).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OS services</a:t>
            </a:r>
            <a:endParaRPr lang="en-US" sz="2300" dirty="0"/>
          </a:p>
          <a:p>
            <a:r>
              <a:rPr lang="en-US" sz="2300" dirty="0"/>
              <a:t>Core OS functions: process scheduling, memory management, file system, networking, permissions, logging, etc.</a:t>
            </a:r>
          </a:p>
          <a:p>
            <a:r>
              <a:rPr lang="en-US" sz="2300" dirty="0"/>
              <a:t>Many run in the background as services/daemons.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OS UI</a:t>
            </a:r>
            <a:endParaRPr lang="en-US" sz="2300" dirty="0"/>
          </a:p>
          <a:p>
            <a:r>
              <a:rPr lang="en-US" sz="2300" dirty="0"/>
              <a:t>The user interface: desktop, windows, menus, shell/terminal.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Middleware</a:t>
            </a:r>
            <a:endParaRPr lang="en-US" sz="2300" dirty="0"/>
          </a:p>
          <a:p>
            <a:r>
              <a:rPr lang="en-US" sz="2300" dirty="0"/>
              <a:t>Software “between” the OS and the application, providing reusable services.</a:t>
            </a:r>
          </a:p>
          <a:p>
            <a:r>
              <a:rPr lang="en-US" sz="2300" dirty="0"/>
              <a:t>Examples: </a:t>
            </a:r>
            <a:r>
              <a:rPr lang="en-US" sz="2300" b="1" dirty="0"/>
              <a:t>databases</a:t>
            </a:r>
            <a:r>
              <a:rPr lang="en-US" sz="2300" dirty="0"/>
              <a:t>, web/app servers, message queues, caches (</a:t>
            </a:r>
            <a:r>
              <a:rPr lang="en-US" sz="2300" dirty="0" err="1"/>
              <a:t>Redis</a:t>
            </a:r>
            <a:r>
              <a:rPr lang="en-US" sz="2300" dirty="0"/>
              <a:t>), API gateways.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Application</a:t>
            </a:r>
            <a:endParaRPr lang="en-US" sz="2300" dirty="0"/>
          </a:p>
          <a:p>
            <a:r>
              <a:rPr lang="en-US" sz="2300" dirty="0"/>
              <a:t>The end-user software (e.g., CRM, ERP, web/mobile apps).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Key idea:</a:t>
            </a:r>
            <a:r>
              <a:rPr lang="en-US" sz="2300" dirty="0"/>
              <a:t> applications don’t talk directly to hardware; they rely on middleware + OS layers to access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145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432202" y="533990"/>
            <a:ext cx="8211740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</a:t>
            </a:r>
            <a:r>
              <a:rPr lang="fr-FR" sz="2400" b="1" dirty="0" smtClean="0"/>
              <a:t>Introduction</a:t>
            </a:r>
            <a:endParaRPr lang="en-US" sz="28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803907" y="555239"/>
            <a:ext cx="921175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cap="all" dirty="0" smtClean="0">
                <a:solidFill>
                  <a:schemeClr val="bg1"/>
                </a:solidFill>
              </a:rPr>
              <a:t>Part </a:t>
            </a:r>
            <a:r>
              <a:rPr lang="en-US" sz="3000" b="1" cap="all" dirty="0">
                <a:solidFill>
                  <a:schemeClr val="bg1"/>
                </a:solidFill>
              </a:rPr>
              <a:t>1: </a:t>
            </a:r>
            <a:r>
              <a:rPr lang="en-US" sz="3000" b="1" cap="all" dirty="0">
                <a:solidFill>
                  <a:schemeClr val="bg1"/>
                </a:solidFill>
              </a:rPr>
              <a:t>Requirements and </a:t>
            </a:r>
            <a:r>
              <a:rPr lang="en-US" sz="3000" b="1" cap="all" dirty="0" smtClean="0">
                <a:solidFill>
                  <a:schemeClr val="bg1"/>
                </a:solidFill>
              </a:rPr>
              <a:t>Design</a:t>
            </a:r>
            <a:endParaRPr lang="ar-SA" sz="3000" b="1" cap="all" dirty="0" smtClean="0">
              <a:solidFill>
                <a:schemeClr val="bg1"/>
              </a:solidFill>
            </a:endParaRPr>
          </a:p>
          <a:p>
            <a:pPr fontAlgn="auto"/>
            <a:r>
              <a:rPr lang="en-US" sz="3200" b="1" dirty="0">
                <a:solidFill>
                  <a:srgbClr val="F75E41"/>
                </a:solidFill>
              </a:rPr>
              <a:t>What is Software ? </a:t>
            </a:r>
            <a:endParaRPr lang="en-US" sz="3200" dirty="0">
              <a:solidFill>
                <a:srgbClr val="F75E4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6908" y="1743075"/>
            <a:ext cx="117017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The Nature of </a:t>
            </a:r>
            <a:r>
              <a:rPr lang="en-US" sz="3200" b="1" dirty="0" smtClean="0">
                <a:solidFill>
                  <a:srgbClr val="C00000"/>
                </a:solidFill>
              </a:rPr>
              <a:t>Software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900" dirty="0" smtClean="0"/>
              <a:t>Software lies at the </a:t>
            </a:r>
            <a:r>
              <a:rPr lang="en-US" sz="2900" dirty="0" err="1" smtClean="0"/>
              <a:t>nervecentre</a:t>
            </a:r>
            <a:r>
              <a:rPr lang="en-US" sz="2900" dirty="0" smtClean="0"/>
              <a:t> of most engineered artifacts and business processes, </a:t>
            </a:r>
            <a:r>
              <a:rPr lang="en-US" sz="2900" i="1" dirty="0" smtClean="0"/>
              <a:t>i.e. from consumer electronics to financial modelling, and from automotives to medical applications</a:t>
            </a:r>
            <a:endParaRPr lang="en-US" sz="2900" dirty="0"/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900" dirty="0" smtClean="0">
                <a:solidFill>
                  <a:srgbClr val="FF0000"/>
                </a:solidFill>
              </a:rPr>
              <a:t>A </a:t>
            </a:r>
            <a:r>
              <a:rPr lang="en-US" sz="2900" dirty="0">
                <a:solidFill>
                  <a:srgbClr val="FF0000"/>
                </a:solidFill>
              </a:rPr>
              <a:t>single defect in millions of lines of code can result in a system failure (safety critical systems)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900" dirty="0" smtClean="0"/>
              <a:t>Typically</a:t>
            </a:r>
            <a:r>
              <a:rPr lang="en-US" sz="2900" dirty="0"/>
              <a:t>, more than 35% of project costs are allocated to software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65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203598" y="533990"/>
            <a:ext cx="9636557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28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803907" y="555239"/>
            <a:ext cx="921175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cap="all" dirty="0" smtClean="0">
                <a:solidFill>
                  <a:schemeClr val="bg1"/>
                </a:solidFill>
              </a:rPr>
              <a:t>Part </a:t>
            </a:r>
            <a:r>
              <a:rPr lang="en-US" sz="3000" b="1" cap="all" dirty="0">
                <a:solidFill>
                  <a:schemeClr val="bg1"/>
                </a:solidFill>
              </a:rPr>
              <a:t>1: </a:t>
            </a:r>
            <a:r>
              <a:rPr lang="en-US" sz="3000" b="1" cap="all" dirty="0" smtClean="0">
                <a:solidFill>
                  <a:schemeClr val="bg1"/>
                </a:solidFill>
              </a:rPr>
              <a:t>Requirements</a:t>
            </a:r>
            <a:r>
              <a:rPr lang="en-US" sz="3000" b="1" cap="all" dirty="0">
                <a:solidFill>
                  <a:schemeClr val="bg1"/>
                </a:solidFill>
              </a:rPr>
              <a:t> </a:t>
            </a:r>
            <a:r>
              <a:rPr lang="en-US" sz="3000" b="1" cap="all" dirty="0">
                <a:solidFill>
                  <a:schemeClr val="bg1"/>
                </a:solidFill>
              </a:rPr>
              <a:t>and Design</a:t>
            </a:r>
            <a:endParaRPr lang="ar-SA" sz="3000" b="1" cap="all" dirty="0" smtClean="0">
              <a:solidFill>
                <a:schemeClr val="bg1"/>
              </a:solidFill>
            </a:endParaRPr>
          </a:p>
          <a:p>
            <a:pPr fontAlgn="auto"/>
            <a:r>
              <a:rPr lang="en-US" sz="3200" b="1" dirty="0" smtClean="0">
                <a:solidFill>
                  <a:srgbClr val="F75E41"/>
                </a:solidFill>
              </a:rPr>
              <a:t>What is Software ? </a:t>
            </a:r>
            <a:endParaRPr lang="en-US" sz="3200" dirty="0">
              <a:solidFill>
                <a:srgbClr val="F75E4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42080" y="1743075"/>
            <a:ext cx="1131653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Nature of Software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Software </a:t>
            </a:r>
            <a:r>
              <a:rPr lang="en-US" sz="3200" dirty="0"/>
              <a:t>is among the most 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complex</a:t>
            </a:r>
            <a:r>
              <a:rPr lang="en-US" sz="3200" dirty="0" smtClean="0"/>
              <a:t> engineered </a:t>
            </a:r>
            <a:r>
              <a:rPr lang="en-US" sz="3200" dirty="0"/>
              <a:t>artifacts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Software </a:t>
            </a:r>
            <a:r>
              <a:rPr lang="en-US" sz="3200" dirty="0"/>
              <a:t>is flexible, so is expected to 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conform</a:t>
            </a:r>
            <a:r>
              <a:rPr lang="en-US" sz="3200" dirty="0" smtClean="0"/>
              <a:t> to </a:t>
            </a:r>
            <a:r>
              <a:rPr lang="en-US" sz="3200" dirty="0" smtClean="0">
                <a:solidFill>
                  <a:srgbClr val="FF0000"/>
                </a:solidFill>
              </a:rPr>
              <a:t>standards</a:t>
            </a:r>
            <a:r>
              <a:rPr lang="en-US" sz="3200" dirty="0" smtClean="0"/>
              <a:t> imposed </a:t>
            </a:r>
            <a:r>
              <a:rPr lang="en-US" sz="3200" dirty="0"/>
              <a:t>by other components, </a:t>
            </a:r>
            <a:r>
              <a:rPr lang="en-US" sz="3200" i="1" dirty="0"/>
              <a:t>e.g. </a:t>
            </a:r>
            <a:r>
              <a:rPr lang="en-US" sz="3200" i="1" dirty="0">
                <a:solidFill>
                  <a:srgbClr val="FF0000"/>
                </a:solidFill>
              </a:rPr>
              <a:t>hardware, external agents </a:t>
            </a:r>
            <a:r>
              <a:rPr lang="en-US" sz="3200" i="1" dirty="0" err="1"/>
              <a:t>etc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Flexibility </a:t>
            </a:r>
            <a:r>
              <a:rPr lang="en-US" sz="3200" dirty="0"/>
              <a:t>also increases the rate at which software is 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changed</a:t>
            </a:r>
            <a:r>
              <a:rPr lang="en-US" sz="3200" dirty="0"/>
              <a:t> during its lifetime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827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000" b="1" dirty="0">
                <a:solidFill>
                  <a:srgbClr val="FF0000"/>
                </a:solidFill>
              </a:rPr>
              <a:t>Secure Software Development</a:t>
            </a:r>
            <a:r>
              <a:rPr lang="fr-FR" sz="3000" b="1" dirty="0" smtClean="0"/>
              <a:t>: Introduction</a:t>
            </a:r>
            <a:endParaRPr lang="en-US" sz="3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grpSp>
        <p:nvGrpSpPr>
          <p:cNvPr id="5" name="Groupe 4"/>
          <p:cNvGrpSpPr/>
          <p:nvPr/>
        </p:nvGrpSpPr>
        <p:grpSpPr>
          <a:xfrm>
            <a:off x="442080" y="2637315"/>
            <a:ext cx="4443632" cy="584775"/>
            <a:chOff x="823194" y="584087"/>
            <a:chExt cx="4443632" cy="584775"/>
          </a:xfrm>
        </p:grpSpPr>
        <p:sp>
          <p:nvSpPr>
            <p:cNvPr id="11" name="Organigramme : Données stockées 10"/>
            <p:cNvSpPr/>
            <p:nvPr/>
          </p:nvSpPr>
          <p:spPr>
            <a:xfrm rot="10800000">
              <a:off x="823194" y="594178"/>
              <a:ext cx="4443632" cy="561254"/>
            </a:xfrm>
            <a:prstGeom prst="flowChartOnlineStorag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TextBox 1">
              <a:extLst>
                <a:ext uri="{FF2B5EF4-FFF2-40B4-BE49-F238E27FC236}">
                  <a16:creationId xmlns:a16="http://schemas.microsoft.com/office/drawing/2014/main" xmlns="" id="{5A662463-C844-81F8-9E96-5857F99BCEBA}"/>
                </a:ext>
              </a:extLst>
            </p:cNvPr>
            <p:cNvSpPr txBox="1"/>
            <p:nvPr/>
          </p:nvSpPr>
          <p:spPr>
            <a:xfrm>
              <a:off x="1545084" y="584087"/>
              <a:ext cx="30568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chemeClr val="bg1"/>
                  </a:solidFill>
                </a:rPr>
                <a:t>Security Basics</a:t>
              </a:r>
              <a:endParaRPr lang="fr-FR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5205981" y="2439218"/>
            <a:ext cx="52096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 err="1" smtClean="0">
                <a:solidFill>
                  <a:srgbClr val="FF0000"/>
                </a:solidFill>
              </a:rPr>
              <a:t>What</a:t>
            </a:r>
            <a:r>
              <a:rPr lang="fr-FR" sz="2800" b="1" dirty="0" smtClean="0">
                <a:solidFill>
                  <a:srgbClr val="FF0000"/>
                </a:solidFill>
              </a:rPr>
              <a:t>  </a:t>
            </a:r>
            <a:r>
              <a:rPr lang="fr-FR" sz="2800" b="1" dirty="0" err="1">
                <a:solidFill>
                  <a:srgbClr val="FF0000"/>
                </a:solidFill>
              </a:rPr>
              <a:t>Does</a:t>
            </a:r>
            <a:r>
              <a:rPr lang="fr-FR" sz="2800" b="1" dirty="0">
                <a:solidFill>
                  <a:srgbClr val="FF0000"/>
                </a:solidFill>
              </a:rPr>
              <a:t> "Security" </a:t>
            </a:r>
            <a:r>
              <a:rPr lang="fr-FR" sz="2800" b="1" dirty="0" err="1">
                <a:solidFill>
                  <a:srgbClr val="FF0000"/>
                </a:solidFill>
              </a:rPr>
              <a:t>Mean</a:t>
            </a:r>
            <a:r>
              <a:rPr lang="fr-FR" sz="2800" b="1" dirty="0" smtClean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275774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000" b="1" dirty="0">
                <a:solidFill>
                  <a:srgbClr val="FF0000"/>
                </a:solidFill>
              </a:rPr>
              <a:t>Secure Software Development</a:t>
            </a:r>
            <a:r>
              <a:rPr lang="fr-FR" sz="3000" b="1" dirty="0" smtClean="0"/>
              <a:t>: Introduction</a:t>
            </a:r>
            <a:endParaRPr lang="en-US" sz="3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120004" y="1248676"/>
            <a:ext cx="7309495" cy="4344196"/>
          </a:xfrm>
          <a:prstGeom prst="roundRect">
            <a:avLst/>
          </a:prstGeom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183104" y="1608844"/>
            <a:ext cx="724639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 err="1" smtClean="0">
                <a:solidFill>
                  <a:srgbClr val="FF0000"/>
                </a:solidFill>
              </a:rPr>
              <a:t>What</a:t>
            </a:r>
            <a:r>
              <a:rPr lang="fr-FR" sz="2800" b="1" dirty="0" smtClean="0">
                <a:solidFill>
                  <a:srgbClr val="FF0000"/>
                </a:solidFill>
              </a:rPr>
              <a:t>  </a:t>
            </a:r>
            <a:r>
              <a:rPr lang="fr-FR" sz="2800" b="1" dirty="0" err="1">
                <a:solidFill>
                  <a:srgbClr val="FF0000"/>
                </a:solidFill>
              </a:rPr>
              <a:t>Does</a:t>
            </a:r>
            <a:r>
              <a:rPr lang="fr-FR" sz="2800" b="1" dirty="0">
                <a:solidFill>
                  <a:srgbClr val="FF0000"/>
                </a:solidFill>
              </a:rPr>
              <a:t> "Security" </a:t>
            </a:r>
            <a:r>
              <a:rPr lang="fr-FR" sz="2800" b="1" dirty="0" err="1">
                <a:solidFill>
                  <a:srgbClr val="FF0000"/>
                </a:solidFill>
              </a:rPr>
              <a:t>Mean</a:t>
            </a:r>
            <a:r>
              <a:rPr lang="fr-FR" sz="2800" b="1" dirty="0" smtClean="0">
                <a:solidFill>
                  <a:srgbClr val="FF0000"/>
                </a:solidFill>
              </a:rPr>
              <a:t>?</a:t>
            </a:r>
          </a:p>
          <a:p>
            <a:r>
              <a:rPr lang="en-US" sz="2800" dirty="0"/>
              <a:t>To get </a:t>
            </a:r>
            <a:r>
              <a:rPr lang="en-US" sz="2800" b="1" dirty="0"/>
              <a:t>secure software</a:t>
            </a:r>
            <a:r>
              <a:rPr lang="en-US" sz="2800" dirty="0"/>
              <a:t>, we first need to understand what security means. Different software has different </a:t>
            </a:r>
            <a:r>
              <a:rPr lang="en-US" sz="2800" b="1" dirty="0"/>
              <a:t>specific security requirements</a:t>
            </a:r>
            <a:r>
              <a:rPr lang="en-US" sz="2800" dirty="0"/>
              <a:t>, but many people divide </a:t>
            </a:r>
            <a:r>
              <a:rPr lang="en-US" sz="2800" b="1" dirty="0"/>
              <a:t>security requirements </a:t>
            </a:r>
            <a:r>
              <a:rPr lang="en-US" sz="2800" dirty="0"/>
              <a:t>into three broad objectives: </a:t>
            </a:r>
            <a:r>
              <a:rPr lang="en-US" sz="2800" b="1" dirty="0"/>
              <a:t>Confidentiality, Integrity, and Availability</a:t>
            </a:r>
            <a:r>
              <a:rPr lang="en-US" sz="2800" dirty="0"/>
              <a:t>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758" y="1248676"/>
            <a:ext cx="4410691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4103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154" y="1686839"/>
            <a:ext cx="7381560" cy="4513424"/>
          </a:xfrm>
          <a:prstGeom prst="rect">
            <a:avLst/>
          </a:prstGeom>
        </p:spPr>
      </p:pic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9134585" y="282188"/>
            <a:ext cx="2924174" cy="12355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78981" y="1394360"/>
            <a:ext cx="5278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</a:rPr>
              <a:t>What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Does</a:t>
            </a:r>
            <a:r>
              <a:rPr lang="fr-FR" sz="2400" b="1" dirty="0">
                <a:solidFill>
                  <a:srgbClr val="FF0000"/>
                </a:solidFill>
              </a:rPr>
              <a:t> "Security" </a:t>
            </a:r>
            <a:r>
              <a:rPr lang="fr-FR" sz="2400" b="1" dirty="0" err="1">
                <a:solidFill>
                  <a:srgbClr val="FF0000"/>
                </a:solidFill>
              </a:rPr>
              <a:t>Mean</a:t>
            </a:r>
            <a:r>
              <a:rPr lang="fr-FR" sz="2400" b="1" dirty="0" smtClean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54243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9191735" y="265429"/>
            <a:ext cx="2809874" cy="12355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78981" y="1394360"/>
            <a:ext cx="5278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</a:rPr>
              <a:t>What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Does</a:t>
            </a:r>
            <a:r>
              <a:rPr lang="fr-FR" sz="2400" b="1" dirty="0">
                <a:solidFill>
                  <a:srgbClr val="FF0000"/>
                </a:solidFill>
              </a:rPr>
              <a:t> "Security" </a:t>
            </a:r>
            <a:r>
              <a:rPr lang="fr-FR" sz="2400" b="1" dirty="0" err="1">
                <a:solidFill>
                  <a:srgbClr val="FF0000"/>
                </a:solidFill>
              </a:rPr>
              <a:t>Mean</a:t>
            </a:r>
            <a:r>
              <a:rPr lang="fr-FR" sz="2400" b="1" dirty="0" smtClean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673" y="1856025"/>
            <a:ext cx="6087621" cy="451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69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038" y="1165523"/>
            <a:ext cx="5968910" cy="4586524"/>
          </a:xfrm>
          <a:prstGeom prst="rect">
            <a:avLst/>
          </a:prstGeom>
        </p:spPr>
      </p:pic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9144000" y="235036"/>
            <a:ext cx="28384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78981" y="1394360"/>
            <a:ext cx="5278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FF0000"/>
                </a:solidFill>
              </a:rPr>
              <a:t>What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Does</a:t>
            </a:r>
            <a:r>
              <a:rPr lang="fr-FR" sz="2400" b="1" dirty="0">
                <a:solidFill>
                  <a:srgbClr val="FF0000"/>
                </a:solidFill>
              </a:rPr>
              <a:t> "Security" </a:t>
            </a:r>
            <a:r>
              <a:rPr lang="fr-FR" sz="2400" b="1" dirty="0" err="1">
                <a:solidFill>
                  <a:srgbClr val="FF0000"/>
                </a:solidFill>
              </a:rPr>
              <a:t>Mean</a:t>
            </a:r>
            <a:r>
              <a:rPr lang="fr-FR" sz="2400" b="1" dirty="0" smtClean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296114" y="5903218"/>
            <a:ext cx="1217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Together, these three objectives form the </a:t>
            </a:r>
            <a:r>
              <a:rPr lang="en-US" b="1" dirty="0"/>
              <a:t>CIA Triad</a:t>
            </a:r>
            <a:r>
              <a:rPr lang="en-US" dirty="0"/>
              <a:t>, a foundational model for understanding software security.</a:t>
            </a:r>
          </a:p>
        </p:txBody>
      </p:sp>
    </p:spTree>
    <p:extLst>
      <p:ext uri="{BB962C8B-B14F-4D97-AF65-F5344CB8AC3E}">
        <p14:creationId xmlns:p14="http://schemas.microsoft.com/office/powerpoint/2010/main" val="3134060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9086850" y="235036"/>
            <a:ext cx="289559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5" y="1178952"/>
            <a:ext cx="121761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rgbClr val="FF0000"/>
                </a:solidFill>
              </a:rPr>
              <a:t>What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Does</a:t>
            </a:r>
            <a:r>
              <a:rPr lang="fr-FR" sz="2800" b="1" dirty="0">
                <a:solidFill>
                  <a:srgbClr val="FF0000"/>
                </a:solidFill>
              </a:rPr>
              <a:t> "Security" </a:t>
            </a:r>
            <a:r>
              <a:rPr lang="fr-FR" sz="2800" b="1" dirty="0" err="1">
                <a:solidFill>
                  <a:srgbClr val="FF0000"/>
                </a:solidFill>
              </a:rPr>
              <a:t>Mean</a:t>
            </a:r>
            <a:r>
              <a:rPr lang="fr-FR" sz="2800" b="1" dirty="0" smtClean="0">
                <a:solidFill>
                  <a:srgbClr val="FF0000"/>
                </a:solidFill>
              </a:rPr>
              <a:t>?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Beyond the </a:t>
            </a:r>
            <a:r>
              <a:rPr lang="en-US" sz="2800" b="1" dirty="0"/>
              <a:t>CIA triad</a:t>
            </a:r>
            <a:r>
              <a:rPr lang="en-US" sz="2800" dirty="0"/>
              <a:t> (Confidentiality, Integrity, Availability), many add a fourth goal: </a:t>
            </a:r>
            <a:r>
              <a:rPr lang="en-US" sz="2800" b="1" dirty="0">
                <a:solidFill>
                  <a:srgbClr val="C00000"/>
                </a:solidFill>
              </a:rPr>
              <a:t>non-repudiation/accountability</a:t>
            </a:r>
            <a:r>
              <a:rPr lang="en-US" sz="2800" dirty="0"/>
              <a:t>.</a:t>
            </a:r>
            <a:endParaRPr lang="fr-FR" sz="28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It ensures the system can </a:t>
            </a:r>
            <a:r>
              <a:rPr lang="en-US" sz="2800" b="1" dirty="0"/>
              <a:t>prove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who did what</a:t>
            </a:r>
            <a:r>
              <a:rPr lang="en-US" sz="2800" dirty="0"/>
              <a:t>, even if the person later denies it (e.g., large money transfers, deleting critical data, sending/receiving important messages).</a:t>
            </a:r>
            <a:endParaRPr lang="fr-FR" sz="28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Not every system needs this, and some treat it as part of </a:t>
            </a:r>
            <a:r>
              <a:rPr lang="en-US" sz="2800" b="1" dirty="0">
                <a:solidFill>
                  <a:srgbClr val="C00000"/>
                </a:solidFill>
              </a:rPr>
              <a:t>integrity</a:t>
            </a:r>
            <a:r>
              <a:rPr lang="en-US" sz="2800" dirty="0"/>
              <a:t>.</a:t>
            </a:r>
            <a:endParaRPr lang="fr-FR" sz="28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key is to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clearly define the system’s security objectives</a:t>
            </a:r>
            <a:r>
              <a:rPr lang="en-US" sz="2800" dirty="0"/>
              <a:t>.</a:t>
            </a:r>
            <a:endParaRPr lang="fr-FR" sz="28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Achieving them requires </a:t>
            </a:r>
            <a:r>
              <a:rPr lang="en-US" sz="2800" b="1" dirty="0"/>
              <a:t>supporting mechanisms</a:t>
            </a:r>
            <a:r>
              <a:rPr lang="en-US" sz="2800" dirty="0"/>
              <a:t>, especially </a:t>
            </a:r>
            <a:r>
              <a:rPr lang="en-US" sz="2800" b="1" dirty="0"/>
              <a:t>authorization/access control</a:t>
            </a:r>
            <a:r>
              <a:rPr lang="en-US" sz="2800" dirty="0"/>
              <a:t> to decide whether actions are allowed.</a:t>
            </a:r>
            <a:endParaRPr lang="fr-FR" sz="2800" dirty="0"/>
          </a:p>
          <a:p>
            <a:endParaRPr lang="fr-FR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250425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9086850" y="235036"/>
            <a:ext cx="289559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687959" y="582417"/>
            <a:ext cx="2941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6907" y="1047031"/>
            <a:ext cx="121761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 dirty="0" err="1">
                <a:solidFill>
                  <a:srgbClr val="FF0000"/>
                </a:solidFill>
              </a:rPr>
              <a:t>What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err="1">
                <a:solidFill>
                  <a:srgbClr val="FF0000"/>
                </a:solidFill>
              </a:rPr>
              <a:t>Does</a:t>
            </a:r>
            <a:r>
              <a:rPr lang="fr-FR" sz="3200" b="1" dirty="0">
                <a:solidFill>
                  <a:srgbClr val="FF0000"/>
                </a:solidFill>
              </a:rPr>
              <a:t> "Security" </a:t>
            </a:r>
            <a:r>
              <a:rPr lang="fr-FR" sz="3200" b="1" dirty="0" err="1">
                <a:solidFill>
                  <a:srgbClr val="FF0000"/>
                </a:solidFill>
              </a:rPr>
              <a:t>Mean</a:t>
            </a:r>
            <a:r>
              <a:rPr lang="fr-FR" sz="3200" b="1" dirty="0" smtClean="0">
                <a:solidFill>
                  <a:srgbClr val="FF0000"/>
                </a:solidFill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fr-FR" sz="3200" b="1" dirty="0" err="1" smtClean="0">
                <a:solidFill>
                  <a:schemeClr val="accent5">
                    <a:lumMod val="50000"/>
                  </a:schemeClr>
                </a:solidFill>
              </a:rPr>
              <a:t>Supporting</a:t>
            </a:r>
            <a:r>
              <a:rPr lang="fr-FR" sz="3200" b="1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fr-FR" sz="3200" b="1" dirty="0">
                <a:solidFill>
                  <a:schemeClr val="accent5">
                    <a:lumMod val="50000"/>
                  </a:schemeClr>
                </a:solidFill>
              </a:rPr>
              <a:t>Security </a:t>
            </a:r>
            <a:r>
              <a:rPr lang="fr-FR" sz="3200" b="1" dirty="0" err="1">
                <a:solidFill>
                  <a:schemeClr val="accent5">
                    <a:lumMod val="50000"/>
                  </a:schemeClr>
                </a:solidFill>
              </a:rPr>
              <a:t>Functions</a:t>
            </a:r>
            <a:endParaRPr lang="fr-FR" sz="3200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C00000"/>
                </a:solidFill>
              </a:rPr>
              <a:t>Identification &amp; Authentication </a:t>
            </a:r>
            <a:r>
              <a:rPr lang="en-US" sz="3200" b="1" dirty="0"/>
              <a:t>(I&amp;A)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Goal:</a:t>
            </a:r>
            <a:r>
              <a:rPr lang="en-US" sz="3200" dirty="0"/>
              <a:t> identify the user and verify their identity before any protected 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Identity:</a:t>
            </a:r>
            <a:r>
              <a:rPr lang="en-US" sz="3200" dirty="0"/>
              <a:t> username / email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Authentication:</a:t>
            </a:r>
            <a:r>
              <a:rPr lang="en-US" sz="3200" dirty="0"/>
              <a:t> </a:t>
            </a:r>
            <a:r>
              <a:rPr lang="en-US" sz="3200" dirty="0" smtClean="0"/>
              <a:t>password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Example:</a:t>
            </a:r>
            <a:r>
              <a:rPr lang="en-US" sz="3200" dirty="0"/>
              <a:t> login </a:t>
            </a:r>
            <a:r>
              <a:rPr lang="en-US" sz="3200" dirty="0" smtClean="0"/>
              <a:t>process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63575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9101138" y="235036"/>
            <a:ext cx="288131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687959" y="582417"/>
            <a:ext cx="2941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5" y="1178952"/>
            <a:ext cx="1217617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 err="1">
                <a:solidFill>
                  <a:srgbClr val="FF0000"/>
                </a:solidFill>
              </a:rPr>
              <a:t>What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Does</a:t>
            </a:r>
            <a:r>
              <a:rPr lang="fr-FR" sz="2800" b="1" dirty="0">
                <a:solidFill>
                  <a:srgbClr val="FF0000"/>
                </a:solidFill>
              </a:rPr>
              <a:t> "Security" </a:t>
            </a:r>
            <a:r>
              <a:rPr lang="fr-FR" sz="2800" b="1" dirty="0" err="1">
                <a:solidFill>
                  <a:srgbClr val="FF0000"/>
                </a:solidFill>
              </a:rPr>
              <a:t>Mean</a:t>
            </a:r>
            <a:r>
              <a:rPr lang="fr-FR" sz="2800" b="1" dirty="0" smtClean="0">
                <a:solidFill>
                  <a:srgbClr val="FF0000"/>
                </a:solidFill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fr-FR" sz="2800" b="1" dirty="0" err="1">
                <a:solidFill>
                  <a:schemeClr val="accent5">
                    <a:lumMod val="50000"/>
                  </a:schemeClr>
                </a:solidFill>
              </a:rPr>
              <a:t>Supporting</a:t>
            </a:r>
            <a:r>
              <a:rPr lang="fr-FR" sz="2800" b="1" dirty="0">
                <a:solidFill>
                  <a:schemeClr val="accent5">
                    <a:lumMod val="50000"/>
                  </a:schemeClr>
                </a:solidFill>
              </a:rPr>
              <a:t> Security </a:t>
            </a:r>
            <a:r>
              <a:rPr lang="fr-FR" sz="2800" b="1" dirty="0" err="1">
                <a:solidFill>
                  <a:schemeClr val="accent5">
                    <a:lumMod val="50000"/>
                  </a:schemeClr>
                </a:solidFill>
              </a:rPr>
              <a:t>Functions</a:t>
            </a:r>
            <a:endParaRPr lang="fr-FR" sz="2800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Authorization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(Access Control)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Goal:</a:t>
            </a:r>
            <a:r>
              <a:rPr lang="en-US" sz="2800" dirty="0"/>
              <a:t> decide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what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the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user is allowed to do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/>
              <a:t>before performing the 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Think of it as:</a:t>
            </a:r>
            <a:r>
              <a:rPr lang="en-US" sz="2800" dirty="0"/>
              <a:t> a </a:t>
            </a:r>
            <a:r>
              <a:rPr lang="en-US" sz="2800" b="1" dirty="0"/>
              <a:t>list of permissions (roles/rights) </a:t>
            </a:r>
            <a:r>
              <a:rPr lang="en-US" sz="2800" dirty="0"/>
              <a:t>per user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Key point:</a:t>
            </a:r>
            <a:r>
              <a:rPr lang="en-US" sz="2800" dirty="0"/>
              <a:t> if attackers can add permissions, even strong I&amp;A helps little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Critical for:</a:t>
            </a:r>
            <a:r>
              <a:rPr lang="en-US" sz="2800" dirty="0"/>
              <a:t> confidentiality + integrity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Auditing / Logging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Goal:</a:t>
            </a:r>
            <a:r>
              <a:rPr lang="en-US" sz="2800" dirty="0"/>
              <a:t> record important events to detect and recover from attacks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Typical logs:</a:t>
            </a:r>
            <a:r>
              <a:rPr lang="en-US" sz="2800" dirty="0"/>
              <a:t> login/logout, account changes, critical data modifications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Critical for:</a:t>
            </a:r>
            <a:r>
              <a:rPr lang="en-US" sz="2800" dirty="0"/>
              <a:t> accountability + non-repudiation</a:t>
            </a:r>
          </a:p>
          <a:p>
            <a:r>
              <a:rPr lang="en-US" sz="2800" dirty="0"/>
              <a:t> </a:t>
            </a:r>
            <a:endParaRPr lang="fr-FR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2971944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000" b="1" dirty="0">
                <a:solidFill>
                  <a:srgbClr val="FF0000"/>
                </a:solidFill>
              </a:rPr>
              <a:t>Secure Software Development</a:t>
            </a:r>
            <a:r>
              <a:rPr lang="fr-FR" sz="3000" b="1" dirty="0" smtClean="0"/>
              <a:t>: Introduction</a:t>
            </a:r>
            <a:endParaRPr lang="en-US" sz="3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err="1">
                <a:solidFill>
                  <a:srgbClr val="FF0000"/>
                </a:solidFill>
              </a:rPr>
              <a:t>What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Does</a:t>
            </a:r>
            <a:r>
              <a:rPr lang="fr-FR" sz="2800" b="1" dirty="0">
                <a:solidFill>
                  <a:srgbClr val="FF0000"/>
                </a:solidFill>
              </a:rPr>
              <a:t> "Security" </a:t>
            </a:r>
            <a:r>
              <a:rPr lang="fr-FR" sz="2800" b="1" dirty="0" err="1">
                <a:solidFill>
                  <a:srgbClr val="FF0000"/>
                </a:solidFill>
              </a:rPr>
              <a:t>Mean</a:t>
            </a:r>
            <a:r>
              <a:rPr lang="fr-FR" sz="2800" b="1" dirty="0" smtClean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88059" y="1965706"/>
            <a:ext cx="1105390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Authentication =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“Who are you?”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dirty="0"/>
              <a:t>Verifies identity (e.g., password, MFA, biometrics).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Authorization =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“What are you allowed to do?”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Grants or restricts permissions after login (e.g., user vs admin, read vs write).</a:t>
            </a:r>
          </a:p>
          <a:p>
            <a:r>
              <a:rPr lang="en-US" sz="2800" dirty="0" smtClean="0"/>
              <a:t>✅ </a:t>
            </a:r>
            <a:r>
              <a:rPr lang="en-US" sz="2800" b="1" dirty="0" smtClean="0"/>
              <a:t>Key </a:t>
            </a:r>
            <a:r>
              <a:rPr lang="en-US" sz="2800" b="1" dirty="0"/>
              <a:t>point</a:t>
            </a:r>
            <a:r>
              <a:rPr lang="en-US" sz="2800" dirty="0"/>
              <a:t>: You can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know who someone is </a:t>
            </a:r>
            <a:r>
              <a:rPr lang="en-US" sz="2800" dirty="0"/>
              <a:t>(authenticated) and still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 what they can do</a:t>
            </a:r>
            <a:r>
              <a:rPr lang="en-US" sz="2800" dirty="0"/>
              <a:t> (authorized).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1683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9129713" y="235036"/>
            <a:ext cx="28527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15883" y="1974956"/>
            <a:ext cx="120088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dirty="0" smtClean="0"/>
              <a:t>What </a:t>
            </a:r>
            <a:r>
              <a:rPr lang="en-US" sz="3200" dirty="0"/>
              <a:t>you implement depends on the </a:t>
            </a:r>
            <a:r>
              <a:rPr lang="en-US" sz="3200" b="1" dirty="0"/>
              <a:t>type of software</a:t>
            </a:r>
            <a:r>
              <a:rPr lang="en-US" sz="3200" dirty="0"/>
              <a:t> you’re building.</a:t>
            </a:r>
            <a:endParaRPr lang="fr-FR" sz="3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dirty="0" smtClean="0"/>
              <a:t>A </a:t>
            </a:r>
            <a:r>
              <a:rPr lang="en-US" sz="3200" b="1" dirty="0"/>
              <a:t>low-level library</a:t>
            </a:r>
            <a:r>
              <a:rPr lang="en-US" sz="3200" dirty="0"/>
              <a:t> may not implement these security mechanisms directly.</a:t>
            </a:r>
            <a:endParaRPr lang="fr-FR" sz="3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dirty="0" smtClean="0"/>
              <a:t>But </a:t>
            </a:r>
            <a:r>
              <a:rPr lang="en-US" sz="3200" dirty="0"/>
              <a:t>it must be designed to </a:t>
            </a:r>
            <a:r>
              <a:rPr lang="en-US" sz="3200" b="1" dirty="0"/>
              <a:t>fit into</a:t>
            </a:r>
            <a:r>
              <a:rPr lang="en-US" sz="3200" dirty="0"/>
              <a:t> and </a:t>
            </a:r>
            <a:r>
              <a:rPr lang="en-US" sz="3200" b="1" dirty="0"/>
              <a:t>support</a:t>
            </a:r>
            <a:r>
              <a:rPr lang="en-US" sz="3200" dirty="0"/>
              <a:t> a larger system.</a:t>
            </a:r>
            <a:endParaRPr lang="fr-FR" sz="3200" dirty="0"/>
          </a:p>
        </p:txBody>
      </p:sp>
      <p:sp>
        <p:nvSpPr>
          <p:cNvPr id="12" name="Rectangle 11"/>
          <p:cNvSpPr/>
          <p:nvPr/>
        </p:nvSpPr>
        <p:spPr>
          <a:xfrm>
            <a:off x="315883" y="1206690"/>
            <a:ext cx="423077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600" b="1" dirty="0" err="1">
                <a:solidFill>
                  <a:srgbClr val="FF0000"/>
                </a:solidFill>
              </a:rPr>
              <a:t>What</a:t>
            </a:r>
            <a:r>
              <a:rPr lang="fr-FR" sz="2600" b="1" dirty="0">
                <a:solidFill>
                  <a:srgbClr val="FF0000"/>
                </a:solidFill>
              </a:rPr>
              <a:t> </a:t>
            </a:r>
            <a:r>
              <a:rPr lang="fr-FR" sz="2600" b="1" dirty="0" err="1">
                <a:solidFill>
                  <a:srgbClr val="FF0000"/>
                </a:solidFill>
              </a:rPr>
              <a:t>Does</a:t>
            </a:r>
            <a:r>
              <a:rPr lang="fr-FR" sz="2600" b="1" dirty="0">
                <a:solidFill>
                  <a:srgbClr val="FF0000"/>
                </a:solidFill>
              </a:rPr>
              <a:t> "Security" </a:t>
            </a:r>
            <a:r>
              <a:rPr lang="fr-FR" sz="2600" b="1" dirty="0" err="1">
                <a:solidFill>
                  <a:srgbClr val="FF0000"/>
                </a:solidFill>
              </a:rPr>
              <a:t>Mean</a:t>
            </a:r>
            <a:r>
              <a:rPr lang="fr-FR" sz="26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0113862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5620469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9072563" y="235036"/>
            <a:ext cx="29098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2500313" y="584087"/>
            <a:ext cx="2714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0" y="1251297"/>
            <a:ext cx="3400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sz="2000" b="1" dirty="0"/>
              <a:t>Test Your Understanding </a:t>
            </a:r>
            <a:endParaRPr lang="en-US" sz="2000" dirty="0"/>
          </a:p>
          <a:p>
            <a:pPr fontAlgn="auto"/>
            <a:r>
              <a:rPr lang="en-US" sz="2000" dirty="0"/>
              <a:t>Match each definition to the correct term.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910" y="1192148"/>
            <a:ext cx="6727640" cy="532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29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2100833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2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72314" y="235036"/>
            <a:ext cx="49101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226815" y="2093414"/>
            <a:ext cx="3584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973588" y="205448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Security </a:t>
            </a:r>
            <a:r>
              <a:rPr lang="en-US" sz="3200" b="1" dirty="0" smtClean="0">
                <a:solidFill>
                  <a:srgbClr val="FF0000"/>
                </a:solidFill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290815313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300913" y="235036"/>
            <a:ext cx="46815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734126" y="586759"/>
            <a:ext cx="3584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Security </a:t>
            </a:r>
            <a:r>
              <a:rPr lang="fr-FR" sz="3200" b="1" dirty="0" err="1">
                <a:solidFill>
                  <a:srgbClr val="FF0000"/>
                </a:solidFill>
              </a:rPr>
              <a:t>Requirements</a:t>
            </a:r>
            <a:endParaRPr lang="fr-FR" sz="32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20005" y="2078370"/>
            <a:ext cx="120088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To </a:t>
            </a:r>
            <a:r>
              <a:rPr lang="en-US" sz="3200" dirty="0"/>
              <a:t>build software, you must know </a:t>
            </a:r>
            <a:r>
              <a:rPr lang="en-US" sz="3200" b="1" dirty="0"/>
              <a:t>what it should do</a:t>
            </a:r>
            <a:r>
              <a:rPr lang="en-US" sz="3200" dirty="0"/>
              <a:t>.</a:t>
            </a:r>
            <a:endParaRPr lang="fr-FR" sz="32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Requirements</a:t>
            </a:r>
            <a:r>
              <a:rPr lang="en-US" sz="3200" dirty="0"/>
              <a:t> define what a product/service must </a:t>
            </a:r>
            <a:r>
              <a:rPr lang="en-US" sz="3200" b="1" dirty="0"/>
              <a:t>do or be</a:t>
            </a:r>
            <a:r>
              <a:rPr lang="en-US" sz="3200" dirty="0"/>
              <a:t>.</a:t>
            </a:r>
            <a:endParaRPr lang="fr-FR" sz="32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dirty="0"/>
              <a:t>Include </a:t>
            </a:r>
            <a:r>
              <a:rPr lang="en-US" sz="3200" b="1" dirty="0"/>
              <a:t>legal/regulatory</a:t>
            </a:r>
            <a:r>
              <a:rPr lang="en-US" sz="3200" dirty="0"/>
              <a:t> obligations and what matters to </a:t>
            </a:r>
            <a:r>
              <a:rPr lang="en-US" sz="3200" b="1" dirty="0"/>
              <a:t>users/customers</a:t>
            </a:r>
            <a:r>
              <a:rPr lang="en-US" sz="3200" dirty="0"/>
              <a:t>.</a:t>
            </a:r>
            <a:endParaRPr lang="fr-FR" sz="32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dirty="0"/>
              <a:t>In professional projects, requirements are usually </a:t>
            </a:r>
            <a:r>
              <a:rPr lang="en-US" sz="3200" b="1" dirty="0"/>
              <a:t>documented</a:t>
            </a:r>
            <a:r>
              <a:rPr lang="en-US" sz="3200" dirty="0"/>
              <a:t>.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797997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129464" y="235036"/>
            <a:ext cx="48529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734126" y="586759"/>
            <a:ext cx="3584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Security </a:t>
            </a:r>
            <a:r>
              <a:rPr lang="fr-FR" sz="3200" b="1" dirty="0" err="1">
                <a:solidFill>
                  <a:srgbClr val="FF0000"/>
                </a:solidFill>
              </a:rPr>
              <a:t>Requirements</a:t>
            </a:r>
            <a:endParaRPr lang="fr-FR" sz="3200" b="1" dirty="0" smtClean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74885" y="1852761"/>
            <a:ext cx="118075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Legal &amp; Regulatory Requirements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Some software must comply with </a:t>
            </a:r>
            <a:r>
              <a:rPr lang="en-US" sz="2800" b="1" dirty="0"/>
              <a:t>special laws/regulations</a:t>
            </a:r>
            <a:r>
              <a:rPr lang="en-US" sz="2800" dirty="0"/>
              <a:t>, especially in high-risk domains (medical, financial, military).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Security vulnerabilities</a:t>
            </a:r>
            <a:r>
              <a:rPr lang="en-US" sz="2800" dirty="0"/>
              <a:t> in these systems can cause serious harm.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Selling software across different countries/regions may introduce </a:t>
            </a:r>
            <a:r>
              <a:rPr lang="en-US" sz="2800" b="1" dirty="0"/>
              <a:t>additional legal requirements</a:t>
            </a:r>
            <a:r>
              <a:rPr lang="en-US" sz="28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17812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86576" y="235036"/>
            <a:ext cx="50958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734126" y="586759"/>
            <a:ext cx="3584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Security </a:t>
            </a:r>
            <a:r>
              <a:rPr lang="fr-FR" sz="3200" b="1" dirty="0" err="1">
                <a:solidFill>
                  <a:srgbClr val="FF0000"/>
                </a:solidFill>
              </a:rPr>
              <a:t>Requirements</a:t>
            </a:r>
            <a:endParaRPr lang="fr-FR" sz="3200" b="1" dirty="0" smtClean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74885" y="1852761"/>
            <a:ext cx="1180756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How Laws Become Security Requirements</a:t>
            </a:r>
          </a:p>
          <a:p>
            <a:r>
              <a:rPr lang="en-US" sz="2800" dirty="0"/>
              <a:t>Laws/regulations often </a:t>
            </a:r>
            <a:r>
              <a:rPr lang="en-US" sz="2800" b="1" dirty="0"/>
              <a:t>force security controls</a:t>
            </a:r>
            <a:r>
              <a:rPr lang="en-US" sz="2800" dirty="0"/>
              <a:t> inside the system.</a:t>
            </a:r>
          </a:p>
          <a:p>
            <a:r>
              <a:rPr lang="en-US" sz="2800" dirty="0"/>
              <a:t>They translate into concrete requirements: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Confidentiality</a:t>
            </a:r>
            <a:endParaRPr lang="en-US" sz="2800" dirty="0"/>
          </a:p>
          <a:p>
            <a:r>
              <a:rPr lang="en-US" sz="2800" dirty="0"/>
              <a:t>“Do not disclose patient/customer data”</a:t>
            </a:r>
          </a:p>
          <a:p>
            <a:r>
              <a:rPr lang="en-US" sz="2800" dirty="0"/>
              <a:t>⇒ encryption + access control + MFA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Integrity</a:t>
            </a:r>
            <a:endParaRPr lang="en-US" sz="2800" dirty="0"/>
          </a:p>
          <a:p>
            <a:r>
              <a:rPr lang="en-US" sz="2800" dirty="0"/>
              <a:t>“Prevent unauthorized changes to medical/financial records”</a:t>
            </a:r>
          </a:p>
          <a:p>
            <a:r>
              <a:rPr lang="en-US" sz="2800" dirty="0"/>
              <a:t>⇒ fine-grained permissions + audit logs + DB constraints + digital signatures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68485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15150" y="235036"/>
            <a:ext cx="506729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734126" y="586759"/>
            <a:ext cx="3584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Security </a:t>
            </a:r>
            <a:r>
              <a:rPr lang="fr-FR" sz="3200" b="1" dirty="0" err="1">
                <a:solidFill>
                  <a:srgbClr val="FF0000"/>
                </a:solidFill>
              </a:rPr>
              <a:t>Requirements</a:t>
            </a:r>
            <a:endParaRPr lang="fr-FR" sz="3200" b="1" dirty="0" smtClean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74885" y="1852761"/>
            <a:ext cx="1180756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smtClean="0"/>
              <a:t>Availability</a:t>
            </a:r>
            <a:endParaRPr lang="en-US" sz="2800" dirty="0"/>
          </a:p>
          <a:p>
            <a:r>
              <a:rPr lang="en-US" sz="2800" dirty="0"/>
              <a:t>“Service must remain operational”</a:t>
            </a:r>
          </a:p>
          <a:p>
            <a:r>
              <a:rPr lang="en-US" sz="2800" dirty="0"/>
              <a:t>⇒ backups + recovery plan + redundancy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Accountability / Non-repudiation</a:t>
            </a:r>
            <a:endParaRPr lang="en-US" sz="2800" dirty="0"/>
          </a:p>
          <a:p>
            <a:r>
              <a:rPr lang="en-US" sz="2800" dirty="0"/>
              <a:t>“Track who did what, and when”</a:t>
            </a:r>
          </a:p>
          <a:p>
            <a:r>
              <a:rPr lang="en-US" sz="2800" dirty="0"/>
              <a:t>⇒ logging &amp; auditing + log retention + tamper-evident logs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Example (Banking)</a:t>
            </a:r>
            <a:endParaRPr lang="en-US" sz="2800" dirty="0"/>
          </a:p>
          <a:p>
            <a:r>
              <a:rPr lang="en-US" sz="2800" dirty="0"/>
              <a:t>“Record every transfer and keep it for a period”</a:t>
            </a:r>
          </a:p>
          <a:p>
            <a:r>
              <a:rPr lang="en-US" sz="2800" dirty="0"/>
              <a:t>⇒ tamper-evident transaction logs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13974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231149" y="1119618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Security </a:t>
            </a:r>
            <a:r>
              <a:rPr lang="fr-FR" sz="3200" b="1" dirty="0" err="1">
                <a:solidFill>
                  <a:srgbClr val="FF0000"/>
                </a:solidFill>
              </a:rPr>
              <a:t>Requirements</a:t>
            </a:r>
            <a:endParaRPr lang="fr-FR" sz="32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731338"/>
            <a:ext cx="120088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Where Requirements Live</a:t>
            </a: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Requirements aren’t always in one formal document.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New requirements may appear in </a:t>
            </a:r>
            <a:r>
              <a:rPr lang="en-US" sz="2800" b="1" dirty="0"/>
              <a:t>issue trackers</a:t>
            </a:r>
            <a:r>
              <a:rPr lang="en-US" sz="2800" dirty="0"/>
              <a:t> or through </a:t>
            </a:r>
            <a:r>
              <a:rPr lang="en-US" sz="2800" b="1" dirty="0"/>
              <a:t>user discussions</a:t>
            </a:r>
            <a:r>
              <a:rPr lang="en-US" sz="28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Even in small projects, record </a:t>
            </a:r>
            <a:r>
              <a:rPr lang="en-US" sz="2800" b="1" dirty="0"/>
              <a:t>high-level security requirements</a:t>
            </a:r>
            <a:r>
              <a:rPr lang="en-US" sz="2800" dirty="0"/>
              <a:t> in one place.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This keeps everyone aligned on the software’s </a:t>
            </a:r>
            <a:r>
              <a:rPr lang="en-US" sz="2800" b="1" dirty="0"/>
              <a:t>security goals</a:t>
            </a:r>
            <a:r>
              <a:rPr lang="en-US" sz="2800" dirty="0"/>
              <a:t> when building, changing, or using it.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Note</a:t>
            </a:r>
            <a:r>
              <a:rPr lang="en-US" sz="2800" b="1" dirty="0"/>
              <a:t>:</a:t>
            </a:r>
            <a:r>
              <a:rPr lang="en-US" sz="2800" dirty="0"/>
              <a:t> Capturing key security requirements early helps guide design and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260284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172326" y="235036"/>
            <a:ext cx="48101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grpSp>
        <p:nvGrpSpPr>
          <p:cNvPr id="5" name="Groupe 4"/>
          <p:cNvGrpSpPr/>
          <p:nvPr/>
        </p:nvGrpSpPr>
        <p:grpSpPr>
          <a:xfrm>
            <a:off x="959749" y="2207651"/>
            <a:ext cx="4443632" cy="584775"/>
            <a:chOff x="823194" y="584087"/>
            <a:chExt cx="4443632" cy="584775"/>
          </a:xfrm>
        </p:grpSpPr>
        <p:sp>
          <p:nvSpPr>
            <p:cNvPr id="11" name="Organigramme : Données stockées 10"/>
            <p:cNvSpPr/>
            <p:nvPr/>
          </p:nvSpPr>
          <p:spPr>
            <a:xfrm rot="10800000">
              <a:off x="823194" y="594178"/>
              <a:ext cx="4443632" cy="561254"/>
            </a:xfrm>
            <a:prstGeom prst="flowChartOnlineStorag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TextBox 1">
              <a:extLst>
                <a:ext uri="{FF2B5EF4-FFF2-40B4-BE49-F238E27FC236}">
                  <a16:creationId xmlns:a16="http://schemas.microsoft.com/office/drawing/2014/main" xmlns="" id="{5A662463-C844-81F8-9E96-5857F99BCEBA}"/>
                </a:ext>
              </a:extLst>
            </p:cNvPr>
            <p:cNvSpPr txBox="1"/>
            <p:nvPr/>
          </p:nvSpPr>
          <p:spPr>
            <a:xfrm>
              <a:off x="1545084" y="584087"/>
              <a:ext cx="37217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chemeClr val="bg1"/>
                  </a:solidFill>
                </a:rPr>
                <a:t>Security Basics</a:t>
              </a:r>
              <a:endParaRPr lang="fr-FR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5873701" y="22076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FF0000"/>
                </a:solidFill>
              </a:rPr>
              <a:t>Common Security Objectives</a:t>
            </a:r>
            <a:endParaRPr lang="fr-FR" sz="3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479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0" y="848707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786564" y="235036"/>
            <a:ext cx="5195886" cy="20622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985909" y="849328"/>
            <a:ext cx="3721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076464" y="825187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C00000"/>
                </a:solidFill>
              </a:rPr>
              <a:t>Common Security Objectives</a:t>
            </a:r>
            <a:endParaRPr lang="fr-FR" sz="3200" b="1" dirty="0" smtClean="0">
              <a:solidFill>
                <a:srgbClr val="C0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20005" y="2084762"/>
            <a:ext cx="1200889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How </a:t>
            </a:r>
            <a:r>
              <a:rPr lang="en-US" sz="3200" b="1" dirty="0"/>
              <a:t>to define security requirements</a:t>
            </a:r>
            <a:endParaRPr lang="en-US" sz="32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Revisit common security objectives and supporting functions.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Apply each one to the </a:t>
            </a:r>
            <a:r>
              <a:rPr lang="en-US" sz="3200" b="1" dirty="0">
                <a:solidFill>
                  <a:srgbClr val="FF0000"/>
                </a:solidFill>
              </a:rPr>
              <a:t>information your software manages</a:t>
            </a:r>
            <a:r>
              <a:rPr lang="en-US" sz="3200" dirty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Ask: </a:t>
            </a:r>
            <a:r>
              <a:rPr lang="en-US" sz="3200" i="1" dirty="0"/>
              <a:t>What must be protected, from whom, and how?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93098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47624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43726" y="235035"/>
            <a:ext cx="5038724" cy="1517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3721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Common Security Objectives</a:t>
            </a:r>
            <a:endParaRPr lang="fr-FR" sz="3200" b="1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120005" y="1945094"/>
            <a:ext cx="1200889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Confidentiality (“No unauthorized read”)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Identify data that must not be public (personal/system info).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Protect secrets (e.g., passwords) using </a:t>
            </a:r>
            <a:r>
              <a:rPr lang="en-US" sz="3200" b="1" dirty="0"/>
              <a:t>strong </a:t>
            </a:r>
            <a:r>
              <a:rPr lang="en-US" sz="3200" b="1" dirty="0" smtClean="0"/>
              <a:t>password-hashing.</a:t>
            </a:r>
            <a:endParaRPr lang="en-US" sz="32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Enforce access controls to prevent unauthorized viewing.</a:t>
            </a:r>
          </a:p>
        </p:txBody>
      </p:sp>
    </p:spTree>
    <p:extLst>
      <p:ext uri="{BB962C8B-B14F-4D97-AF65-F5344CB8AC3E}">
        <p14:creationId xmlns:p14="http://schemas.microsoft.com/office/powerpoint/2010/main" val="1046528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43738" y="235036"/>
            <a:ext cx="493871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3721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Common Security Objectives</a:t>
            </a:r>
            <a:endParaRPr lang="fr-FR" sz="3200" b="1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120005" y="1945094"/>
            <a:ext cx="12008896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Integrity (“No unauthorized modification”)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Identify what data must not be changed without permission.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Define </a:t>
            </a:r>
            <a:r>
              <a:rPr lang="en-US" sz="3200" b="1" dirty="0"/>
              <a:t>who can modify what</a:t>
            </a:r>
            <a:r>
              <a:rPr lang="en-US" sz="3200" dirty="0"/>
              <a:t> (roles, responsibilities).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Use controls to prevent and detect tampering.</a:t>
            </a:r>
          </a:p>
        </p:txBody>
      </p:sp>
    </p:spTree>
    <p:extLst>
      <p:ext uri="{BB962C8B-B14F-4D97-AF65-F5344CB8AC3E}">
        <p14:creationId xmlns:p14="http://schemas.microsoft.com/office/powerpoint/2010/main" val="1408871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43726" y="235036"/>
            <a:ext cx="50387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3721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Common Security Objectives</a:t>
            </a:r>
            <a:endParaRPr lang="fr-FR" sz="3200" b="1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255262" y="1843541"/>
            <a:ext cx="1140333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Availability (“Keeps working under attack”)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Evaluate the impact of downtime (how serious is it?).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Availability isn’t absolute—online systems can face </a:t>
            </a:r>
            <a:r>
              <a:rPr lang="en-US" sz="2800" b="1" dirty="0"/>
              <a:t>DDoS</a:t>
            </a:r>
            <a:r>
              <a:rPr lang="en-US" sz="2800" dirty="0"/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Design for resilience: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prevent overload, scale under load, recover quickly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backups + disaster recovery (including cold storage)</a:t>
            </a:r>
          </a:p>
          <a:p>
            <a:pPr>
              <a:lnSpc>
                <a:spcPct val="150000"/>
              </a:lnSpc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21117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15150" y="235036"/>
            <a:ext cx="506729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3721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Common Security Objectives</a:t>
            </a:r>
            <a:endParaRPr lang="fr-FR" sz="3200" b="1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255262" y="1843541"/>
            <a:ext cx="114033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Non-repudiation (“Prove someone did something”)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Decide if you must later </a:t>
            </a:r>
            <a:r>
              <a:rPr lang="en-US" sz="2800" b="1" dirty="0"/>
              <a:t>prove an action occurred</a:t>
            </a:r>
            <a:r>
              <a:rPr lang="en-US" sz="2800" dirty="0"/>
              <a:t> (not always needed).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Important for high-impact actions (e.g., transfers, deletions, critical messages).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Usually supported by logs + signatures/timestamps (depending on the system</a:t>
            </a:r>
            <a:r>
              <a:rPr lang="en-US" sz="2800" dirty="0" smtClean="0"/>
              <a:t>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5782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72300" y="235036"/>
            <a:ext cx="50101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3721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Common Security Objectives</a:t>
            </a:r>
            <a:endParaRPr lang="fr-FR" sz="3200" b="1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231149" y="1673410"/>
            <a:ext cx="1140333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Supporting Functions (How you achieve the goals)</a:t>
            </a:r>
          </a:p>
          <a:p>
            <a:r>
              <a:rPr lang="en-US" sz="2600" b="1" dirty="0"/>
              <a:t>Identity &amp; Authentication (I&amp;A)</a:t>
            </a:r>
            <a:endParaRPr lang="en-US" sz="2600" dirty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600" dirty="0"/>
              <a:t>How users prove who they are; prevent impersonation.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600" dirty="0"/>
              <a:t>Prefer </a:t>
            </a:r>
            <a:r>
              <a:rPr lang="en-US" sz="2600" b="1" dirty="0"/>
              <a:t>2FA</a:t>
            </a:r>
            <a:r>
              <a:rPr lang="en-US" sz="2600" dirty="0"/>
              <a:t> (built-in or via trusted identity providers).</a:t>
            </a:r>
          </a:p>
          <a:p>
            <a:r>
              <a:rPr lang="en-US" sz="2600" b="1" dirty="0"/>
              <a:t>Authorization</a:t>
            </a:r>
            <a:endParaRPr lang="en-US" sz="2600" dirty="0"/>
          </a:p>
          <a:p>
            <a:pPr marL="971550" indent="-457200">
              <a:buFont typeface="Wingdings" panose="05000000000000000000" pitchFamily="2" charset="2"/>
              <a:buChar char="§"/>
            </a:pPr>
            <a:r>
              <a:rPr lang="en-US" sz="2600" dirty="0"/>
              <a:t>Who is allowed to do what (permissions/roles).</a:t>
            </a:r>
          </a:p>
          <a:p>
            <a:pPr marL="971550" indent="-457200">
              <a:buFont typeface="Wingdings" panose="05000000000000000000" pitchFamily="2" charset="2"/>
              <a:buChar char="§"/>
            </a:pPr>
            <a:r>
              <a:rPr lang="en-US" sz="2600" dirty="0"/>
              <a:t>Central to </a:t>
            </a:r>
            <a:r>
              <a:rPr lang="en-US" sz="2600" b="1" dirty="0"/>
              <a:t>confidentiality + integrity.</a:t>
            </a:r>
          </a:p>
          <a:p>
            <a:r>
              <a:rPr lang="en-US" sz="2600" b="1" dirty="0"/>
              <a:t>Auditing / Logging</a:t>
            </a:r>
            <a:endParaRPr lang="en-US" sz="2600" dirty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600" dirty="0"/>
              <a:t>Record key events (login/logout, account creation/deletion, sensitive actions).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600" dirty="0"/>
              <a:t>Log: </a:t>
            </a:r>
            <a:r>
              <a:rPr lang="en-US" sz="2600" b="1" dirty="0"/>
              <a:t>when</a:t>
            </a:r>
            <a:r>
              <a:rPr lang="en-US" sz="2600" dirty="0"/>
              <a:t>, </a:t>
            </a:r>
            <a:r>
              <a:rPr lang="en-US" sz="2600" b="1" dirty="0"/>
              <a:t>what</a:t>
            </a:r>
            <a:r>
              <a:rPr lang="en-US" sz="2600" dirty="0"/>
              <a:t>, </a:t>
            </a:r>
            <a:r>
              <a:rPr lang="en-US" sz="2600" b="1" dirty="0"/>
              <a:t>which component</a:t>
            </a:r>
            <a:r>
              <a:rPr lang="en-US" sz="2600" dirty="0"/>
              <a:t>, and </a:t>
            </a:r>
            <a:r>
              <a:rPr lang="en-US" sz="2600" b="1" dirty="0"/>
              <a:t>who triggered it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49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43726" y="235036"/>
            <a:ext cx="50387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3721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826" y="1178952"/>
            <a:ext cx="57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Common Security Objectives</a:t>
            </a:r>
            <a:endParaRPr lang="fr-FR" sz="3200" b="1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231149" y="1673410"/>
            <a:ext cx="1140333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Takeaway</a:t>
            </a:r>
          </a:p>
          <a:p>
            <a:r>
              <a:rPr lang="en-US" sz="2800" dirty="0"/>
              <a:t>Together, these objectives help you decide: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What to protect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How to protect it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How to respond when something goes </a:t>
            </a:r>
            <a:r>
              <a:rPr lang="en-US" sz="2800" b="1" dirty="0" smtClean="0"/>
              <a:t>wrong</a:t>
            </a:r>
            <a:endParaRPr lang="en-US" sz="2800" dirty="0" smtClean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 smtClean="0"/>
              <a:t>  </a:t>
            </a:r>
            <a:r>
              <a:rPr lang="en-US" sz="2800" dirty="0"/>
              <a:t>Each objective contributes to your overall </a:t>
            </a:r>
            <a:r>
              <a:rPr lang="en-US" sz="2800" b="1" dirty="0"/>
              <a:t>security posture</a:t>
            </a:r>
            <a:r>
              <a:rPr lang="en-US" sz="2800" dirty="0"/>
              <a:t>.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 smtClean="0"/>
              <a:t>  </a:t>
            </a:r>
            <a:r>
              <a:rPr lang="en-US" sz="2800" dirty="0"/>
              <a:t>Together, they help you decide </a:t>
            </a:r>
            <a:r>
              <a:rPr lang="en-US" sz="2800" b="1" dirty="0"/>
              <a:t>what to protect</a:t>
            </a:r>
            <a:r>
              <a:rPr lang="en-US" sz="2800" dirty="0"/>
              <a:t>, </a:t>
            </a:r>
            <a:r>
              <a:rPr lang="en-US" sz="2800" b="1" dirty="0"/>
              <a:t>how to protect it</a:t>
            </a:r>
            <a:r>
              <a:rPr lang="en-US" sz="2800" dirty="0"/>
              <a:t>, and </a:t>
            </a:r>
            <a:r>
              <a:rPr lang="en-US" sz="2800" b="1" dirty="0"/>
              <a:t>how to respond</a:t>
            </a:r>
            <a:r>
              <a:rPr lang="en-US" sz="2800" dirty="0"/>
              <a:t> when something goes wrong.</a:t>
            </a:r>
            <a:endParaRPr lang="fr-FR" sz="2800" dirty="0"/>
          </a:p>
          <a:p>
            <a:pPr lvl="1"/>
            <a:endParaRPr lang="en-US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2488262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00864" y="235036"/>
            <a:ext cx="50815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grpSp>
        <p:nvGrpSpPr>
          <p:cNvPr id="5" name="Groupe 4"/>
          <p:cNvGrpSpPr/>
          <p:nvPr/>
        </p:nvGrpSpPr>
        <p:grpSpPr>
          <a:xfrm>
            <a:off x="355537" y="2102970"/>
            <a:ext cx="4443632" cy="584775"/>
            <a:chOff x="823194" y="584087"/>
            <a:chExt cx="4443632" cy="584775"/>
          </a:xfrm>
        </p:grpSpPr>
        <p:sp>
          <p:nvSpPr>
            <p:cNvPr id="11" name="Organigramme : Données stockées 10"/>
            <p:cNvSpPr/>
            <p:nvPr/>
          </p:nvSpPr>
          <p:spPr>
            <a:xfrm rot="10800000">
              <a:off x="823194" y="594178"/>
              <a:ext cx="4443632" cy="561254"/>
            </a:xfrm>
            <a:prstGeom prst="flowChartOnlineStorag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TextBox 1">
              <a:extLst>
                <a:ext uri="{FF2B5EF4-FFF2-40B4-BE49-F238E27FC236}">
                  <a16:creationId xmlns:a16="http://schemas.microsoft.com/office/drawing/2014/main" xmlns="" id="{5A662463-C844-81F8-9E96-5857F99BCEBA}"/>
                </a:ext>
              </a:extLst>
            </p:cNvPr>
            <p:cNvSpPr txBox="1"/>
            <p:nvPr/>
          </p:nvSpPr>
          <p:spPr>
            <a:xfrm>
              <a:off x="1485123" y="584087"/>
              <a:ext cx="36226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chemeClr val="bg1"/>
                  </a:solidFill>
                </a:rPr>
                <a:t>  Security Basics</a:t>
              </a:r>
              <a:endParaRPr lang="fr-FR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4983696" y="2076090"/>
            <a:ext cx="6770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Tips for Finding Security Requirements</a:t>
            </a:r>
            <a:endParaRPr lang="fr-FR" sz="3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662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100888" y="235036"/>
            <a:ext cx="48815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for Finding Security Requirements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731338"/>
            <a:ext cx="120088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you </a:t>
            </a:r>
            <a:r>
              <a:rPr lang="en-US" sz="2400" dirty="0"/>
              <a:t>may see </a:t>
            </a:r>
            <a:r>
              <a:rPr lang="en-US" sz="2400" b="1" dirty="0"/>
              <a:t>“subject”</a:t>
            </a:r>
            <a:r>
              <a:rPr lang="en-US" sz="2400" dirty="0"/>
              <a:t> and </a:t>
            </a:r>
            <a:r>
              <a:rPr lang="en-US" sz="2400" b="1" dirty="0"/>
              <a:t>“object”</a:t>
            </a:r>
            <a:r>
              <a:rPr lang="en-US" sz="2400" dirty="0"/>
              <a:t> in security: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Subject:</a:t>
            </a:r>
            <a:r>
              <a:rPr lang="en-US" sz="2400" dirty="0"/>
              <a:t> the actor (user, process)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Object:</a:t>
            </a:r>
            <a:r>
              <a:rPr lang="en-US" sz="2400" dirty="0"/>
              <a:t> what is acted on (file, database record, network port)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Mapping </a:t>
            </a:r>
            <a:r>
              <a:rPr lang="en-US" sz="2400" b="1" i="1" dirty="0">
                <a:solidFill>
                  <a:schemeClr val="accent5">
                    <a:lumMod val="75000"/>
                  </a:schemeClr>
                </a:solidFill>
              </a:rPr>
              <a:t>who acts on what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dirty="0"/>
              <a:t>helps identify </a:t>
            </a:r>
            <a:r>
              <a:rPr lang="en-US" sz="2400" b="1" dirty="0"/>
              <a:t>access control</a:t>
            </a:r>
            <a:r>
              <a:rPr lang="en-US" sz="2400" dirty="0"/>
              <a:t> and </a:t>
            </a:r>
            <a:r>
              <a:rPr lang="en-US" sz="2400" b="1" dirty="0"/>
              <a:t>protection needs</a:t>
            </a:r>
            <a:r>
              <a:rPr lang="en-US" sz="2400" dirty="0"/>
              <a:t>.</a:t>
            </a:r>
          </a:p>
          <a:p>
            <a:r>
              <a:rPr lang="en-US" sz="2400" b="1" dirty="0" smtClean="0"/>
              <a:t>— </a:t>
            </a:r>
            <a:r>
              <a:rPr lang="en-US" sz="2400" b="1" dirty="0"/>
              <a:t>Use Cases vs Abuse/Misuse Cases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Many teams capture requirements using </a:t>
            </a:r>
            <a:r>
              <a:rPr lang="en-US" sz="2400" b="1" dirty="0"/>
              <a:t>use cases</a:t>
            </a:r>
            <a:r>
              <a:rPr lang="en-U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interactions between </a:t>
            </a:r>
            <a:r>
              <a:rPr lang="en-US" sz="2400" b="1" dirty="0"/>
              <a:t>actors</a:t>
            </a:r>
            <a:r>
              <a:rPr lang="en-US" sz="2400" dirty="0"/>
              <a:t> and the </a:t>
            </a:r>
            <a:r>
              <a:rPr lang="en-US" sz="2400" b="1" dirty="0"/>
              <a:t>system</a:t>
            </a:r>
            <a:r>
              <a:rPr lang="en-US" sz="2400" dirty="0"/>
              <a:t> to achieve a goal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Security adds two helpful variants: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Abuse cases:</a:t>
            </a:r>
            <a:r>
              <a:rPr lang="en-US" sz="2400" dirty="0"/>
              <a:t> interactions intended to </a:t>
            </a:r>
            <a:r>
              <a:rPr lang="en-US" sz="2400" b="1" dirty="0"/>
              <a:t>cause harm</a:t>
            </a:r>
            <a:r>
              <a:rPr lang="en-US" sz="2400" dirty="0"/>
              <a:t> to the system, users, or stakeholders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Misuse cases:</a:t>
            </a:r>
            <a:r>
              <a:rPr lang="en-US" sz="2400" dirty="0"/>
              <a:t> </a:t>
            </a:r>
            <a:r>
              <a:rPr lang="en-US" sz="2400" b="1" dirty="0"/>
              <a:t>deliberate exploitation</a:t>
            </a:r>
            <a:r>
              <a:rPr lang="en-US" sz="2400" dirty="0"/>
              <a:t> of the system or its </a:t>
            </a:r>
            <a:r>
              <a:rPr lang="en-US" sz="2400" dirty="0" smtClean="0"/>
              <a:t>components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1522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86576" y="235036"/>
            <a:ext cx="50958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for Finding Security Requirements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731338"/>
            <a:ext cx="1200889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Use Cases vs Abuse / Misuse Cases (Definition)</a:t>
            </a:r>
          </a:p>
          <a:p>
            <a:r>
              <a:rPr lang="en-US" sz="3200" dirty="0"/>
              <a:t>Many teams capture requirements using </a:t>
            </a:r>
            <a:r>
              <a:rPr lang="en-US" sz="3200" b="1" dirty="0"/>
              <a:t>use cases</a:t>
            </a:r>
            <a:r>
              <a:rPr lang="en-US" sz="3200" dirty="0"/>
              <a:t>:</a:t>
            </a:r>
          </a:p>
          <a:p>
            <a:pPr marL="914400" indent="-449263">
              <a:buFont typeface="Wingdings" panose="05000000000000000000" pitchFamily="2" charset="2"/>
              <a:buChar char="§"/>
            </a:pPr>
            <a:r>
              <a:rPr lang="en-US" sz="3200" dirty="0"/>
              <a:t>interactions between actors and the system to achieve a goal</a:t>
            </a:r>
          </a:p>
          <a:p>
            <a:r>
              <a:rPr lang="en-US" sz="3200" dirty="0"/>
              <a:t>Security adds two helpful variants: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Abuse cases:</a:t>
            </a:r>
            <a:r>
              <a:rPr lang="en-US" sz="3200" dirty="0"/>
              <a:t> interactions intended to cause harm to the system, users, or stakeholders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3200" b="1" dirty="0"/>
              <a:t>Misuse cases:</a:t>
            </a:r>
            <a:r>
              <a:rPr lang="en-US" sz="3200" dirty="0"/>
              <a:t> deliberate exploitation of the system or its components</a:t>
            </a:r>
          </a:p>
        </p:txBody>
      </p:sp>
    </p:spTree>
    <p:extLst>
      <p:ext uri="{BB962C8B-B14F-4D97-AF65-F5344CB8AC3E}">
        <p14:creationId xmlns:p14="http://schemas.microsoft.com/office/powerpoint/2010/main" val="3700599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58014" y="235036"/>
            <a:ext cx="50244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for Finding Security Requirements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644481"/>
            <a:ext cx="120088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Examples: Use vs Abuse vs </a:t>
            </a: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Misuse</a:t>
            </a:r>
          </a:p>
          <a:p>
            <a:r>
              <a:rPr lang="en-US" sz="2400" b="1" dirty="0"/>
              <a:t>E-Commerce System (Online </a:t>
            </a:r>
            <a:r>
              <a:rPr lang="en-US" sz="2400" b="1" dirty="0" smtClean="0"/>
              <a:t>Store)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 smtClean="0"/>
              <a:t>Use Case (normal use)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user logs in, buys a product, and pays by card.</a:t>
            </a:r>
          </a:p>
          <a:p>
            <a:r>
              <a:rPr lang="en-US" sz="2400" b="1" dirty="0"/>
              <a:t>Goal:</a:t>
            </a:r>
            <a:r>
              <a:rPr lang="en-US" sz="2400" dirty="0"/>
              <a:t> complete a purchase normally.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Abuse </a:t>
            </a:r>
            <a:r>
              <a:rPr lang="en-US" sz="2400" b="1" dirty="0"/>
              <a:t>Case (harmful intent)</a:t>
            </a:r>
            <a:endParaRPr lang="en-US" sz="2400" dirty="0"/>
          </a:p>
          <a:p>
            <a:r>
              <a:rPr lang="en-US" sz="2400" dirty="0"/>
              <a:t>An attacker tries to </a:t>
            </a:r>
            <a:r>
              <a:rPr lang="en-US" sz="2400" b="1" dirty="0"/>
              <a:t>disrupt the website</a:t>
            </a:r>
            <a:r>
              <a:rPr lang="en-US" sz="2400" dirty="0"/>
              <a:t> by sending </a:t>
            </a:r>
            <a:r>
              <a:rPr lang="en-US" sz="2400" b="1" dirty="0"/>
              <a:t>too many requests</a:t>
            </a:r>
            <a:r>
              <a:rPr lang="en-US" sz="2400" dirty="0"/>
              <a:t> (flooding / overload).</a:t>
            </a:r>
          </a:p>
          <a:p>
            <a:r>
              <a:rPr lang="en-US" sz="2400" b="1" dirty="0"/>
              <a:t>Goal:</a:t>
            </a:r>
            <a:r>
              <a:rPr lang="en-US" sz="2400" dirty="0"/>
              <a:t> stop the service, annoy users, and/or cause loss of sales.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 </a:t>
            </a:r>
            <a:r>
              <a:rPr lang="en-US" sz="2400" b="1" dirty="0"/>
              <a:t>Misuse Case (deliberate exploitation)</a:t>
            </a:r>
            <a:endParaRPr lang="en-US" sz="2400" dirty="0"/>
          </a:p>
          <a:p>
            <a:r>
              <a:rPr lang="en-US" sz="2400" dirty="0"/>
              <a:t>An attacker </a:t>
            </a:r>
            <a:r>
              <a:rPr lang="en-US" sz="2400" b="1" dirty="0"/>
              <a:t>changes the order ID in the URL</a:t>
            </a:r>
            <a:r>
              <a:rPr lang="en-US" sz="2400" dirty="0"/>
              <a:t> to view other users’ orders (</a:t>
            </a:r>
            <a:r>
              <a:rPr lang="en-US" sz="2400" b="1" dirty="0"/>
              <a:t>IDOR</a:t>
            </a:r>
            <a:r>
              <a:rPr lang="en-US" sz="2400" dirty="0"/>
              <a:t>).</a:t>
            </a:r>
          </a:p>
          <a:p>
            <a:r>
              <a:rPr lang="en-US" sz="2400" b="1" dirty="0"/>
              <a:t>Goal:</a:t>
            </a:r>
            <a:r>
              <a:rPr lang="en-US" sz="2400" dirty="0"/>
              <a:t> access data they are not authorized to see (exploit a vulnerability/weakness).</a:t>
            </a:r>
          </a:p>
        </p:txBody>
      </p:sp>
    </p:spTree>
    <p:extLst>
      <p:ext uri="{BB962C8B-B14F-4D97-AF65-F5344CB8AC3E}">
        <p14:creationId xmlns:p14="http://schemas.microsoft.com/office/powerpoint/2010/main" val="8182462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72288" y="235036"/>
            <a:ext cx="5110161" cy="12889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for Finding Security Requirements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731338"/>
            <a:ext cx="120088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— </a:t>
            </a:r>
            <a:r>
              <a:rPr lang="en-US" sz="2800" b="1" dirty="0"/>
              <a:t>Why This Helps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Define abuse/misuse cases to specify how the system must </a:t>
            </a:r>
            <a:r>
              <a:rPr lang="en-US" sz="2800" b="1" dirty="0"/>
              <a:t>counter</a:t>
            </a:r>
            <a:r>
              <a:rPr lang="en-US" sz="2800" dirty="0"/>
              <a:t> attacks.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Thinking about abuse/misuse </a:t>
            </a:r>
            <a:r>
              <a:rPr lang="en-US" sz="2800" b="1" dirty="0"/>
              <a:t>early</a:t>
            </a:r>
            <a:r>
              <a:rPr lang="en-US" sz="2800" dirty="0"/>
              <a:t> prevents many problems later.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Since it’s hard to “think like an attacker,” use structured methods: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common vulnerability patterns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systematic threat modeling</a:t>
            </a:r>
            <a:endParaRPr lang="en-US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574859" y="4629150"/>
            <a:ext cx="11226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NOTE: </a:t>
            </a:r>
            <a:r>
              <a:rPr lang="en-US" sz="2400" dirty="0"/>
              <a:t>Defining </a:t>
            </a:r>
            <a:r>
              <a:rPr lang="en-US" sz="2400" b="1" dirty="0"/>
              <a:t>abuse and misuse cases</a:t>
            </a:r>
            <a:r>
              <a:rPr lang="en-US" sz="2400" dirty="0"/>
              <a:t> early helps you understand how your system should respond to malicious behavior and can prevent vulnerabilities before they occur. </a:t>
            </a:r>
          </a:p>
        </p:txBody>
      </p:sp>
    </p:spTree>
    <p:extLst>
      <p:ext uri="{BB962C8B-B14F-4D97-AF65-F5344CB8AC3E}">
        <p14:creationId xmlns:p14="http://schemas.microsoft.com/office/powerpoint/2010/main" val="19484667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43713" y="235036"/>
            <a:ext cx="51387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for Finding Security Requirements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731338"/>
            <a:ext cx="120088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Attacker Model (Threat Assumptions)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Defining security requirements includes deciding </a:t>
            </a:r>
            <a:r>
              <a:rPr lang="en-US" sz="2800" b="1" dirty="0"/>
              <a:t>which attackers</a:t>
            </a:r>
            <a:r>
              <a:rPr lang="en-US" sz="2800" dirty="0"/>
              <a:t> your system must counter.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Defending against </a:t>
            </a:r>
            <a:r>
              <a:rPr lang="en-US" sz="2800" b="1" dirty="0"/>
              <a:t>well-resourced nation-state</a:t>
            </a:r>
            <a:r>
              <a:rPr lang="en-US" sz="2800" dirty="0"/>
              <a:t> targeted attacks is extremely difficult and outside this program’s scope.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In this course, we assume a more common scenario: </a:t>
            </a:r>
            <a:r>
              <a:rPr lang="en-US" sz="2800" b="1" dirty="0"/>
              <a:t>typical commercial-site threats</a:t>
            </a:r>
            <a:r>
              <a:rPr lang="en-US" sz="2800" dirty="0"/>
              <a:t>—attackers have </a:t>
            </a:r>
            <a:r>
              <a:rPr lang="en-US" sz="2800" b="1" dirty="0"/>
              <a:t>limited resources</a:t>
            </a:r>
            <a:r>
              <a:rPr lang="en-US" sz="2800" dirty="0"/>
              <a:t> and attacks are often </a:t>
            </a:r>
            <a:r>
              <a:rPr lang="en-US" sz="2800" b="1" dirty="0"/>
              <a:t>not highly targeted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87309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00875" y="235036"/>
            <a:ext cx="5191125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for Finding Security Requirements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731338"/>
            <a:ext cx="12008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Security </a:t>
            </a:r>
            <a:r>
              <a:rPr lang="en-US" sz="2800" b="1" dirty="0"/>
              <a:t>requirements depend on your attacker model.</a:t>
            </a:r>
            <a:endParaRPr lang="en-US" sz="2800" dirty="0"/>
          </a:p>
          <a:p>
            <a:r>
              <a:rPr lang="en-US" sz="2800" dirty="0"/>
              <a:t>This program focuses on </a:t>
            </a:r>
            <a:r>
              <a:rPr lang="en-US" sz="2800" b="1" dirty="0"/>
              <a:t>typical web/commercial attackers</a:t>
            </a:r>
            <a:r>
              <a:rPr lang="en-US" sz="2800" dirty="0"/>
              <a:t>, not nation-state adversaries.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10" y="2623538"/>
            <a:ext cx="9039573" cy="3760404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107490" y="4581561"/>
            <a:ext cx="3535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Most systems focus on defending against typical and moderately skilled attackers.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0162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86576" y="235036"/>
            <a:ext cx="50958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for Finding Security Requirements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731338"/>
            <a:ext cx="659506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700" dirty="0" err="1" smtClean="0"/>
              <a:t>Define</a:t>
            </a:r>
            <a:r>
              <a:rPr lang="fr-FR" sz="2700" dirty="0" smtClean="0"/>
              <a:t> </a:t>
            </a:r>
            <a:r>
              <a:rPr lang="fr-FR" sz="2700" dirty="0"/>
              <a:t>an </a:t>
            </a:r>
            <a:r>
              <a:rPr lang="fr-FR" sz="2700" b="1" dirty="0" err="1"/>
              <a:t>attacker</a:t>
            </a:r>
            <a:r>
              <a:rPr lang="fr-FR" sz="2700" b="1" dirty="0"/>
              <a:t> model</a:t>
            </a:r>
            <a:r>
              <a:rPr lang="fr-FR" sz="2700" dirty="0"/>
              <a:t> to set </a:t>
            </a:r>
            <a:r>
              <a:rPr lang="fr-FR" sz="2700" dirty="0" err="1"/>
              <a:t>realistic</a:t>
            </a:r>
            <a:r>
              <a:rPr lang="fr-FR" sz="2700" dirty="0"/>
              <a:t> </a:t>
            </a:r>
            <a:r>
              <a:rPr lang="fr-FR" sz="2700" dirty="0" err="1"/>
              <a:t>security</a:t>
            </a:r>
            <a:r>
              <a:rPr lang="fr-FR" sz="2700" dirty="0"/>
              <a:t> </a:t>
            </a:r>
            <a:r>
              <a:rPr lang="fr-FR" sz="2700" dirty="0" err="1"/>
              <a:t>requirements</a:t>
            </a:r>
            <a:r>
              <a:rPr lang="fr-FR" sz="27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700" dirty="0"/>
              <a:t>This program </a:t>
            </a:r>
            <a:r>
              <a:rPr lang="fr-FR" sz="2700" dirty="0" err="1"/>
              <a:t>targets</a:t>
            </a:r>
            <a:r>
              <a:rPr lang="fr-FR" sz="2700" dirty="0"/>
              <a:t> </a:t>
            </a:r>
            <a:r>
              <a:rPr lang="fr-FR" sz="2700" b="1" dirty="0" err="1"/>
              <a:t>typical</a:t>
            </a:r>
            <a:r>
              <a:rPr lang="fr-FR" sz="2700" b="1" dirty="0"/>
              <a:t> commercial-site </a:t>
            </a:r>
            <a:r>
              <a:rPr lang="fr-FR" sz="2700" b="1" dirty="0" err="1"/>
              <a:t>attackers</a:t>
            </a:r>
            <a:r>
              <a:rPr lang="fr-FR" sz="2700" dirty="0"/>
              <a:t> (</a:t>
            </a:r>
            <a:r>
              <a:rPr lang="fr-FR" sz="2700" dirty="0" err="1"/>
              <a:t>limited</a:t>
            </a:r>
            <a:r>
              <a:rPr lang="fr-FR" sz="2700" dirty="0"/>
              <a:t> </a:t>
            </a:r>
            <a:r>
              <a:rPr lang="fr-FR" sz="2700" dirty="0" err="1"/>
              <a:t>resources</a:t>
            </a:r>
            <a:r>
              <a:rPr lang="fr-FR" sz="2700" dirty="0"/>
              <a:t>, </a:t>
            </a:r>
            <a:r>
              <a:rPr lang="fr-FR" sz="2700" dirty="0" err="1"/>
              <a:t>often</a:t>
            </a:r>
            <a:r>
              <a:rPr lang="fr-FR" sz="2700" dirty="0"/>
              <a:t> not </a:t>
            </a:r>
            <a:r>
              <a:rPr lang="fr-FR" sz="2700" dirty="0" err="1"/>
              <a:t>highly</a:t>
            </a:r>
            <a:r>
              <a:rPr lang="fr-FR" sz="2700" dirty="0"/>
              <a:t> </a:t>
            </a:r>
            <a:r>
              <a:rPr lang="fr-FR" sz="2700" dirty="0" err="1"/>
              <a:t>targeted</a:t>
            </a:r>
            <a:r>
              <a:rPr lang="fr-FR" sz="2700" dirty="0"/>
              <a:t>), not nation-state </a:t>
            </a:r>
            <a:r>
              <a:rPr lang="fr-FR" sz="2700" dirty="0" err="1"/>
              <a:t>adversaries</a:t>
            </a:r>
            <a:r>
              <a:rPr lang="fr-FR" sz="27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700" dirty="0" err="1"/>
              <a:t>Attacker</a:t>
            </a:r>
            <a:r>
              <a:rPr lang="fr-FR" sz="2700" dirty="0"/>
              <a:t> </a:t>
            </a:r>
            <a:r>
              <a:rPr lang="fr-FR" sz="2700" dirty="0" err="1"/>
              <a:t>pyramid</a:t>
            </a:r>
            <a:r>
              <a:rPr lang="fr-FR" sz="2700" dirty="0"/>
              <a:t>: </a:t>
            </a:r>
            <a:r>
              <a:rPr lang="fr-FR" sz="2700" b="1" dirty="0" err="1"/>
              <a:t>typical</a:t>
            </a:r>
            <a:r>
              <a:rPr lang="fr-FR" sz="2700" b="1" dirty="0"/>
              <a:t> → </a:t>
            </a:r>
            <a:r>
              <a:rPr lang="fr-FR" sz="2700" b="1" dirty="0" err="1"/>
              <a:t>organized</a:t>
            </a:r>
            <a:r>
              <a:rPr lang="fr-FR" sz="2700" b="1" dirty="0"/>
              <a:t>/</a:t>
            </a:r>
            <a:r>
              <a:rPr lang="fr-FR" sz="2700" b="1" dirty="0" err="1"/>
              <a:t>skilled</a:t>
            </a:r>
            <a:r>
              <a:rPr lang="fr-FR" sz="2700" b="1" dirty="0"/>
              <a:t> → nation-state</a:t>
            </a:r>
            <a:r>
              <a:rPr lang="fr-FR" sz="2700" dirty="0"/>
              <a:t>; </a:t>
            </a:r>
            <a:r>
              <a:rPr lang="fr-FR" sz="2700" dirty="0" err="1"/>
              <a:t>most</a:t>
            </a:r>
            <a:r>
              <a:rPr lang="fr-FR" sz="2700" dirty="0"/>
              <a:t> </a:t>
            </a:r>
            <a:r>
              <a:rPr lang="fr-FR" sz="2700" dirty="0" err="1"/>
              <a:t>systems</a:t>
            </a:r>
            <a:r>
              <a:rPr lang="fr-FR" sz="2700" dirty="0"/>
              <a:t> focus on the first </a:t>
            </a:r>
            <a:r>
              <a:rPr lang="fr-FR" sz="2700" dirty="0" err="1"/>
              <a:t>two</a:t>
            </a:r>
            <a:r>
              <a:rPr lang="fr-FR" sz="2700" dirty="0"/>
              <a:t> </a:t>
            </a:r>
            <a:r>
              <a:rPr lang="fr-FR" sz="2700" dirty="0" err="1"/>
              <a:t>layers</a:t>
            </a:r>
            <a:r>
              <a:rPr lang="fr-FR" sz="27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700" dirty="0"/>
              <a:t>Focus on </a:t>
            </a:r>
            <a:r>
              <a:rPr lang="fr-FR" sz="2700" b="1" dirty="0" err="1"/>
              <a:t>attackers</a:t>
            </a:r>
            <a:r>
              <a:rPr lang="fr-FR" sz="2700" dirty="0"/>
              <a:t>, not “hackers” (hacker ≠ </a:t>
            </a:r>
            <a:r>
              <a:rPr lang="fr-FR" sz="2700" dirty="0" err="1"/>
              <a:t>attacker</a:t>
            </a:r>
            <a:r>
              <a:rPr lang="fr-FR" sz="2700" dirty="0"/>
              <a:t>; per IETF </a:t>
            </a:r>
            <a:r>
              <a:rPr lang="fr-FR" sz="2700" dirty="0" err="1"/>
              <a:t>definition</a:t>
            </a:r>
            <a:r>
              <a:rPr lang="fr-FR" sz="2700" dirty="0" smtClean="0"/>
              <a:t>).</a:t>
            </a:r>
            <a:endParaRPr lang="fr-FR" sz="27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032" y="2021730"/>
            <a:ext cx="4871363" cy="34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5564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29426" y="235036"/>
            <a:ext cx="51530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Tips for Finding Security Requirements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731338"/>
            <a:ext cx="115734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 </a:t>
            </a:r>
            <a:r>
              <a:rPr lang="en-US" sz="2400" dirty="0"/>
              <a:t>security requirements, we must define an </a:t>
            </a:r>
            <a:r>
              <a:rPr lang="en-US" sz="2400" b="1" dirty="0"/>
              <a:t>attacker model</a:t>
            </a:r>
            <a:r>
              <a:rPr lang="en-US" sz="2400" dirty="0"/>
              <a:t> (who attacks, what they want, and what they can do).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 </a:t>
            </a:r>
            <a:r>
              <a:rPr lang="en-US" sz="2400" b="1" dirty="0"/>
              <a:t>hacker</a:t>
            </a:r>
            <a:r>
              <a:rPr lang="en-US" sz="2400" dirty="0"/>
              <a:t> (per IETF definition) is someone who enjoys deep understanding of systems — </a:t>
            </a:r>
            <a:r>
              <a:rPr lang="en-US" sz="2400" b="1" dirty="0"/>
              <a:t>not necessarily malicious</a:t>
            </a:r>
            <a:r>
              <a:rPr lang="en-US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An </a:t>
            </a:r>
            <a:r>
              <a:rPr lang="en-US" sz="2400" b="1" dirty="0"/>
              <a:t>attacker</a:t>
            </a:r>
            <a:r>
              <a:rPr lang="en-US" sz="2400" dirty="0"/>
              <a:t> is someone who attempts to </a:t>
            </a:r>
            <a:r>
              <a:rPr lang="en-US" sz="2400" b="1" dirty="0"/>
              <a:t>harm</a:t>
            </a:r>
            <a:r>
              <a:rPr lang="en-US" sz="2400" dirty="0"/>
              <a:t> the system (steal data, take over accounts, disrupt service, etc.).</a:t>
            </a:r>
          </a:p>
          <a:p>
            <a:r>
              <a:rPr lang="en-US" sz="2400" dirty="0"/>
              <a:t>Therefore, security requirements should be written in terms of </a:t>
            </a:r>
            <a:r>
              <a:rPr lang="en-US" sz="2400" b="1" dirty="0"/>
              <a:t>attacker behaviors</a:t>
            </a:r>
            <a:r>
              <a:rPr lang="en-US" sz="2400" dirty="0"/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brute-force / credential stuffing → </a:t>
            </a:r>
            <a:r>
              <a:rPr lang="en-US" sz="2400" b="1" dirty="0"/>
              <a:t>rate limiting, MFA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unauthorized access (IDOR) → </a:t>
            </a:r>
            <a:r>
              <a:rPr lang="en-US" sz="2400" b="1" dirty="0"/>
              <a:t>RBAC </a:t>
            </a:r>
            <a:endParaRPr lang="ar-SA" sz="2400" b="1" dirty="0" smtClean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abuse/</a:t>
            </a:r>
            <a:r>
              <a:rPr lang="en-US" sz="2400" dirty="0" err="1" smtClean="0"/>
              <a:t>DoS</a:t>
            </a:r>
            <a:r>
              <a:rPr lang="en-US" sz="2400" dirty="0" smtClean="0"/>
              <a:t> </a:t>
            </a:r>
            <a:r>
              <a:rPr lang="en-US" sz="2400" dirty="0"/>
              <a:t>patterns → </a:t>
            </a:r>
            <a:r>
              <a:rPr lang="en-US" sz="2400" b="1" dirty="0"/>
              <a:t>throttling, WAF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suspicious activity → </a:t>
            </a:r>
            <a:r>
              <a:rPr lang="en-US" sz="2400" b="1" dirty="0"/>
              <a:t>logging + alerts</a:t>
            </a:r>
            <a:endParaRPr lang="en-US" sz="2400" dirty="0"/>
          </a:p>
          <a:p>
            <a:r>
              <a:rPr lang="en-US" sz="2400" b="1" dirty="0"/>
              <a:t>Takeaway:</a:t>
            </a:r>
            <a:r>
              <a:rPr lang="en-US" sz="2400" dirty="0"/>
              <a:t> Use “attacker” to make requirements </a:t>
            </a:r>
            <a:r>
              <a:rPr lang="en-US" sz="2400" b="1" dirty="0"/>
              <a:t>clear, testable, and realistic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16266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8981" y="196825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000" b="1" dirty="0">
                <a:solidFill>
                  <a:srgbClr val="FF0000"/>
                </a:solidFill>
              </a:rPr>
              <a:t>Secure Software </a:t>
            </a:r>
            <a:r>
              <a:rPr lang="fr-FR" sz="3000" b="1" dirty="0" smtClean="0">
                <a:solidFill>
                  <a:srgbClr val="FF0000"/>
                </a:solidFill>
              </a:rPr>
              <a:t>Development</a:t>
            </a:r>
            <a:endParaRPr lang="en-US" sz="3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715126" y="235036"/>
            <a:ext cx="52673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1944732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822613" y="1636954"/>
            <a:ext cx="7159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Key Terms: Trust, Trustworthy, and Untrusted</a:t>
            </a:r>
            <a:endParaRPr lang="fr-FR" sz="36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4030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000" b="1" dirty="0">
                <a:solidFill>
                  <a:srgbClr val="FF0000"/>
                </a:solidFill>
              </a:rPr>
              <a:t>Secure Software </a:t>
            </a:r>
            <a:r>
              <a:rPr lang="fr-FR" sz="3000" b="1" dirty="0" smtClean="0">
                <a:solidFill>
                  <a:srgbClr val="FF0000"/>
                </a:solidFill>
              </a:rPr>
              <a:t>Development</a:t>
            </a:r>
            <a:endParaRPr lang="en-US" sz="3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643688" y="235036"/>
            <a:ext cx="53387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Key Terms: Trust, Trustworthy, and Untrusted</a:t>
            </a:r>
            <a:endParaRPr lang="fr-FR" sz="2800" b="1" dirty="0" smtClean="0">
              <a:solidFill>
                <a:srgbClr val="C0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15883" y="1724323"/>
            <a:ext cx="113998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Trustworthy</a:t>
            </a:r>
          </a:p>
          <a:p>
            <a:r>
              <a:rPr lang="en-US" sz="2400" dirty="0"/>
              <a:t>A component is </a:t>
            </a:r>
            <a:r>
              <a:rPr lang="en-US" sz="2400" b="1" dirty="0"/>
              <a:t>worthy of trust</a:t>
            </a:r>
            <a:r>
              <a:rPr lang="en-US" sz="2400" dirty="0"/>
              <a:t> for a specific purpose.</a:t>
            </a:r>
          </a:p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</a:t>
            </a:r>
            <a:r>
              <a:rPr lang="en-US" sz="2400" dirty="0"/>
              <a:t> to </a:t>
            </a:r>
            <a:r>
              <a:rPr lang="en-US" sz="2400" b="1" dirty="0"/>
              <a:t>depend on something</a:t>
            </a:r>
            <a:r>
              <a:rPr lang="en-US" sz="2400" dirty="0"/>
              <a:t> for a purpose.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Only trust things when there is </a:t>
            </a:r>
            <a:r>
              <a:rPr lang="en-US" sz="2400" b="1" dirty="0"/>
              <a:t>adequate evidence</a:t>
            </a:r>
            <a:r>
              <a:rPr lang="en-US" sz="2400" dirty="0"/>
              <a:t> they are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trustworthy</a:t>
            </a:r>
            <a:r>
              <a:rPr lang="en-US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Many security flaws happen when we trust something that </a:t>
            </a:r>
            <a:r>
              <a:rPr lang="en-US" sz="2400" b="1" dirty="0"/>
              <a:t>isn’t actually trustworthy</a:t>
            </a:r>
            <a:r>
              <a:rPr lang="en-US" sz="2400" dirty="0"/>
              <a:t>.</a:t>
            </a:r>
          </a:p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Untrusted User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 user you do </a:t>
            </a:r>
            <a:r>
              <a:rPr lang="en-US" sz="2400" b="1" dirty="0"/>
              <a:t>not fully trust</a:t>
            </a:r>
            <a:r>
              <a:rPr lang="en-US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Treat all data from them </a:t>
            </a:r>
            <a:r>
              <a:rPr lang="en-US" sz="2400" b="1" dirty="0"/>
              <a:t>carefully</a:t>
            </a:r>
            <a:r>
              <a:rPr lang="en-US" sz="2400" dirty="0"/>
              <a:t>, because they may be an attacker.</a:t>
            </a:r>
          </a:p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</a:t>
            </a:r>
          </a:p>
          <a:p>
            <a:r>
              <a:rPr lang="en-US" sz="2400" dirty="0"/>
              <a:t>Every system relies on </a:t>
            </a:r>
            <a:r>
              <a:rPr lang="en-US" sz="2400" dirty="0" smtClean="0"/>
              <a:t>trust</a:t>
            </a:r>
          </a:p>
          <a:p>
            <a:r>
              <a:rPr lang="en-US" sz="2400" dirty="0" smtClean="0"/>
              <a:t>—</a:t>
            </a:r>
            <a:r>
              <a:rPr lang="en-US" sz="2400" dirty="0"/>
              <a:t>secure design comes from knowing </a:t>
            </a:r>
            <a:r>
              <a:rPr lang="en-US" sz="2400" b="1" dirty="0"/>
              <a:t>where to trust</a:t>
            </a:r>
            <a:r>
              <a:rPr lang="en-US" sz="2400" dirty="0"/>
              <a:t> and </a:t>
            </a:r>
            <a:r>
              <a:rPr lang="en-US" sz="2400" b="1" dirty="0"/>
              <a:t>where to question assumptions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30795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000" b="1" dirty="0">
                <a:solidFill>
                  <a:srgbClr val="FF0000"/>
                </a:solidFill>
              </a:rPr>
              <a:t>Secure Software </a:t>
            </a:r>
            <a:r>
              <a:rPr lang="fr-FR" sz="3000" b="1" dirty="0" smtClean="0">
                <a:solidFill>
                  <a:srgbClr val="FF0000"/>
                </a:solidFill>
              </a:rPr>
              <a:t>Development</a:t>
            </a:r>
            <a:endParaRPr lang="en-US" sz="3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Key Terms: Trust, Trustworthy, and Untrusted</a:t>
            </a:r>
            <a:endParaRPr lang="fr-FR" sz="2800" b="1" dirty="0" smtClean="0">
              <a:solidFill>
                <a:srgbClr val="C0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15883" y="1724323"/>
            <a:ext cx="113998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 smtClean="0"/>
              <a:t>Trust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</a:t>
            </a:r>
            <a:r>
              <a:rPr lang="en-US" sz="2800" dirty="0"/>
              <a:t> to depend on something for a purpose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Trustworthy</a:t>
            </a:r>
            <a:r>
              <a:rPr lang="en-US" sz="2800" dirty="0"/>
              <a:t> = worthy of being trusted (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evidence</a:t>
            </a:r>
            <a:r>
              <a:rPr lang="en-US" sz="2800" dirty="0"/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Untrusted user</a:t>
            </a:r>
            <a:r>
              <a:rPr lang="en-US" sz="2800" dirty="0"/>
              <a:t> = not fully trusted; their data may be malicious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Many vulnerabilities happen when we </a:t>
            </a:r>
            <a:r>
              <a:rPr lang="en-US" sz="2800" b="1" dirty="0"/>
              <a:t>trust something that is not trustworthy</a:t>
            </a: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Secure design = knowing </a:t>
            </a:r>
            <a:r>
              <a:rPr lang="en-US" sz="2800" b="1" dirty="0">
                <a:solidFill>
                  <a:srgbClr val="C00000"/>
                </a:solidFill>
              </a:rPr>
              <a:t>where to trust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C00000"/>
                </a:solidFill>
              </a:rPr>
              <a:t>where to verify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87011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000" b="1" dirty="0">
                <a:solidFill>
                  <a:srgbClr val="FF0000"/>
                </a:solidFill>
              </a:rPr>
              <a:t>Secure Software </a:t>
            </a:r>
            <a:r>
              <a:rPr lang="fr-FR" sz="3000" b="1" dirty="0" smtClean="0">
                <a:solidFill>
                  <a:srgbClr val="FF0000"/>
                </a:solidFill>
              </a:rPr>
              <a:t>Development</a:t>
            </a:r>
            <a:endParaRPr lang="en-US" sz="3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164395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Terms: Trust, Trustworthy, and Untrusted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15883" y="1652883"/>
            <a:ext cx="11399867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C00000"/>
                </a:solidFill>
              </a:rPr>
              <a:t>Clear examples</a:t>
            </a:r>
          </a:p>
          <a:p>
            <a:r>
              <a:rPr lang="en-US" sz="2300" b="1" dirty="0">
                <a:solidFill>
                  <a:srgbClr val="FF0000"/>
                </a:solidFill>
              </a:rPr>
              <a:t>1) Login website (HTTPS)</a:t>
            </a:r>
          </a:p>
          <a:p>
            <a:r>
              <a:rPr lang="en-US" sz="2300" b="1" dirty="0"/>
              <a:t>Trustworthy:</a:t>
            </a:r>
            <a:r>
              <a:rPr lang="en-US" sz="2300" dirty="0"/>
              <a:t> The site has a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</a:t>
            </a:r>
            <a:r>
              <a:rPr lang="en-US" sz="2300" dirty="0"/>
              <a:t>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TLS certificate </a:t>
            </a:r>
            <a:r>
              <a:rPr lang="en-US" sz="2300" dirty="0"/>
              <a:t>and the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 name </a:t>
            </a:r>
            <a:r>
              <a:rPr lang="en-US" sz="2300" dirty="0"/>
              <a:t>matches (technical evidence).</a:t>
            </a:r>
          </a:p>
          <a:p>
            <a:r>
              <a:rPr lang="en-US" sz="2300" b="1" dirty="0"/>
              <a:t>Trust:</a:t>
            </a:r>
            <a:r>
              <a:rPr lang="en-US" sz="2300" dirty="0"/>
              <a:t> You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decide</a:t>
            </a:r>
            <a:r>
              <a:rPr lang="en-US" sz="2300" dirty="0"/>
              <a:t> to type your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password into that site</a:t>
            </a:r>
            <a:r>
              <a:rPr lang="en-US" sz="2300" dirty="0"/>
              <a:t>.</a:t>
            </a:r>
          </a:p>
          <a:p>
            <a:r>
              <a:rPr lang="en-US" sz="2300" b="1" dirty="0"/>
              <a:t>Common mistake:</a:t>
            </a:r>
            <a:r>
              <a:rPr lang="en-US" sz="2300" dirty="0"/>
              <a:t> You enter your password on a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fake look-alike page </a:t>
            </a:r>
            <a:r>
              <a:rPr lang="en-US" sz="2300" dirty="0"/>
              <a:t>(you </a:t>
            </a:r>
            <a:r>
              <a:rPr lang="en-US" sz="2300" i="1" dirty="0"/>
              <a:t>trust</a:t>
            </a:r>
            <a:r>
              <a:rPr lang="en-US" sz="2300" dirty="0"/>
              <a:t> it) even though it’s not trustworthy → </a:t>
            </a:r>
            <a:r>
              <a:rPr lang="en-US" sz="23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phishing</a:t>
            </a:r>
            <a:r>
              <a:rPr lang="en-US" sz="2300" dirty="0"/>
              <a:t>.</a:t>
            </a:r>
          </a:p>
          <a:p>
            <a:r>
              <a:rPr lang="en-US" sz="2300" b="1" dirty="0">
                <a:solidFill>
                  <a:srgbClr val="FF0000"/>
                </a:solidFill>
              </a:rPr>
              <a:t>2) Installing a banking app</a:t>
            </a:r>
          </a:p>
          <a:p>
            <a:r>
              <a:rPr lang="en-US" sz="2300" b="1" dirty="0"/>
              <a:t>Trustworthy:</a:t>
            </a:r>
            <a:r>
              <a:rPr lang="en-US" sz="2300" dirty="0"/>
              <a:t> The app is from the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store</a:t>
            </a:r>
            <a:r>
              <a:rPr lang="en-US" sz="2300" dirty="0"/>
              <a:t>,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digitally signed</a:t>
            </a:r>
            <a:r>
              <a:rPr lang="en-US" sz="2300" dirty="0"/>
              <a:t>, has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reasonable reviews</a:t>
            </a:r>
            <a:r>
              <a:rPr lang="en-US" sz="2300" dirty="0"/>
              <a:t>, and a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known publisher</a:t>
            </a:r>
            <a:r>
              <a:rPr lang="en-US" sz="2300" dirty="0"/>
              <a:t>.</a:t>
            </a:r>
          </a:p>
          <a:p>
            <a:r>
              <a:rPr lang="en-US" sz="2300" b="1" dirty="0"/>
              <a:t>Trust:</a:t>
            </a:r>
            <a:r>
              <a:rPr lang="en-US" sz="2300" dirty="0"/>
              <a:t> You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decide to install it and grant permissions</a:t>
            </a:r>
            <a:r>
              <a:rPr lang="en-US" sz="2300" dirty="0" smtClean="0"/>
              <a:t>.</a:t>
            </a:r>
            <a:endParaRPr lang="en-US" sz="2300" dirty="0"/>
          </a:p>
          <a:p>
            <a:r>
              <a:rPr lang="en-US" sz="2300" b="1" dirty="0"/>
              <a:t>Failure from misplaced trust:</a:t>
            </a:r>
            <a:r>
              <a:rPr lang="en-US" sz="2300" dirty="0"/>
              <a:t> You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 an APK </a:t>
            </a:r>
            <a:r>
              <a:rPr lang="en-US" sz="2300" dirty="0"/>
              <a:t>from a WhatsApp link (you </a:t>
            </a:r>
            <a:r>
              <a:rPr lang="en-US" sz="2300" i="1" dirty="0"/>
              <a:t>trust</a:t>
            </a:r>
            <a:r>
              <a:rPr lang="en-US" sz="2300" dirty="0"/>
              <a:t> it) but it’s not trustworthy → it may steal your data</a:t>
            </a:r>
            <a:r>
              <a:rPr lang="en-US" sz="2300" dirty="0" smtClean="0"/>
              <a:t>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60828490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000" b="1" dirty="0">
                <a:solidFill>
                  <a:srgbClr val="FF0000"/>
                </a:solidFill>
              </a:rPr>
              <a:t>Secure Software </a:t>
            </a:r>
            <a:r>
              <a:rPr lang="fr-FR" sz="3000" b="1" dirty="0" err="1" smtClean="0">
                <a:solidFill>
                  <a:srgbClr val="FF0000"/>
                </a:solidFill>
              </a:rPr>
              <a:t>Development</a:t>
            </a:r>
            <a:endParaRPr lang="en-US" sz="30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729414" y="235036"/>
            <a:ext cx="52530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Terms: Trust, Trustworthy, and Untrusted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15883" y="1724323"/>
            <a:ext cx="11399867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FF0000"/>
                </a:solidFill>
              </a:rPr>
              <a:t>3) “Reset password” flow</a:t>
            </a:r>
          </a:p>
          <a:p>
            <a:r>
              <a:rPr lang="en-US" sz="2300" b="1" dirty="0"/>
              <a:t>Trustworthy:</a:t>
            </a:r>
            <a:r>
              <a:rPr lang="en-US" sz="2300" dirty="0"/>
              <a:t> The reset process uses a </a:t>
            </a:r>
            <a:r>
              <a:rPr lang="en-US" sz="2300" b="1" dirty="0"/>
              <a:t>strong OTP</a:t>
            </a:r>
            <a:r>
              <a:rPr lang="en-US" sz="2300" dirty="0"/>
              <a:t>, </a:t>
            </a:r>
            <a:r>
              <a:rPr lang="en-US" sz="2300" b="1" dirty="0"/>
              <a:t>short expiration time</a:t>
            </a:r>
            <a:r>
              <a:rPr lang="en-US" sz="2300" dirty="0"/>
              <a:t>, and </a:t>
            </a:r>
            <a:r>
              <a:rPr lang="en-US" sz="2300" b="1" dirty="0"/>
              <a:t>attempt limits</a:t>
            </a:r>
            <a:r>
              <a:rPr lang="en-US" sz="2300" dirty="0"/>
              <a:t>.</a:t>
            </a:r>
          </a:p>
          <a:p>
            <a:r>
              <a:rPr lang="en-US" sz="2300" b="1" dirty="0"/>
              <a:t>Trust:</a:t>
            </a:r>
            <a:r>
              <a:rPr lang="en-US" sz="2300" dirty="0"/>
              <a:t>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system decides </a:t>
            </a:r>
            <a:r>
              <a:rPr lang="en-US" sz="2300" dirty="0"/>
              <a:t>that whoever </a:t>
            </a:r>
            <a:r>
              <a:rPr lang="en-US" sz="2300" b="1" dirty="0"/>
              <a:t>enters the OTP </a:t>
            </a:r>
            <a:r>
              <a:rPr lang="en-US" sz="2300" dirty="0"/>
              <a:t>is the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 owner</a:t>
            </a:r>
            <a:r>
              <a:rPr lang="en-US" sz="2300" dirty="0"/>
              <a:t>.</a:t>
            </a:r>
          </a:p>
          <a:p>
            <a:r>
              <a:rPr lang="en-US" sz="2300" b="1" dirty="0"/>
              <a:t>Problem:</a:t>
            </a:r>
            <a:r>
              <a:rPr lang="en-US" sz="2300" dirty="0"/>
              <a:t> If the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OTP is weak</a:t>
            </a:r>
            <a:r>
              <a:rPr lang="en-US" sz="2300" dirty="0"/>
              <a:t> or there’s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rate limiting</a:t>
            </a:r>
            <a:r>
              <a:rPr lang="en-US" sz="2300" dirty="0"/>
              <a:t>, the system may </a:t>
            </a:r>
            <a:r>
              <a:rPr lang="en-US" sz="23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wrong person</a:t>
            </a:r>
            <a:r>
              <a:rPr lang="en-US" sz="2300" dirty="0"/>
              <a:t> → </a:t>
            </a:r>
            <a:r>
              <a:rPr lang="en-US" sz="2300" b="1" dirty="0"/>
              <a:t>account takeover</a:t>
            </a:r>
            <a:r>
              <a:rPr lang="en-US" sz="2300" dirty="0"/>
              <a:t>.</a:t>
            </a:r>
          </a:p>
          <a:p>
            <a:r>
              <a:rPr lang="en-US" sz="2300" b="1" dirty="0">
                <a:solidFill>
                  <a:srgbClr val="FF0000"/>
                </a:solidFill>
              </a:rPr>
              <a:t>4) Untrusted user input</a:t>
            </a:r>
          </a:p>
          <a:p>
            <a:r>
              <a:rPr lang="en-US" sz="2300" b="1" dirty="0"/>
              <a:t>Trustworthy:</a:t>
            </a:r>
            <a:r>
              <a:rPr lang="en-US" sz="2300" dirty="0"/>
              <a:t> There is </a:t>
            </a:r>
            <a:r>
              <a:rPr lang="en-US" sz="2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reason to assume user input is “safe” by default</a:t>
            </a:r>
            <a:r>
              <a:rPr lang="en-US" sz="2300" dirty="0"/>
              <a:t>.</a:t>
            </a:r>
          </a:p>
          <a:p>
            <a:r>
              <a:rPr lang="en-US" sz="2300" b="1" dirty="0"/>
              <a:t>Trust:</a:t>
            </a:r>
            <a:r>
              <a:rPr lang="en-US" sz="2300" dirty="0"/>
              <a:t> If the program treats user input as safe (a trust decision), e.g., putting it directly into SQL.</a:t>
            </a:r>
          </a:p>
          <a:p>
            <a:r>
              <a:rPr lang="en-US" sz="2300" b="1" dirty="0"/>
              <a:t>Result:</a:t>
            </a:r>
            <a:r>
              <a:rPr lang="en-US" sz="2300" dirty="0"/>
              <a:t> </a:t>
            </a:r>
            <a:r>
              <a:rPr lang="en-US" sz="2300" b="1" dirty="0"/>
              <a:t>SQL injection</a:t>
            </a:r>
            <a:r>
              <a:rPr lang="en-US" sz="2300" dirty="0"/>
              <a:t> happens because you trusted data that wasn’t trustworthy.</a:t>
            </a:r>
          </a:p>
          <a:p>
            <a:r>
              <a:rPr lang="en-US" sz="2300" b="1" dirty="0">
                <a:solidFill>
                  <a:srgbClr val="C00000"/>
                </a:solidFill>
              </a:rPr>
              <a:t>Simple rule of thumb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Trustworthy = evidence</a:t>
            </a:r>
            <a:endParaRPr lang="en-US" sz="2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 = a decision</a:t>
            </a:r>
            <a:endParaRPr lang="en-US" sz="2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682661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476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00876" y="235036"/>
            <a:ext cx="4995862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Test</a:t>
            </a:r>
            <a:endParaRPr lang="fr-FR" sz="3600" dirty="0"/>
          </a:p>
        </p:txBody>
      </p:sp>
      <p:sp>
        <p:nvSpPr>
          <p:cNvPr id="5" name="ZoneTexte 4"/>
          <p:cNvSpPr txBox="1"/>
          <p:nvPr/>
        </p:nvSpPr>
        <p:spPr>
          <a:xfrm>
            <a:off x="315883" y="1724323"/>
            <a:ext cx="113998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True </a:t>
            </a:r>
            <a:r>
              <a:rPr lang="en-US" sz="3200" b="1" dirty="0"/>
              <a:t>or False? </a:t>
            </a:r>
            <a:r>
              <a:rPr lang="en-US" sz="3200" dirty="0"/>
              <a:t>A typical Internet-connected service should try to stay available, but this may be difficult to achieve if the service is the target of a highly-resourced distributed denial-of-service (DDoS) attack.</a:t>
            </a:r>
            <a:endParaRPr lang="fr-F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err="1"/>
              <a:t>True</a:t>
            </a:r>
            <a:endParaRPr lang="fr-FR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/>
              <a:t>False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87027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685892" y="498962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43738" y="238758"/>
            <a:ext cx="4938711" cy="12619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667821" y="489403"/>
            <a:ext cx="3159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Security Basics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448493"/>
            <a:ext cx="8070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Examples — Trust, Trustworthy, Untrusted </a:t>
            </a:r>
            <a:endParaRPr lang="fr-FR" sz="1100" dirty="0"/>
          </a:p>
        </p:txBody>
      </p:sp>
      <p:sp>
        <p:nvSpPr>
          <p:cNvPr id="5" name="ZoneTexte 4"/>
          <p:cNvSpPr txBox="1"/>
          <p:nvPr/>
        </p:nvSpPr>
        <p:spPr>
          <a:xfrm>
            <a:off x="442080" y="831088"/>
            <a:ext cx="1139986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700" b="1" dirty="0" smtClean="0">
                <a:solidFill>
                  <a:srgbClr val="FF0000"/>
                </a:solidFill>
              </a:rPr>
              <a:t>Goal</a:t>
            </a:r>
            <a:endParaRPr lang="fr-FR" sz="2700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Identify what must be treated as </a:t>
            </a:r>
            <a:r>
              <a:rPr lang="en-US" sz="2700" b="1" dirty="0"/>
              <a:t>untrusted</a:t>
            </a:r>
            <a:endParaRPr lang="fr-FR" sz="2700" dirty="0"/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Decide what evidence makes something </a:t>
            </a:r>
            <a:r>
              <a:rPr lang="en-US" sz="2700" b="1" dirty="0"/>
              <a:t>trustworthy</a:t>
            </a:r>
            <a:endParaRPr lang="fr-FR" sz="2700" dirty="0"/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Choose the right </a:t>
            </a:r>
            <a:r>
              <a:rPr lang="en-US" sz="2700" b="1" dirty="0"/>
              <a:t>security controls</a:t>
            </a:r>
            <a:r>
              <a:rPr lang="en-US" sz="2700" dirty="0"/>
              <a:t> before you </a:t>
            </a:r>
            <a:r>
              <a:rPr lang="en-US" sz="2700" b="1" dirty="0"/>
              <a:t>trust</a:t>
            </a:r>
            <a:r>
              <a:rPr lang="en-US" sz="2700" dirty="0"/>
              <a:t> </a:t>
            </a:r>
            <a:r>
              <a:rPr lang="en-US" sz="2700" dirty="0" smtClean="0"/>
              <a:t>it</a:t>
            </a:r>
            <a:r>
              <a:rPr lang="fr-FR" sz="2700" dirty="0"/>
              <a:t> </a:t>
            </a:r>
            <a:r>
              <a:rPr lang="en-US" sz="2700" b="1" dirty="0" smtClean="0"/>
              <a:t>Instructions </a:t>
            </a:r>
            <a:endParaRPr lang="fr-FR" sz="2700" dirty="0"/>
          </a:p>
          <a:p>
            <a:r>
              <a:rPr lang="en-US" sz="2700" dirty="0"/>
              <a:t>You have </a:t>
            </a:r>
            <a:r>
              <a:rPr lang="en-US" sz="2700" dirty="0" smtClean="0"/>
              <a:t>2 </a:t>
            </a:r>
            <a:r>
              <a:rPr lang="en-US" sz="2700" dirty="0"/>
              <a:t>scenarios. For each scenario, do the following:</a:t>
            </a:r>
            <a:endParaRPr lang="fr-FR" sz="2700" dirty="0"/>
          </a:p>
          <a:p>
            <a:pPr marL="514350" lvl="0" indent="-514350">
              <a:buFont typeface="+mj-lt"/>
              <a:buAutoNum type="arabicPeriod"/>
            </a:pPr>
            <a:r>
              <a:rPr lang="fr-FR" sz="2700" dirty="0" err="1"/>
              <a:t>Identify</a:t>
            </a:r>
            <a:r>
              <a:rPr lang="fr-FR" sz="2700" dirty="0"/>
              <a:t> the </a:t>
            </a:r>
            <a:r>
              <a:rPr lang="fr-FR" sz="2700" b="1" dirty="0" err="1"/>
              <a:t>untrusted</a:t>
            </a:r>
            <a:r>
              <a:rPr lang="fr-FR" sz="2700" b="1" dirty="0"/>
              <a:t> inputs/components</a:t>
            </a:r>
            <a:endParaRPr lang="fr-FR" sz="2700" dirty="0"/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Explain </a:t>
            </a:r>
            <a:r>
              <a:rPr lang="en-US" sz="2700" b="1" dirty="0"/>
              <a:t>why</a:t>
            </a:r>
            <a:r>
              <a:rPr lang="en-US" sz="2700" dirty="0"/>
              <a:t> they should not be trusted by default</a:t>
            </a:r>
            <a:endParaRPr lang="fr-FR" sz="2700" dirty="0"/>
          </a:p>
          <a:p>
            <a:pPr marL="514350" lvl="0" indent="-514350">
              <a:buFont typeface="+mj-lt"/>
              <a:buAutoNum type="arabicPeriod"/>
            </a:pPr>
            <a:r>
              <a:rPr lang="en-US" sz="2700" dirty="0"/>
              <a:t>Propose </a:t>
            </a:r>
            <a:r>
              <a:rPr lang="en-US" sz="2700" b="1" dirty="0"/>
              <a:t>2–4 security controls</a:t>
            </a:r>
            <a:r>
              <a:rPr lang="en-US" sz="2700" dirty="0"/>
              <a:t> that make relying on them safer</a:t>
            </a:r>
            <a:endParaRPr lang="fr-FR" sz="2700" dirty="0"/>
          </a:p>
          <a:p>
            <a:pPr marL="514350" lvl="0" indent="-514350">
              <a:buFont typeface="+mj-lt"/>
              <a:buAutoNum type="arabicPeriod"/>
            </a:pPr>
            <a:r>
              <a:rPr lang="en-US" sz="2700" b="1" dirty="0"/>
              <a:t>Do a quick risk rating:</a:t>
            </a:r>
            <a:endParaRPr lang="fr-FR" sz="2700" b="1" dirty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fr-FR" sz="2700" dirty="0" err="1"/>
              <a:t>Likelihood</a:t>
            </a:r>
            <a:r>
              <a:rPr lang="fr-FR" sz="2700" dirty="0"/>
              <a:t> (L): 1–5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fr-FR" sz="2700" dirty="0"/>
              <a:t>Impact (I): 1–5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fr-FR" sz="2700" dirty="0" err="1"/>
              <a:t>Risk</a:t>
            </a:r>
            <a:r>
              <a:rPr lang="fr-FR" sz="2700" dirty="0"/>
              <a:t> = L × I</a:t>
            </a:r>
          </a:p>
          <a:p>
            <a:r>
              <a:rPr lang="en-US" sz="2400" dirty="0"/>
              <a:t> 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29710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701770" y="4877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72288" y="235036"/>
            <a:ext cx="51101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666758" y="429945"/>
            <a:ext cx="3159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9753" y="491500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Examples — Trust, Trustworthy, Untrusted </a:t>
            </a:r>
            <a:endParaRPr lang="fr-FR" sz="1200" dirty="0"/>
          </a:p>
        </p:txBody>
      </p:sp>
      <p:sp>
        <p:nvSpPr>
          <p:cNvPr id="5" name="ZoneTexte 4"/>
          <p:cNvSpPr txBox="1"/>
          <p:nvPr/>
        </p:nvSpPr>
        <p:spPr>
          <a:xfrm>
            <a:off x="315883" y="1190602"/>
            <a:ext cx="1139986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Scenarios</a:t>
            </a:r>
            <a:endParaRPr lang="fr-FR" sz="2800" dirty="0" smtClean="0">
              <a:solidFill>
                <a:srgbClr val="FF0000"/>
              </a:solidFill>
            </a:endParaRPr>
          </a:p>
          <a:p>
            <a:r>
              <a:rPr lang="en-US" sz="2800" b="1" dirty="0" smtClean="0"/>
              <a:t>Scenario </a:t>
            </a:r>
            <a:r>
              <a:rPr lang="en-US" sz="2800" b="1" dirty="0"/>
              <a:t>1 — Login Form</a:t>
            </a:r>
            <a:endParaRPr lang="fr-FR" sz="2800" dirty="0"/>
          </a:p>
          <a:p>
            <a:r>
              <a:rPr lang="en-US" sz="2800" dirty="0"/>
              <a:t>A user enters a username and password in a login page.</a:t>
            </a:r>
            <a:endParaRPr lang="fr-FR" sz="2800" dirty="0"/>
          </a:p>
          <a:p>
            <a:r>
              <a:rPr lang="en-US" sz="2800" b="1" dirty="0" smtClean="0"/>
              <a:t>Scenario 2 </a:t>
            </a:r>
            <a:r>
              <a:rPr lang="en-US" sz="2800" b="1" dirty="0"/>
              <a:t>— Password Reset</a:t>
            </a:r>
            <a:endParaRPr lang="fr-FR" sz="2800" dirty="0"/>
          </a:p>
          <a:p>
            <a:r>
              <a:rPr lang="en-US" sz="2800" dirty="0"/>
              <a:t>Password reset is done via an emailed link + a one-time code (OTP).</a:t>
            </a:r>
            <a:endParaRPr lang="fr-FR" sz="2800" dirty="0"/>
          </a:p>
          <a:p>
            <a:r>
              <a:rPr lang="en-US" sz="2400" dirty="0"/>
              <a:t> 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824824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685892" y="47038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29426" y="235036"/>
            <a:ext cx="51530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666758" y="429945"/>
            <a:ext cx="3159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9753" y="491500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Examples — Trust, Trustworthy, Untrusted </a:t>
            </a:r>
            <a:endParaRPr lang="fr-FR" sz="1200" dirty="0"/>
          </a:p>
        </p:txBody>
      </p:sp>
      <p:sp>
        <p:nvSpPr>
          <p:cNvPr id="5" name="ZoneTexte 4"/>
          <p:cNvSpPr txBox="1"/>
          <p:nvPr/>
        </p:nvSpPr>
        <p:spPr>
          <a:xfrm>
            <a:off x="426717" y="965476"/>
            <a:ext cx="1139986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Scenarios</a:t>
            </a:r>
            <a:endParaRPr lang="fr-FR" sz="2800" dirty="0" smtClean="0">
              <a:solidFill>
                <a:srgbClr val="FF0000"/>
              </a:solidFill>
            </a:endParaRPr>
          </a:p>
          <a:p>
            <a:r>
              <a:rPr lang="en-US" sz="3000" b="1" dirty="0">
                <a:solidFill>
                  <a:schemeClr val="accent5">
                    <a:lumMod val="75000"/>
                  </a:schemeClr>
                </a:solidFill>
              </a:rPr>
              <a:t>Scenario 1 — Login Form</a:t>
            </a:r>
            <a:endParaRPr lang="fr-FR" sz="3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000" b="1" dirty="0"/>
              <a:t>Untrusted:</a:t>
            </a:r>
            <a:r>
              <a:rPr lang="en-US" sz="3000" dirty="0"/>
              <a:t> username, password, IP address, </a:t>
            </a:r>
            <a:r>
              <a:rPr lang="en-US" sz="3000" dirty="0" smtClean="0"/>
              <a:t>request </a:t>
            </a:r>
            <a:r>
              <a:rPr lang="en-US" sz="3000" dirty="0"/>
              <a:t>rate</a:t>
            </a:r>
            <a:br>
              <a:rPr lang="en-US" sz="3000" dirty="0"/>
            </a:br>
            <a:r>
              <a:rPr lang="en-US" sz="3000" b="1" dirty="0"/>
              <a:t>Why:</a:t>
            </a:r>
            <a:r>
              <a:rPr lang="en-US" sz="3000" dirty="0"/>
              <a:t> the user may be an attacker (brute force, automated abuse, malicious input)</a:t>
            </a:r>
            <a:endParaRPr lang="fr-FR" sz="3000" dirty="0"/>
          </a:p>
          <a:p>
            <a:r>
              <a:rPr lang="fr-FR" sz="3000" b="1" dirty="0" err="1"/>
              <a:t>Controls</a:t>
            </a:r>
            <a:r>
              <a:rPr lang="fr-FR" sz="3000" b="1" dirty="0"/>
              <a:t>:</a:t>
            </a:r>
            <a:endParaRPr lang="fr-FR" sz="30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000" dirty="0"/>
              <a:t>Input validation (format + length limits) and safe error messages</a:t>
            </a:r>
            <a:endParaRPr lang="fr-FR" sz="30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fr-FR" sz="3000" dirty="0"/>
              <a:t>Rate </a:t>
            </a:r>
            <a:r>
              <a:rPr lang="fr-FR" sz="3000" dirty="0" err="1"/>
              <a:t>limiting</a:t>
            </a:r>
            <a:r>
              <a:rPr lang="fr-FR" sz="3000" dirty="0"/>
              <a:t> + </a:t>
            </a:r>
            <a:r>
              <a:rPr lang="fr-FR" sz="3000" dirty="0" err="1"/>
              <a:t>temporary</a:t>
            </a:r>
            <a:r>
              <a:rPr lang="fr-FR" sz="3000" dirty="0"/>
              <a:t> lockout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fr-FR" sz="3000" dirty="0"/>
              <a:t>MFA for sensitive </a:t>
            </a:r>
            <a:r>
              <a:rPr lang="fr-FR" sz="3000" dirty="0" err="1"/>
              <a:t>accounts</a:t>
            </a:r>
            <a:endParaRPr lang="fr-FR" sz="30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000" dirty="0"/>
              <a:t>Logging and alerting for repeated failures / unusual patterns</a:t>
            </a:r>
            <a:endParaRPr lang="fr-FR" sz="3000" dirty="0"/>
          </a:p>
          <a:p>
            <a:r>
              <a:rPr lang="en-US" sz="3000" b="1" dirty="0"/>
              <a:t>Example risk:</a:t>
            </a:r>
            <a:r>
              <a:rPr lang="en-US" sz="3000" dirty="0"/>
              <a:t> L=4, I=4 → Risk=16 </a:t>
            </a: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117892888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685892" y="47038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58026" y="235036"/>
            <a:ext cx="49244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666758" y="429945"/>
            <a:ext cx="3159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9753" y="491500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Examples — Trust, Trustworthy, Untrusted </a:t>
            </a:r>
            <a:endParaRPr lang="fr-FR" sz="1200" dirty="0"/>
          </a:p>
        </p:txBody>
      </p:sp>
      <p:sp>
        <p:nvSpPr>
          <p:cNvPr id="5" name="ZoneTexte 4"/>
          <p:cNvSpPr txBox="1"/>
          <p:nvPr/>
        </p:nvSpPr>
        <p:spPr>
          <a:xfrm>
            <a:off x="56907" y="965476"/>
            <a:ext cx="1207261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Scenarios</a:t>
            </a:r>
            <a:endParaRPr lang="fr-FR" sz="2800" dirty="0" smtClean="0">
              <a:solidFill>
                <a:srgbClr val="FF0000"/>
              </a:solidFill>
            </a:endParaRPr>
          </a:p>
          <a:p>
            <a:r>
              <a:rPr lang="en-US" sz="3000" b="1" dirty="0">
                <a:solidFill>
                  <a:schemeClr val="accent5">
                    <a:lumMod val="75000"/>
                  </a:schemeClr>
                </a:solidFill>
              </a:rPr>
              <a:t>Scenario 1 — Login Form</a:t>
            </a:r>
            <a:endParaRPr lang="fr-FR" sz="3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000" b="1" dirty="0">
                <a:solidFill>
                  <a:srgbClr val="C00000"/>
                </a:solidFill>
              </a:rPr>
              <a:t>Why L = 4 (Likelihood is </a:t>
            </a:r>
            <a:r>
              <a:rPr lang="en-US" sz="3000" b="1" dirty="0" smtClean="0">
                <a:solidFill>
                  <a:srgbClr val="C00000"/>
                </a:solidFill>
              </a:rPr>
              <a:t>high)</a:t>
            </a:r>
            <a:endParaRPr lang="en-US" sz="3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A </a:t>
            </a: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login form </a:t>
            </a:r>
            <a:r>
              <a:rPr lang="en-US" sz="3000" dirty="0"/>
              <a:t>is one of the most targeted parts of any internet-facing </a:t>
            </a:r>
            <a:r>
              <a:rPr lang="en-US" sz="3000" dirty="0" smtClean="0"/>
              <a:t>system : It’s </a:t>
            </a:r>
            <a:r>
              <a:rPr lang="en-US" sz="3000" dirty="0"/>
              <a:t>publicly reachable (anyone can try it</a:t>
            </a:r>
            <a:r>
              <a:rPr lang="en-US" sz="3000" dirty="0" smtClean="0"/>
              <a:t>).</a:t>
            </a:r>
            <a:endParaRPr lang="fr-FR" sz="3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Automated </a:t>
            </a: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attacks </a:t>
            </a:r>
            <a:r>
              <a:rPr lang="en-US" sz="3000" dirty="0"/>
              <a:t>are very common (brute force, credential stuffing, bots</a:t>
            </a:r>
            <a:r>
              <a:rPr lang="en-US" sz="3000" dirty="0" smtClean="0"/>
              <a:t>).</a:t>
            </a:r>
            <a:endParaRPr lang="fr-FR" sz="3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 smtClean="0"/>
              <a:t>Attacking </a:t>
            </a:r>
            <a:r>
              <a:rPr lang="en-US" sz="3000" dirty="0"/>
              <a:t>it is cheap/easy to scale (many requests quickly).</a:t>
            </a:r>
            <a:br>
              <a:rPr lang="en-US" sz="3000" dirty="0"/>
            </a:br>
            <a:r>
              <a:rPr lang="en-US" sz="3000" dirty="0"/>
              <a:t>So the chance of </a:t>
            </a:r>
            <a:r>
              <a:rPr lang="en-US" sz="3000" i="1" dirty="0"/>
              <a:t>attempted abuse</a:t>
            </a:r>
            <a:r>
              <a:rPr lang="en-US" sz="3000" dirty="0"/>
              <a:t> is usually </a:t>
            </a:r>
            <a:r>
              <a:rPr lang="en-US" sz="3000" b="1" dirty="0"/>
              <a:t>high → 4/5</a:t>
            </a:r>
            <a:r>
              <a:rPr lang="en-US" sz="3000" dirty="0"/>
              <a:t> (not always 5 because some systems are less visible or already have strong protections).</a:t>
            </a:r>
            <a:endParaRPr lang="fr-FR" sz="3000" dirty="0"/>
          </a:p>
          <a:p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18893722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685892" y="47038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129464" y="235035"/>
            <a:ext cx="4852986" cy="13668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666758" y="429945"/>
            <a:ext cx="3159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9753" y="491500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Examples — Trust, Trustworthy, Untrusted </a:t>
            </a:r>
            <a:endParaRPr lang="fr-FR" sz="1200" dirty="0"/>
          </a:p>
        </p:txBody>
      </p:sp>
      <p:sp>
        <p:nvSpPr>
          <p:cNvPr id="5" name="ZoneTexte 4"/>
          <p:cNvSpPr txBox="1"/>
          <p:nvPr/>
        </p:nvSpPr>
        <p:spPr>
          <a:xfrm>
            <a:off x="56907" y="965476"/>
            <a:ext cx="1207261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Scenarios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en-US" sz="3000" b="1" dirty="0" smtClean="0">
                <a:solidFill>
                  <a:schemeClr val="accent5">
                    <a:lumMod val="75000"/>
                  </a:schemeClr>
                </a:solidFill>
              </a:rPr>
              <a:t>Scenario 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</a:rPr>
              <a:t>1 — Login Form</a:t>
            </a:r>
            <a:endParaRPr lang="fr-FR" sz="3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Why I = 4 (Impact is high)</a:t>
            </a:r>
            <a:r>
              <a:rPr lang="en-US" sz="2800" dirty="0">
                <a:solidFill>
                  <a:srgbClr val="C00000"/>
                </a:solidFill>
              </a:rPr>
              <a:t/>
            </a:r>
            <a:br>
              <a:rPr lang="en-US" sz="2800" dirty="0">
                <a:solidFill>
                  <a:srgbClr val="C00000"/>
                </a:solidFill>
              </a:rPr>
            </a:br>
            <a:r>
              <a:rPr lang="en-US" sz="2800" dirty="0"/>
              <a:t>If the attack succeeds, the consequences can be serious:</a:t>
            </a:r>
            <a:endParaRPr lang="fr-FR" sz="28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/>
              <a:t>Account takeover (attacker logs in as the user</a:t>
            </a:r>
            <a:r>
              <a:rPr lang="en-US" sz="2800" dirty="0" smtClean="0"/>
              <a:t>).</a:t>
            </a:r>
            <a:endParaRPr lang="fr-FR" sz="28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Data </a:t>
            </a:r>
            <a:r>
              <a:rPr lang="fr-FR" sz="2800" dirty="0" err="1"/>
              <a:t>exposure</a:t>
            </a:r>
            <a:r>
              <a:rPr lang="fr-FR" sz="2800" dirty="0"/>
              <a:t> (</a:t>
            </a:r>
            <a:r>
              <a:rPr lang="fr-FR" sz="2800" dirty="0" err="1"/>
              <a:t>personal</a:t>
            </a:r>
            <a:r>
              <a:rPr lang="fr-FR" sz="2800" dirty="0"/>
              <a:t>/sensitive info</a:t>
            </a:r>
            <a:r>
              <a:rPr lang="fr-FR" sz="2800" dirty="0" smtClean="0"/>
              <a:t>).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Unauthorized </a:t>
            </a:r>
            <a:r>
              <a:rPr lang="en-US" sz="2800" dirty="0"/>
              <a:t>actions (changing settings, deleting data, accessing admin features, etc.).</a:t>
            </a:r>
            <a:br>
              <a:rPr lang="en-US" sz="2800" dirty="0"/>
            </a:br>
            <a:r>
              <a:rPr lang="en-US" sz="2800" dirty="0"/>
              <a:t>So the harm is typically </a:t>
            </a:r>
            <a:r>
              <a:rPr lang="en-US" sz="2800" b="1" dirty="0"/>
              <a:t>high → 4/5</a:t>
            </a:r>
            <a:r>
              <a:rPr lang="en-US" sz="2800" dirty="0"/>
              <a:t> (not always 5 unless it’s a critical system).</a:t>
            </a:r>
            <a:endParaRPr lang="fr-FR" sz="2800" dirty="0"/>
          </a:p>
          <a:p>
            <a:r>
              <a:rPr lang="en-US" sz="2800" b="1" dirty="0">
                <a:solidFill>
                  <a:srgbClr val="C00000"/>
                </a:solidFill>
              </a:rPr>
              <a:t>Important note</a:t>
            </a:r>
            <a:endParaRPr lang="fr-FR" sz="2800" dirty="0">
              <a:solidFill>
                <a:srgbClr val="C00000"/>
              </a:solidFill>
            </a:endParaRPr>
          </a:p>
          <a:p>
            <a:r>
              <a:rPr lang="en-US" sz="2800" dirty="0"/>
              <a:t>These numbers are </a:t>
            </a:r>
            <a:r>
              <a:rPr lang="en-US" sz="2800" b="1" dirty="0"/>
              <a:t>example ratings</a:t>
            </a:r>
            <a:r>
              <a:rPr lang="en-US" sz="2800" dirty="0"/>
              <a:t>, not fixed. </a:t>
            </a:r>
            <a:r>
              <a:rPr lang="fr-FR" sz="2800" dirty="0" err="1"/>
              <a:t>They</a:t>
            </a:r>
            <a:r>
              <a:rPr lang="fr-FR" sz="2800" dirty="0"/>
              <a:t> </a:t>
            </a:r>
            <a:r>
              <a:rPr lang="fr-FR" sz="2800" dirty="0" err="1"/>
              <a:t>depend</a:t>
            </a:r>
            <a:r>
              <a:rPr lang="fr-FR" sz="2800" dirty="0"/>
              <a:t> on </a:t>
            </a:r>
            <a:r>
              <a:rPr lang="fr-FR" sz="2800" dirty="0" err="1"/>
              <a:t>context</a:t>
            </a:r>
            <a:r>
              <a:rPr lang="fr-FR" sz="2800" dirty="0"/>
              <a:t>:</a:t>
            </a:r>
          </a:p>
          <a:p>
            <a:pPr lvl="0"/>
            <a:r>
              <a:rPr lang="en-US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Banking / healthcare / admin accounts </a:t>
            </a:r>
            <a:r>
              <a:rPr lang="en-US" sz="2800" dirty="0"/>
              <a:t>→ often </a:t>
            </a:r>
            <a:r>
              <a:rPr lang="en-US" sz="2800" b="1" dirty="0"/>
              <a:t>Impact = 5</a:t>
            </a:r>
            <a:endParaRPr lang="fr-FR" sz="2800" dirty="0"/>
          </a:p>
          <a:p>
            <a:pPr lvl="0"/>
            <a:r>
              <a:rPr lang="en-US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Internal/private system (not internet-exposed)</a:t>
            </a:r>
            <a:r>
              <a:rPr lang="en-US" sz="2800" dirty="0"/>
              <a:t> → often </a:t>
            </a:r>
            <a:r>
              <a:rPr lang="en-US" sz="2800" b="1" dirty="0"/>
              <a:t>Likelihood = 2–3</a:t>
            </a:r>
            <a:endParaRPr lang="fr-FR" sz="2800" dirty="0"/>
          </a:p>
          <a:p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3787617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685892" y="47038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00876" y="235036"/>
            <a:ext cx="49815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8666758" y="429945"/>
            <a:ext cx="3159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9753" y="491500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Examples — Trust, Trustworthy, Untrusted </a:t>
            </a:r>
            <a:endParaRPr lang="fr-FR" sz="1200" dirty="0"/>
          </a:p>
        </p:txBody>
      </p:sp>
      <p:sp>
        <p:nvSpPr>
          <p:cNvPr id="5" name="ZoneTexte 4"/>
          <p:cNvSpPr txBox="1"/>
          <p:nvPr/>
        </p:nvSpPr>
        <p:spPr>
          <a:xfrm>
            <a:off x="426717" y="965476"/>
            <a:ext cx="113998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Scenarios</a:t>
            </a:r>
            <a:endParaRPr lang="fr-FR" sz="2800" dirty="0" smtClean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Key takeaway </a:t>
            </a:r>
            <a:endParaRPr lang="fr-FR" sz="28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800" b="1" dirty="0"/>
              <a:t>Trust = a decision.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Only trust something after you have evidence (verification/controls) that it is </a:t>
            </a:r>
            <a:r>
              <a:rPr lang="en-US" sz="2800" b="1" dirty="0"/>
              <a:t>trustworthy</a:t>
            </a:r>
            <a:r>
              <a:rPr lang="en-US" sz="2800" dirty="0"/>
              <a:t>.</a:t>
            </a:r>
            <a:endParaRPr lang="fr-FR" sz="2800" dirty="0"/>
          </a:p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Golden rule: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dirty="0"/>
              <a:t>Everything coming from outside your trust boundary is </a:t>
            </a:r>
            <a:r>
              <a:rPr lang="en-US" sz="2800" b="1" dirty="0"/>
              <a:t>untrusted</a:t>
            </a:r>
            <a:r>
              <a:rPr lang="en-US" sz="2800" dirty="0"/>
              <a:t> until proven otherwise</a:t>
            </a:r>
            <a:r>
              <a:rPr lang="en-US" sz="2800" dirty="0" smtClean="0"/>
              <a:t>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8364189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43713" y="235036"/>
            <a:ext cx="534828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grpSp>
        <p:nvGrpSpPr>
          <p:cNvPr id="5" name="Groupe 4"/>
          <p:cNvGrpSpPr/>
          <p:nvPr/>
        </p:nvGrpSpPr>
        <p:grpSpPr>
          <a:xfrm>
            <a:off x="56907" y="2120603"/>
            <a:ext cx="4443632" cy="600164"/>
            <a:chOff x="0" y="1954496"/>
            <a:chExt cx="4443632" cy="600164"/>
          </a:xfrm>
        </p:grpSpPr>
        <p:sp>
          <p:nvSpPr>
            <p:cNvPr id="11" name="Organigramme : Données stockées 10"/>
            <p:cNvSpPr/>
            <p:nvPr/>
          </p:nvSpPr>
          <p:spPr>
            <a:xfrm rot="10800000">
              <a:off x="0" y="1964587"/>
              <a:ext cx="4443632" cy="561254"/>
            </a:xfrm>
            <a:prstGeom prst="flowChartOnlineStorag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TextBox 1">
              <a:extLst>
                <a:ext uri="{FF2B5EF4-FFF2-40B4-BE49-F238E27FC236}">
                  <a16:creationId xmlns:a16="http://schemas.microsoft.com/office/drawing/2014/main" xmlns="" id="{5A662463-C844-81F8-9E96-5857F99BCEBA}"/>
                </a:ext>
              </a:extLst>
            </p:cNvPr>
            <p:cNvSpPr txBox="1"/>
            <p:nvPr/>
          </p:nvSpPr>
          <p:spPr>
            <a:xfrm>
              <a:off x="721890" y="1954496"/>
              <a:ext cx="3160562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300" b="1" dirty="0" smtClean="0">
                  <a:solidFill>
                    <a:schemeClr val="bg1"/>
                  </a:solidFill>
                </a:rPr>
                <a:t>Security Basics</a:t>
              </a:r>
              <a:endParaRPr lang="fr-FR" sz="33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4597942" y="1935938"/>
            <a:ext cx="6317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The Need for Risk </a:t>
            </a:r>
            <a:r>
              <a:rPr lang="en-US" sz="3600" b="1" dirty="0" smtClean="0">
                <a:solidFill>
                  <a:srgbClr val="FF0000"/>
                </a:solidFill>
              </a:rPr>
              <a:t>Management</a:t>
            </a:r>
          </a:p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>
                <a:solidFill>
                  <a:srgbClr val="FF0000"/>
                </a:solidFill>
              </a:rPr>
              <a:t>(Software Security)</a:t>
            </a:r>
            <a:endParaRPr lang="fr-FR" sz="36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12984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00849" y="235036"/>
            <a:ext cx="534828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148740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The Need for Risk Management (Software Security)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571998"/>
            <a:ext cx="120088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Risks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potential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problems: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/>
              <a:t>Secure software requires managing security risks </a:t>
            </a:r>
            <a:r>
              <a:rPr lang="en-US" sz="2800" b="1" dirty="0"/>
              <a:t>before</a:t>
            </a:r>
            <a:r>
              <a:rPr lang="en-US" sz="2800" dirty="0"/>
              <a:t> they become incidents.</a:t>
            </a:r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unavoidable: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/>
              <a:t>developers make mistakes; some become vulnerabilities. Attackers may also insert malicious code during development or via dependencies.</a:t>
            </a:r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(Hubbard, 2009):</a:t>
            </a:r>
            <a:r>
              <a:rPr lang="en-US" sz="2800" dirty="0"/>
              <a:t> identify, evaluate, prioritize risks, then apply resources to </a:t>
            </a:r>
            <a:r>
              <a:rPr lang="en-US" sz="2800" b="1" dirty="0"/>
              <a:t>minimize</a:t>
            </a:r>
            <a:r>
              <a:rPr lang="en-US" sz="2800" dirty="0"/>
              <a:t>, </a:t>
            </a:r>
            <a:r>
              <a:rPr lang="en-US" sz="2800" b="1" dirty="0"/>
              <a:t>monitor</a:t>
            </a:r>
            <a:r>
              <a:rPr lang="en-US" sz="2800" dirty="0"/>
              <a:t>, and </a:t>
            </a:r>
            <a:r>
              <a:rPr lang="en-US" sz="2800" b="1" dirty="0"/>
              <a:t>control</a:t>
            </a:r>
            <a:r>
              <a:rPr lang="en-US" sz="2800" dirty="0"/>
              <a:t> likelihood and/or impact.</a:t>
            </a:r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Assume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attackers will try: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/>
              <a:t>you can’t stop attempts, but you can </a:t>
            </a:r>
            <a:r>
              <a:rPr lang="en-US" sz="2800" b="1" dirty="0"/>
              <a:t>make attacks harder</a:t>
            </a:r>
            <a:r>
              <a:rPr lang="en-US" sz="2800" dirty="0"/>
              <a:t> and </a:t>
            </a:r>
            <a:r>
              <a:rPr lang="en-US" sz="2800" b="1" dirty="0"/>
              <a:t>reduce damage</a:t>
            </a:r>
            <a:r>
              <a:rPr lang="en-US" sz="2800" dirty="0"/>
              <a:t> if they succeed.</a:t>
            </a:r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early</a:t>
            </a:r>
            <a:r>
              <a:rPr lang="en-US" sz="2800" b="1" dirty="0"/>
              <a:t>:</a:t>
            </a:r>
            <a:r>
              <a:rPr lang="en-US" sz="2800" dirty="0"/>
              <a:t> if you wait, it’s no longer a risk—it’s a </a:t>
            </a:r>
            <a:r>
              <a:rPr lang="en-US" sz="2800" b="1" dirty="0"/>
              <a:t>problem</a:t>
            </a:r>
            <a:r>
              <a:rPr lang="en-US" sz="2800" dirty="0"/>
              <a:t>. Early risk thinking is </a:t>
            </a:r>
            <a:r>
              <a:rPr lang="en-US" sz="2800" b="1" dirty="0"/>
              <a:t>cheaper</a:t>
            </a:r>
            <a:r>
              <a:rPr lang="en-US" sz="2800" dirty="0"/>
              <a:t>, improves reliability, reputation, and trust.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9371326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00863" y="277900"/>
            <a:ext cx="529113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148740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The Need for Risk Management (Software Security)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571998"/>
            <a:ext cx="120088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Takeaway: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Assume attacks will happen. Reduce both the </a:t>
            </a:r>
            <a:r>
              <a:rPr lang="en-US" sz="2400" b="1" dirty="0"/>
              <a:t>likelihood</a:t>
            </a:r>
            <a:r>
              <a:rPr lang="en-US" sz="2400" dirty="0"/>
              <a:t> of success and the </a:t>
            </a:r>
            <a:r>
              <a:rPr lang="en-US" sz="2400" b="1" dirty="0"/>
              <a:t>impact</a:t>
            </a:r>
            <a:r>
              <a:rPr lang="en-US" sz="2400" dirty="0"/>
              <a:t> of harm to an acceptable level.</a:t>
            </a:r>
          </a:p>
          <a:p>
            <a:r>
              <a:rPr lang="en-US" sz="2400" b="1" dirty="0"/>
              <a:t>Mini-example (Risk → Controls)</a:t>
            </a:r>
            <a:endParaRPr lang="en-US" sz="2400" dirty="0"/>
          </a:p>
          <a:p>
            <a:r>
              <a:rPr lang="en-US" sz="2400" b="1" dirty="0"/>
              <a:t>Risk:</a:t>
            </a:r>
            <a:r>
              <a:rPr lang="en-US" sz="2400" dirty="0"/>
              <a:t> Password attacks on the login page (brute force / credential stuffing).</a:t>
            </a:r>
          </a:p>
          <a:p>
            <a:r>
              <a:rPr lang="en-US" sz="2400" b="1" dirty="0"/>
              <a:t>Impact:</a:t>
            </a:r>
            <a:r>
              <a:rPr lang="en-US" sz="2400" dirty="0"/>
              <a:t> Unauthorized access → data leakage and/or account modification.</a:t>
            </a:r>
          </a:p>
          <a:p>
            <a:r>
              <a:rPr lang="en-US" sz="2400" b="1" dirty="0"/>
              <a:t>Controls: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Rate limiting + temporary lockout after repeated failed attempts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MFA / 2FA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Secure password storage (hashing with </a:t>
            </a:r>
            <a:r>
              <a:rPr lang="en-US" sz="2400" dirty="0" err="1"/>
              <a:t>bcrypt</a:t>
            </a:r>
            <a:r>
              <a:rPr lang="en-US" sz="2400" dirty="0"/>
              <a:t>/Argon2) + strong password 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Logging + alerting to detect and respond to suspicious behavior</a:t>
            </a:r>
          </a:p>
        </p:txBody>
      </p:sp>
    </p:spTree>
    <p:extLst>
      <p:ext uri="{BB962C8B-B14F-4D97-AF65-F5344CB8AC3E}">
        <p14:creationId xmlns:p14="http://schemas.microsoft.com/office/powerpoint/2010/main" val="28121806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43713" y="235035"/>
            <a:ext cx="5348287" cy="1415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20076" y="1248676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The Need for Risk Management (Software Security)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878406"/>
            <a:ext cx="1200889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accent5">
                    <a:lumMod val="75000"/>
                  </a:schemeClr>
                </a:solidFill>
              </a:rPr>
              <a:t>Notes </a:t>
            </a:r>
            <a:r>
              <a:rPr lang="fr-FR" sz="2800" b="1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fr-FR" sz="2800" b="1" dirty="0" err="1">
                <a:solidFill>
                  <a:schemeClr val="accent5">
                    <a:lumMod val="75000"/>
                  </a:schemeClr>
                </a:solidFill>
              </a:rPr>
              <a:t>very</a:t>
            </a:r>
            <a:r>
              <a:rPr lang="fr-FR" sz="2800" b="1" dirty="0">
                <a:solidFill>
                  <a:schemeClr val="accent5">
                    <a:lumMod val="75000"/>
                  </a:schemeClr>
                </a:solidFill>
              </a:rPr>
              <a:t> short)</a:t>
            </a:r>
            <a:endParaRPr lang="fr-FR" sz="2800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dirty="0"/>
              <a:t>“We don’t aim for </a:t>
            </a:r>
            <a:r>
              <a:rPr lang="en-US" sz="3200" i="1" dirty="0"/>
              <a:t>zero risk</a:t>
            </a:r>
            <a:r>
              <a:rPr lang="en-US" sz="3200" dirty="0"/>
              <a:t>; we aim for </a:t>
            </a:r>
            <a:r>
              <a:rPr lang="en-US" sz="3200" i="1" dirty="0"/>
              <a:t>acceptable risk</a:t>
            </a:r>
            <a:r>
              <a:rPr lang="en-US" sz="3200" dirty="0"/>
              <a:t>.”</a:t>
            </a:r>
            <a:endParaRPr lang="fr-FR" sz="32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dirty="0"/>
              <a:t>“Attack attempts are guaranteed; success is what we prevent.”</a:t>
            </a:r>
            <a:endParaRPr lang="fr-FR" sz="3200" dirty="0"/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US" sz="3200" dirty="0"/>
              <a:t>“Fixing a risk in design is cheaper than fixing an incident in production.”</a:t>
            </a:r>
            <a:endParaRPr lang="fr-FR" sz="3200" dirty="0"/>
          </a:p>
          <a:p>
            <a:r>
              <a:rPr lang="en-US" sz="2800" dirty="0"/>
              <a:t> 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047635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2800" b="1" dirty="0">
                <a:solidFill>
                  <a:srgbClr val="FF0000"/>
                </a:solidFill>
              </a:rPr>
              <a:t>Secure Software </a:t>
            </a:r>
            <a:r>
              <a:rPr lang="fr-FR" sz="2800" b="1" dirty="0" err="1" smtClean="0">
                <a:solidFill>
                  <a:srgbClr val="FF0000"/>
                </a:solidFill>
              </a:rPr>
              <a:t>Development</a:t>
            </a:r>
            <a:endParaRPr lang="en-US" sz="32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186488" y="235036"/>
            <a:ext cx="57959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221547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Risk Management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Process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15883" y="1724323"/>
            <a:ext cx="1139986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Scale </a:t>
            </a:r>
            <a:r>
              <a:rPr lang="en-US" sz="2400" b="1" dirty="0"/>
              <a:t>matters:</a:t>
            </a:r>
            <a:r>
              <a:rPr lang="en-US" sz="2400" dirty="0"/>
              <a:t> small/low-impact projects can be informal; large/high-impact projects should be rigorous</a:t>
            </a:r>
            <a:r>
              <a:rPr lang="en-US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Risk Planning</a:t>
            </a:r>
            <a:r>
              <a:rPr lang="en-US" sz="2400" dirty="0">
                <a:solidFill>
                  <a:srgbClr val="FF0000"/>
                </a:solidFill>
              </a:rPr>
              <a:t/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/>
              <a:t>Define </a:t>
            </a:r>
            <a:r>
              <a:rPr lang="en-US" sz="2400" i="1" dirty="0"/>
              <a:t>how</a:t>
            </a:r>
            <a:r>
              <a:rPr lang="en-US" sz="2400" dirty="0"/>
              <a:t> you will do risk management (roles, cadence, templates, thresholds).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Risk Identification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List what could go wrong (focus on security risks). Use lessons learned from similar </a:t>
            </a:r>
            <a:r>
              <a:rPr lang="en-US" sz="2400" dirty="0" smtClean="0"/>
              <a:t>projects and </a:t>
            </a:r>
            <a:r>
              <a:rPr lang="en-US" sz="2400" dirty="0"/>
              <a:t>past incidents</a:t>
            </a:r>
            <a:r>
              <a:rPr lang="en-US" sz="2400" dirty="0" smtClean="0"/>
              <a:t>. </a:t>
            </a:r>
            <a:r>
              <a:rPr lang="en-US" sz="2400" dirty="0"/>
              <a:t>Write it down and share it.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Risk Analysis</a:t>
            </a:r>
            <a:r>
              <a:rPr lang="en-US" sz="2400" dirty="0">
                <a:solidFill>
                  <a:srgbClr val="FF0000"/>
                </a:solidFill>
              </a:rPr>
              <a:t/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/>
              <a:t>For each risk estimate: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Likelihood</a:t>
            </a:r>
            <a:r>
              <a:rPr lang="en-US" sz="2400" dirty="0"/>
              <a:t> (how probable?) (</a:t>
            </a:r>
            <a:r>
              <a:rPr lang="en-US" sz="2400" b="1" dirty="0"/>
              <a:t>probability</a:t>
            </a:r>
            <a:r>
              <a:rPr lang="en-US" sz="2400" dirty="0" smtClean="0"/>
              <a:t>)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Severity</a:t>
            </a:r>
            <a:r>
              <a:rPr lang="en-US" sz="2400" dirty="0"/>
              <a:t> (how bad if it happens?) (</a:t>
            </a:r>
            <a:r>
              <a:rPr lang="en-US" sz="2400" b="1" dirty="0"/>
              <a:t>impact</a:t>
            </a:r>
            <a:r>
              <a:rPr lang="en-US" sz="2400" dirty="0" smtClean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Higher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likelihood and/or severity </a:t>
            </a:r>
            <a:r>
              <a:rPr lang="en-US" sz="2400" dirty="0"/>
              <a:t>⇒ 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higher priority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52663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5164" y="235036"/>
            <a:ext cx="49672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71772" y="1111165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Risk Management </a:t>
            </a:r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</a:rPr>
              <a:t>Process</a:t>
            </a:r>
            <a:endParaRPr 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83104" y="1509149"/>
            <a:ext cx="1166656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 dirty="0">
                <a:solidFill>
                  <a:srgbClr val="FF0000"/>
                </a:solidFill>
              </a:rPr>
              <a:t>Risk Handling </a:t>
            </a:r>
            <a:r>
              <a:rPr lang="en-US" sz="2400" b="1" dirty="0"/>
              <a:t>(choose a response)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Accept + Monitor</a:t>
            </a:r>
            <a:r>
              <a:rPr lang="en-US" sz="2400" b="1" dirty="0"/>
              <a:t>:</a:t>
            </a:r>
            <a:r>
              <a:rPr lang="en-US" sz="2400" dirty="0"/>
              <a:t> keep it, but track and communicate (ok when low L or low S).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Avoid: remove the cause/impact </a:t>
            </a:r>
            <a:r>
              <a:rPr lang="en-US" sz="2400" b="1" dirty="0"/>
              <a:t>(e.g., don’t collect certain data; use a safer language).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Transfer: </a:t>
            </a:r>
            <a:r>
              <a:rPr lang="en-US" sz="2400" b="1" dirty="0"/>
              <a:t>shift risk to another party/component (e.g., use a trusted identity provider).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Control / Mitigate: </a:t>
            </a:r>
            <a:r>
              <a:rPr lang="en-US" sz="2400" b="1" dirty="0"/>
              <a:t>reduce likelihood and/or severity to acceptable levels (training, secure design, safer languages/APIs, tools &amp; peer review, hardening).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2400" b="1" dirty="0">
                <a:solidFill>
                  <a:srgbClr val="FF0000"/>
                </a:solidFill>
              </a:rPr>
              <a:t>Risk Monitoring</a:t>
            </a:r>
            <a:r>
              <a:rPr lang="en-US" sz="2400" dirty="0">
                <a:solidFill>
                  <a:srgbClr val="FF0000"/>
                </a:solidFill>
              </a:rPr>
              <a:t/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/>
              <a:t>Track how risks evolve over time; “burn down” risk until it’s acceptable.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idea: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it’s common sense—but easy to forget while building features.</a:t>
            </a:r>
          </a:p>
          <a:p>
            <a:r>
              <a:rPr lang="en-US" sz="2400" dirty="0"/>
              <a:t>Risk management is common sense, but easy to forget during busy development.</a:t>
            </a:r>
          </a:p>
          <a:p>
            <a:r>
              <a:rPr lang="en-US" sz="2400" dirty="0"/>
              <a:t>Early attention prevents future incidents.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076411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923206" y="2046025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58014" y="235036"/>
            <a:ext cx="50244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645096" y="2035934"/>
            <a:ext cx="3555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19376" y="2046025"/>
            <a:ext cx="4424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Identifying Security Risks</a:t>
            </a:r>
          </a:p>
        </p:txBody>
      </p:sp>
    </p:spTree>
    <p:extLst>
      <p:ext uri="{BB962C8B-B14F-4D97-AF65-F5344CB8AC3E}">
        <p14:creationId xmlns:p14="http://schemas.microsoft.com/office/powerpoint/2010/main" val="41158099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00864" y="235036"/>
            <a:ext cx="50815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83104" y="1085821"/>
            <a:ext cx="80708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5">
                    <a:lumMod val="75000"/>
                  </a:schemeClr>
                </a:solidFill>
              </a:rPr>
              <a:t>Identifying Security Risks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83105" y="1471910"/>
            <a:ext cx="11799345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/>
              <a:t>To </a:t>
            </a:r>
            <a:r>
              <a:rPr lang="en-US" sz="2300" dirty="0"/>
              <a:t>identify security risks effectively, you need both </a:t>
            </a:r>
            <a:r>
              <a:rPr lang="en-US" sz="2300" b="1" dirty="0"/>
              <a:t>mindset</a:t>
            </a:r>
            <a:r>
              <a:rPr lang="en-US" sz="2300" dirty="0"/>
              <a:t> and </a:t>
            </a:r>
            <a:r>
              <a:rPr lang="en-US" sz="2300" b="1" dirty="0"/>
              <a:t>method</a:t>
            </a:r>
            <a:r>
              <a:rPr lang="en-US" sz="2300" dirty="0"/>
              <a:t>:</a:t>
            </a:r>
          </a:p>
          <a:p>
            <a:r>
              <a:rPr lang="en-US" sz="2300" b="1" dirty="0"/>
              <a:t>Mindset:</a:t>
            </a:r>
            <a:r>
              <a:rPr lang="en-US" sz="2300" dirty="0"/>
              <a:t> assume some </a:t>
            </a: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</a:rPr>
              <a:t>users are adversaries</a:t>
            </a:r>
            <a:r>
              <a:rPr lang="en-US" sz="2300" dirty="0"/>
              <a:t>, and they will try </a:t>
            </a:r>
            <a:r>
              <a:rPr lang="en-US" sz="2300" b="1" dirty="0"/>
              <a:t>unusual inputs, edge cases, and “weird” sequences of actions</a:t>
            </a:r>
            <a:r>
              <a:rPr lang="en-US" sz="2300" dirty="0"/>
              <a:t>.</a:t>
            </a:r>
          </a:p>
          <a:p>
            <a:r>
              <a:rPr lang="en-US" sz="2300" b="1" dirty="0"/>
              <a:t>Method:</a:t>
            </a:r>
            <a:r>
              <a:rPr lang="en-US" sz="2300" dirty="0"/>
              <a:t> use structured techniques so you don’t rely only on intuition.</a:t>
            </a:r>
          </a:p>
          <a:p>
            <a:r>
              <a:rPr lang="en-US" sz="2300" b="1" dirty="0"/>
              <a:t>Practical ways to identify security risks</a:t>
            </a:r>
          </a:p>
          <a:p>
            <a:pPr marL="457200" indent="-457200">
              <a:buAutoNum type="arabicParenR"/>
            </a:pPr>
            <a:r>
              <a:rPr lang="en-US" sz="2300" b="1" dirty="0" smtClean="0">
                <a:solidFill>
                  <a:schemeClr val="accent2">
                    <a:lumMod val="75000"/>
                  </a:schemeClr>
                </a:solidFill>
              </a:rPr>
              <a:t>Start </a:t>
            </a:r>
            <a:r>
              <a:rPr lang="en-US" sz="2300" b="1" dirty="0">
                <a:solidFill>
                  <a:schemeClr val="accent2">
                    <a:lumMod val="75000"/>
                  </a:schemeClr>
                </a:solidFill>
              </a:rPr>
              <a:t>from assets (what you must protect</a:t>
            </a:r>
            <a:r>
              <a:rPr lang="en-US" sz="2300" b="1" dirty="0" smtClean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23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 smtClean="0"/>
              <a:t>List </a:t>
            </a:r>
            <a:r>
              <a:rPr lang="en-US" sz="2300" dirty="0"/>
              <a:t>your </a:t>
            </a: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</a:rPr>
              <a:t>most important assets</a:t>
            </a:r>
            <a:r>
              <a:rPr lang="en-US" sz="2300" dirty="0"/>
              <a:t>, such as:</a:t>
            </a:r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user accounts and identities</a:t>
            </a:r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personal/medical/financial data</a:t>
            </a:r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payment records</a:t>
            </a:r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availability of the service (uptime)</a:t>
            </a:r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300" b="1" dirty="0"/>
              <a:t>integrity of logs, audit trails, and records</a:t>
            </a:r>
          </a:p>
          <a:p>
            <a:r>
              <a:rPr lang="en-US" sz="2300" dirty="0"/>
              <a:t>Then ask: </a:t>
            </a:r>
            <a:r>
              <a:rPr lang="en-US" sz="2300" b="1" i="1" dirty="0">
                <a:solidFill>
                  <a:schemeClr val="accent1">
                    <a:lumMod val="75000"/>
                  </a:schemeClr>
                </a:solidFill>
              </a:rPr>
              <a:t>What</a:t>
            </a:r>
            <a:r>
              <a:rPr lang="en-US" sz="2300" i="1" dirty="0"/>
              <a:t> could </a:t>
            </a:r>
            <a:r>
              <a:rPr lang="en-US" sz="2300" b="1" i="1" dirty="0">
                <a:solidFill>
                  <a:schemeClr val="accent1">
                    <a:lumMod val="75000"/>
                  </a:schemeClr>
                </a:solidFill>
              </a:rPr>
              <a:t>go wrong to each asset</a:t>
            </a:r>
            <a:r>
              <a:rPr lang="en-US" sz="2300" i="1" dirty="0"/>
              <a:t>? </a:t>
            </a:r>
            <a:r>
              <a:rPr lang="en-US" sz="2300" b="1" i="1" dirty="0">
                <a:solidFill>
                  <a:schemeClr val="accent1">
                    <a:lumMod val="75000"/>
                  </a:schemeClr>
                </a:solidFill>
              </a:rPr>
              <a:t>Who would benefit</a:t>
            </a:r>
            <a:r>
              <a:rPr lang="en-US" sz="2300" i="1" dirty="0" smtClean="0"/>
              <a:t>?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00716285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00876" y="235036"/>
            <a:ext cx="4981574" cy="12866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xmlns="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Identifying Security Risks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2) Map trust boundaries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en-US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400" dirty="0"/>
              <a:t>Draw a simple diagram of where data crosses boundaries, for example: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400" dirty="0"/>
              <a:t>browser → web server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400" dirty="0"/>
              <a:t>web server → database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400" dirty="0"/>
              <a:t>your system → third-party APIs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400" dirty="0"/>
              <a:t>internal admin tools → production systems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400" dirty="0"/>
              <a:t>Risks often appear </a:t>
            </a:r>
            <a:r>
              <a:rPr lang="en-US" sz="2400" b="1" dirty="0"/>
              <a:t>where trust changes</a:t>
            </a:r>
            <a:r>
              <a:rPr lang="en-US" sz="2400" dirty="0"/>
              <a:t> (untrusted → trusted).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3) Think like an attacker (without “hacking”)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Ask questions such as: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What if the user is not who they claim to be?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What if inputs are malformed, too long, missing, or unexpected?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What if actions are repeated quickly (spam/abuse)?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What if someone tries to access data they shouldn’t?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What if a dependency/library is vulnerable or malicious?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150674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29438" y="235036"/>
            <a:ext cx="505301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Identifying Security Risks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4) Use checklists and known patterns</a:t>
            </a:r>
            <a:r>
              <a:rPr lang="en-US" sz="2100" dirty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en-US" sz="21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100" dirty="0"/>
              <a:t>Checklists help teams consistently notice common risks, such as: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100" dirty="0"/>
              <a:t>authentication and session management risks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100" dirty="0"/>
              <a:t>authorization/RBAC mistakes (privilege escalation)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100" dirty="0"/>
              <a:t>input validation risks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100" dirty="0"/>
              <a:t>data exposure (in transit / at rest / logs)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100" dirty="0"/>
              <a:t>insecure defaults and misconfiguration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100" dirty="0"/>
              <a:t>dependency/supply-chain risks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100" dirty="0"/>
              <a:t>monitoring gaps (no logs, no alerts)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100" dirty="0"/>
              <a:t>Well-known catalogs like OWASP/CWE can guide what to look for.</a:t>
            </a: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5) Convert “abuse/misuse cases” into risks</a:t>
            </a:r>
            <a:r>
              <a:rPr lang="en-US" sz="2100" dirty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en-US" sz="21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100" dirty="0"/>
              <a:t>Write a few short stories where the goal is harmful, e.g.:</a:t>
            </a:r>
          </a:p>
          <a:p>
            <a:pPr marL="800100" indent="-342900">
              <a:buFont typeface="Wingdings" panose="05000000000000000000" pitchFamily="2" charset="2"/>
              <a:buChar char="§"/>
            </a:pPr>
            <a:r>
              <a:rPr lang="en-US" sz="2100" dirty="0"/>
              <a:t>“A user tries to access another user’s record.”</a:t>
            </a:r>
          </a:p>
          <a:p>
            <a:pPr marL="800100" indent="-342900">
              <a:buFont typeface="Wingdings" panose="05000000000000000000" pitchFamily="2" charset="2"/>
              <a:buChar char="§"/>
            </a:pPr>
            <a:r>
              <a:rPr lang="en-US" sz="2100" dirty="0"/>
              <a:t>“A bot repeatedly attempts logins.”</a:t>
            </a:r>
          </a:p>
          <a:p>
            <a:pPr marL="800100" indent="-342900">
              <a:buFont typeface="Wingdings" panose="05000000000000000000" pitchFamily="2" charset="2"/>
              <a:buChar char="§"/>
            </a:pPr>
            <a:r>
              <a:rPr lang="en-US" sz="2100" dirty="0"/>
              <a:t>“An insider exports sensitive reports.”</a:t>
            </a:r>
          </a:p>
          <a:p>
            <a:pPr marL="800100" indent="-342900">
              <a:buFont typeface="Wingdings" panose="05000000000000000000" pitchFamily="2" charset="2"/>
              <a:buChar char="§"/>
            </a:pPr>
            <a:r>
              <a:rPr lang="en-US" sz="2100" dirty="0"/>
              <a:t>Each story becomes a </a:t>
            </a:r>
            <a:r>
              <a:rPr lang="en-US" sz="2100" b="1" dirty="0"/>
              <a:t>risk statement</a:t>
            </a:r>
            <a:r>
              <a:rPr lang="en-US" sz="2100" dirty="0"/>
              <a:t> you can analyze and handle</a:t>
            </a:r>
            <a:r>
              <a:rPr lang="en-US" sz="2100" dirty="0" smtClean="0"/>
              <a:t>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4941246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43726" y="235036"/>
            <a:ext cx="50387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Identifying Security Risks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6) Review collaboratively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en-US" sz="28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800" dirty="0"/>
              <a:t>Risk identification improves a lot when done with others:</a:t>
            </a:r>
          </a:p>
          <a:p>
            <a:pPr marL="685800" indent="-342900">
              <a:buFont typeface="Wingdings" panose="05000000000000000000" pitchFamily="2" charset="2"/>
              <a:buChar char="§"/>
            </a:pPr>
            <a:r>
              <a:rPr lang="en-US" sz="2800" dirty="0"/>
              <a:t>design reviews (early)</a:t>
            </a:r>
          </a:p>
          <a:p>
            <a:pPr marL="685800" indent="-342900">
              <a:buFont typeface="Wingdings" panose="05000000000000000000" pitchFamily="2" charset="2"/>
              <a:buChar char="§"/>
            </a:pPr>
            <a:r>
              <a:rPr lang="en-US" sz="2800" dirty="0"/>
              <a:t>code reviews (ongoing)</a:t>
            </a:r>
          </a:p>
          <a:p>
            <a:pPr marL="685800" indent="-342900">
              <a:buFont typeface="Wingdings" panose="05000000000000000000" pitchFamily="2" charset="2"/>
              <a:buChar char="§"/>
            </a:pPr>
            <a:r>
              <a:rPr lang="en-US" sz="2800" dirty="0"/>
              <a:t>“what could go wrong?” sessions</a:t>
            </a:r>
          </a:p>
          <a:p>
            <a:pPr marL="685800" indent="-342900">
              <a:buFont typeface="Wingdings" panose="05000000000000000000" pitchFamily="2" charset="2"/>
              <a:buChar char="§"/>
            </a:pPr>
            <a:r>
              <a:rPr lang="en-US" sz="2800" dirty="0"/>
              <a:t>testing/QA feedback loops</a:t>
            </a:r>
          </a:p>
          <a:p>
            <a:pPr marL="685800" indent="-342900">
              <a:buFont typeface="Wingdings" panose="05000000000000000000" pitchFamily="2" charset="2"/>
              <a:buChar char="§"/>
            </a:pPr>
            <a:r>
              <a:rPr lang="en-US" sz="2800" dirty="0"/>
              <a:t>Different people notice different failure modes.</a:t>
            </a:r>
          </a:p>
          <a:p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801790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72288" y="235036"/>
            <a:ext cx="51101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Identifying Security Risks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What good risk statements look like</a:t>
            </a:r>
            <a:endParaRPr lang="fr-FR" sz="2800" dirty="0">
              <a:solidFill>
                <a:srgbClr val="C00000"/>
              </a:solidFill>
            </a:endParaRPr>
          </a:p>
          <a:p>
            <a:r>
              <a:rPr lang="en-US" sz="2800" dirty="0"/>
              <a:t>A useful risk statement is specific and testable:</a:t>
            </a:r>
            <a:endParaRPr lang="fr-FR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Risk:</a:t>
            </a:r>
            <a:r>
              <a:rPr lang="en-US" sz="2800" dirty="0"/>
              <a:t> “An attacker may guess passwords and take over accounts</a:t>
            </a:r>
            <a:r>
              <a:rPr lang="en-US" sz="2800" dirty="0" smtClean="0"/>
              <a:t>.”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 smtClean="0"/>
              <a:t>Asset </a:t>
            </a:r>
            <a:r>
              <a:rPr lang="en-US" sz="2800" b="1" dirty="0"/>
              <a:t>harmed:</a:t>
            </a:r>
            <a:r>
              <a:rPr lang="en-US" sz="2800" dirty="0"/>
              <a:t> accounts / </a:t>
            </a:r>
            <a:r>
              <a:rPr lang="en-US" sz="2800" dirty="0" smtClean="0"/>
              <a:t>data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 smtClean="0"/>
              <a:t>Cause</a:t>
            </a:r>
            <a:r>
              <a:rPr lang="en-US" sz="2800" b="1" dirty="0"/>
              <a:t>:</a:t>
            </a:r>
            <a:r>
              <a:rPr lang="en-US" sz="2800" dirty="0"/>
              <a:t> weak password controls / no rate </a:t>
            </a:r>
            <a:r>
              <a:rPr lang="en-US" sz="2800" dirty="0" smtClean="0"/>
              <a:t>limiting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 smtClean="0"/>
              <a:t>Impact</a:t>
            </a:r>
            <a:r>
              <a:rPr lang="en-US" sz="2800" b="1" dirty="0"/>
              <a:t>:</a:t>
            </a:r>
            <a:r>
              <a:rPr lang="en-US" sz="2800" dirty="0"/>
              <a:t> unauthorized access, data </a:t>
            </a:r>
            <a:r>
              <a:rPr lang="en-US" sz="2800" dirty="0" smtClean="0"/>
              <a:t>leakage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 smtClean="0"/>
              <a:t>Where</a:t>
            </a:r>
            <a:r>
              <a:rPr lang="en-US" sz="2800" b="1" dirty="0"/>
              <a:t>:</a:t>
            </a:r>
            <a:r>
              <a:rPr lang="en-US" sz="2800" dirty="0"/>
              <a:t> login endpoint</a:t>
            </a:r>
            <a:endParaRPr lang="fr-FR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Avoid vague risks like “security might be bad.” </a:t>
            </a:r>
            <a:r>
              <a:rPr lang="fr-FR" sz="28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Make</a:t>
            </a:r>
            <a:r>
              <a:rPr lang="fr-FR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8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them</a:t>
            </a:r>
            <a:r>
              <a:rPr lang="fr-FR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8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concrete</a:t>
            </a:r>
            <a:r>
              <a:rPr lang="fr-FR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sz="2800" dirty="0"/>
              <a:t> </a:t>
            </a:r>
            <a:endParaRPr lang="fr-FR" sz="2800" dirty="0"/>
          </a:p>
          <a:p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7679527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15138" y="235036"/>
            <a:ext cx="516731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Identifying Security Risks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Mini </a:t>
            </a:r>
            <a:r>
              <a:rPr lang="fr-FR" sz="2400" b="1" dirty="0" err="1"/>
              <a:t>example</a:t>
            </a:r>
            <a:r>
              <a:rPr lang="fr-FR" sz="2400" b="1" dirty="0"/>
              <a:t> (</a:t>
            </a:r>
            <a:r>
              <a:rPr lang="fr-FR" sz="2400" b="1" dirty="0" err="1"/>
              <a:t>risk</a:t>
            </a:r>
            <a:r>
              <a:rPr lang="fr-FR" sz="2400" b="1" dirty="0"/>
              <a:t> → </a:t>
            </a:r>
            <a:r>
              <a:rPr lang="fr-FR" sz="2400" b="1" dirty="0" err="1"/>
              <a:t>controls</a:t>
            </a:r>
            <a:r>
              <a:rPr lang="fr-FR" sz="2400" b="1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Risk:</a:t>
            </a:r>
            <a:r>
              <a:rPr lang="en-US" sz="2400" dirty="0"/>
              <a:t> Credential stuffing on the login page</a:t>
            </a:r>
            <a:endParaRPr lang="fr-F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400" b="1" dirty="0"/>
              <a:t>Impact:</a:t>
            </a:r>
            <a:r>
              <a:rPr lang="fr-FR" sz="2400" dirty="0"/>
              <a:t> </a:t>
            </a:r>
            <a:r>
              <a:rPr lang="fr-FR" sz="2400" dirty="0" err="1"/>
              <a:t>account</a:t>
            </a:r>
            <a:r>
              <a:rPr lang="fr-FR" sz="2400" dirty="0"/>
              <a:t> </a:t>
            </a:r>
            <a:r>
              <a:rPr lang="fr-FR" sz="2400" dirty="0" err="1"/>
              <a:t>takeover</a:t>
            </a:r>
            <a:r>
              <a:rPr lang="fr-FR" sz="2400" dirty="0"/>
              <a:t> → data </a:t>
            </a:r>
            <a:r>
              <a:rPr lang="fr-FR" sz="2400" dirty="0" err="1"/>
              <a:t>exposure</a:t>
            </a:r>
            <a:endParaRPr lang="fr-F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Controls:</a:t>
            </a:r>
            <a:r>
              <a:rPr lang="en-US" sz="2400" dirty="0"/>
              <a:t> rate limiting + lockout, MFA/2FA, strong password policy + secure hashing, logging + alerts</a:t>
            </a:r>
            <a:endParaRPr lang="fr-FR" sz="2400" dirty="0"/>
          </a:p>
          <a:p>
            <a:r>
              <a:rPr lang="en-US" sz="2400" b="1" dirty="0">
                <a:solidFill>
                  <a:srgbClr val="C00000"/>
                </a:solidFill>
              </a:rPr>
              <a:t>Key takeaway</a:t>
            </a:r>
            <a:endParaRPr lang="fr-FR" sz="2400" b="1" dirty="0">
              <a:solidFill>
                <a:srgbClr val="C0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Security risk identification</a:t>
            </a:r>
            <a:r>
              <a:rPr lang="en-US" sz="2400" dirty="0">
                <a:solidFill>
                  <a:srgbClr val="FF0000"/>
                </a:solidFill>
              </a:rPr>
              <a:t> is a </a:t>
            </a:r>
            <a:r>
              <a:rPr lang="en-US" sz="2400" b="1" dirty="0">
                <a:solidFill>
                  <a:srgbClr val="FF0000"/>
                </a:solidFill>
              </a:rPr>
              <a:t>habit</a:t>
            </a:r>
            <a:r>
              <a:rPr lang="en-US" sz="2400" dirty="0">
                <a:solidFill>
                  <a:srgbClr val="FF0000"/>
                </a:solidFill>
              </a:rPr>
              <a:t> supported by </a:t>
            </a:r>
            <a:r>
              <a:rPr lang="en-US" sz="2400" b="1" dirty="0">
                <a:solidFill>
                  <a:srgbClr val="FF0000"/>
                </a:solidFill>
              </a:rPr>
              <a:t>structure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/>
              <a:t> A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“slightly paranoid” mindset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helps you notice what normal users won’t do—but attackers will</a:t>
            </a:r>
            <a:r>
              <a:rPr lang="en-US" sz="2400" dirty="0"/>
              <a:t>.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Keep identifying risks continuously, not just once at the start.</a:t>
            </a:r>
            <a:endParaRPr lang="fr-F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378463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13286" y="2962585"/>
            <a:ext cx="4482575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5164" y="235036"/>
            <a:ext cx="49672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724576" y="2950824"/>
            <a:ext cx="3117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519376" y="2908939"/>
            <a:ext cx="5660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Security Is a Process, Not a Product</a:t>
            </a:r>
          </a:p>
        </p:txBody>
      </p:sp>
    </p:spTree>
    <p:extLst>
      <p:ext uri="{BB962C8B-B14F-4D97-AF65-F5344CB8AC3E}">
        <p14:creationId xmlns:p14="http://schemas.microsoft.com/office/powerpoint/2010/main" val="18916215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015164" y="235036"/>
            <a:ext cx="49672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Security Is a Process, Not a Product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Bruce </a:t>
            </a:r>
            <a:r>
              <a:rPr lang="en-US" sz="2800" dirty="0" err="1"/>
              <a:t>Schneier</a:t>
            </a:r>
            <a:r>
              <a:rPr lang="en-US" sz="2800" dirty="0"/>
              <a:t> famously argued that </a:t>
            </a:r>
            <a:r>
              <a:rPr lang="en-US" sz="2800" b="1" dirty="0">
                <a:solidFill>
                  <a:srgbClr val="FF0000"/>
                </a:solidFill>
              </a:rPr>
              <a:t>security is a process, not a product</a:t>
            </a:r>
            <a:r>
              <a:rPr lang="en-US" sz="2800" dirty="0"/>
              <a:t>—there is no such thing as perfect security.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matters is keeping risks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manageable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over time</a:t>
            </a:r>
            <a:r>
              <a:rPr lang="en-US" sz="2800" dirty="0"/>
              <a:t>.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must continuously adapt because the environment around your software keeps changing</a:t>
            </a:r>
            <a:r>
              <a:rPr lang="en-US" sz="280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how users interact with the system evolves,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new vulnerabilities are discovered,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platforms, libraries, and dependencies are updated,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laws, policies, and business goals shift.</a:t>
            </a:r>
          </a:p>
          <a:p>
            <a:r>
              <a:rPr lang="en-US" sz="2800" dirty="0"/>
              <a:t>As a result, </a:t>
            </a:r>
            <a:r>
              <a:rPr lang="en-US" sz="2800" b="1" dirty="0">
                <a:solidFill>
                  <a:srgbClr val="C00000"/>
                </a:solidFill>
              </a:rPr>
              <a:t>software that was secure one year ago may not be secure today. Security is not “fire and forget.” It requires ongoing attention, monitoring, updates, and improvement</a:t>
            </a:r>
            <a:r>
              <a:rPr lang="en-US" sz="2800" b="1" dirty="0" smtClean="0">
                <a:solidFill>
                  <a:srgbClr val="C00000"/>
                </a:solidFill>
              </a:rPr>
              <a:t>.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9500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100888" y="235036"/>
            <a:ext cx="48815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Security Is a Process, Not a Product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No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perfect security</a:t>
            </a:r>
            <a:r>
              <a:rPr lang="en-US" sz="2400" dirty="0"/>
              <a:t>; the goal is </a:t>
            </a:r>
            <a:r>
              <a:rPr lang="en-US" sz="2400" b="1" dirty="0">
                <a:solidFill>
                  <a:srgbClr val="FF0000"/>
                </a:solidFill>
              </a:rPr>
              <a:t>manageable risk</a:t>
            </a:r>
            <a:r>
              <a:rPr lang="en-US" sz="2400" dirty="0"/>
              <a:t>.</a:t>
            </a:r>
          </a:p>
          <a:p>
            <a:r>
              <a:rPr lang="en-US" sz="2400" dirty="0"/>
              <a:t>Security must evolve as conditions change: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usage changes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new vulnerabilities appear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dependencies get updated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/>
              <a:t>laws/policies/goals shift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“Secure once” is not enough.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needs continuous work: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reviews and testing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incident response readiness</a:t>
            </a:r>
          </a:p>
          <a:p>
            <a:r>
              <a:rPr lang="en-US" sz="2400" b="1" dirty="0"/>
              <a:t>Takeaway</a:t>
            </a:r>
            <a:endParaRPr lang="en-US" sz="2400" dirty="0"/>
          </a:p>
          <a:p>
            <a:r>
              <a:rPr lang="en-US" sz="2400" dirty="0"/>
              <a:t>Treat security as a </a:t>
            </a:r>
            <a:r>
              <a:rPr lang="en-US" sz="2400" b="1" dirty="0">
                <a:solidFill>
                  <a:srgbClr val="FF0000"/>
                </a:solidFill>
              </a:rPr>
              <a:t>continuous lifecycle</a:t>
            </a:r>
            <a:r>
              <a:rPr lang="en-US" sz="2400" dirty="0"/>
              <a:t>, not a one-time feature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73783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58014" y="235036"/>
            <a:ext cx="50244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Security Is a Process, Not a Product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Takeaway + Mini example (Risk → Process)</a:t>
            </a:r>
          </a:p>
          <a:p>
            <a:r>
              <a:rPr lang="en-US" sz="2400" b="1" dirty="0"/>
              <a:t>Takeaway: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Security is ongoing work: </a:t>
            </a:r>
            <a:r>
              <a:rPr lang="en-US" sz="2400" b="1" dirty="0"/>
              <a:t>reduce risk continuously</a:t>
            </a:r>
            <a:r>
              <a:rPr lang="en-US" sz="2400" dirty="0"/>
              <a:t> as the system and threats evolve.</a:t>
            </a:r>
          </a:p>
          <a:p>
            <a:r>
              <a:rPr lang="en-US" sz="2400" b="1" dirty="0"/>
              <a:t>Mini example</a:t>
            </a:r>
            <a:endParaRPr lang="en-US" sz="2400" dirty="0"/>
          </a:p>
          <a:p>
            <a:r>
              <a:rPr lang="en-US" sz="2400" b="1" dirty="0"/>
              <a:t>Risk:</a:t>
            </a:r>
            <a:r>
              <a:rPr lang="en-US" sz="2400" dirty="0"/>
              <a:t> A new vulnerability is found in a library your app uses.</a:t>
            </a:r>
          </a:p>
          <a:p>
            <a:r>
              <a:rPr lang="en-US" sz="2400" b="1" dirty="0"/>
              <a:t>Process actions (controls over time):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dependencies </a:t>
            </a:r>
            <a:r>
              <a:rPr lang="en-US" sz="2400" dirty="0"/>
              <a:t>(SBOM / inventory)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vulnerability alerts</a:t>
            </a:r>
            <a:r>
              <a:rPr lang="en-US" sz="2400" dirty="0"/>
              <a:t> (CVE feeds/tools)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Patch/upgrade quickly + test + redeploy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detection (logs/alerts) for exploitation attempts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Post-incident review to prevent repeats</a:t>
            </a:r>
          </a:p>
        </p:txBody>
      </p:sp>
    </p:spTree>
    <p:extLst>
      <p:ext uri="{BB962C8B-B14F-4D97-AF65-F5344CB8AC3E}">
        <p14:creationId xmlns:p14="http://schemas.microsoft.com/office/powerpoint/2010/main" val="62727149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15150" y="235036"/>
            <a:ext cx="506729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grpSp>
        <p:nvGrpSpPr>
          <p:cNvPr id="4" name="Groupe 3"/>
          <p:cNvGrpSpPr/>
          <p:nvPr/>
        </p:nvGrpSpPr>
        <p:grpSpPr>
          <a:xfrm>
            <a:off x="656024" y="2302064"/>
            <a:ext cx="4443632" cy="646331"/>
            <a:chOff x="823194" y="541223"/>
            <a:chExt cx="4443632" cy="646331"/>
          </a:xfrm>
        </p:grpSpPr>
        <p:sp>
          <p:nvSpPr>
            <p:cNvPr id="11" name="Organigramme : Données stockées 10"/>
            <p:cNvSpPr/>
            <p:nvPr/>
          </p:nvSpPr>
          <p:spPr>
            <a:xfrm rot="10800000">
              <a:off x="823194" y="594178"/>
              <a:ext cx="4443632" cy="561254"/>
            </a:xfrm>
            <a:prstGeom prst="flowChartOnlineStorag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TextBox 1">
              <a:extLst>
                <a:ext uri="{FF2B5EF4-FFF2-40B4-BE49-F238E27FC236}">
                  <a16:creationId xmlns:a16="http://schemas.microsoft.com/office/drawing/2014/main" xmlns="" id="{5A662463-C844-81F8-9E96-5857F99BCEBA}"/>
                </a:ext>
              </a:extLst>
            </p:cNvPr>
            <p:cNvSpPr txBox="1"/>
            <p:nvPr/>
          </p:nvSpPr>
          <p:spPr>
            <a:xfrm>
              <a:off x="1545084" y="541223"/>
              <a:ext cx="35215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 smtClean="0">
                  <a:solidFill>
                    <a:schemeClr val="bg1"/>
                  </a:solidFill>
                </a:rPr>
                <a:t>Security Basics</a:t>
              </a:r>
              <a:endParaRPr lang="fr-FR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5621394" y="2344928"/>
            <a:ext cx="5765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Checklists Are Not Security</a:t>
            </a:r>
          </a:p>
        </p:txBody>
      </p:sp>
    </p:spTree>
    <p:extLst>
      <p:ext uri="{BB962C8B-B14F-4D97-AF65-F5344CB8AC3E}">
        <p14:creationId xmlns:p14="http://schemas.microsoft.com/office/powerpoint/2010/main" val="26657643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858000" y="235036"/>
            <a:ext cx="51244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Checklists Are Not Security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 smtClean="0"/>
              <a:t>Checklists/guidelines/tips </a:t>
            </a:r>
            <a:r>
              <a:rPr lang="en-US" sz="2800" dirty="0"/>
              <a:t>are </a:t>
            </a:r>
            <a:r>
              <a:rPr lang="en-US" sz="2800" b="1" dirty="0"/>
              <a:t>useful aids</a:t>
            </a:r>
            <a:r>
              <a:rPr lang="en-US" sz="2800" dirty="0"/>
              <a:t>, not “security itself.”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They help you: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common risks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choose reasonable mitigations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review software faster and more consistently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Good checklists </a:t>
            </a:r>
            <a:r>
              <a:rPr lang="en-US" sz="2800" dirty="0"/>
              <a:t>are built from </a:t>
            </a:r>
            <a:r>
              <a:rPr lang="en-US" sz="2800" b="1" dirty="0"/>
              <a:t>real-world experience</a:t>
            </a:r>
            <a:r>
              <a:rPr lang="en-US" sz="2800" dirty="0"/>
              <a:t>—don’t ignore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 you can follow every checklist </a:t>
            </a:r>
            <a:r>
              <a:rPr lang="en-US" sz="2800" dirty="0"/>
              <a:t>and still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ship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insecure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 software</a:t>
            </a:r>
            <a:r>
              <a:rPr lang="en-US" sz="2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You can also skip irrelevant items and still be </a:t>
            </a:r>
            <a:r>
              <a:rPr lang="en-US" sz="2800" b="1" dirty="0"/>
              <a:t>secure</a:t>
            </a:r>
            <a:r>
              <a:rPr lang="en-US" sz="2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There is no substitute for thinking.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Continuously ask: </a:t>
            </a:r>
            <a:r>
              <a:rPr lang="en-US" sz="2800" i="1" dirty="0"/>
              <a:t>How would an attacker exploit this?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Treat issues early: </a:t>
            </a:r>
            <a:r>
              <a:rPr lang="en-US" sz="2800" i="1" dirty="0"/>
              <a:t>before risks become incidents.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676629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Development</a:t>
            </a:r>
            <a:r>
              <a:rPr lang="fr-FR" sz="3200" b="1" dirty="0" smtClean="0"/>
              <a:t>: Introduction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8630652" y="235036"/>
            <a:ext cx="3351797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Checklists Are Not Security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Takeaway </a:t>
            </a:r>
            <a:r>
              <a:rPr lang="en-US" sz="2000" b="1" dirty="0">
                <a:solidFill>
                  <a:srgbClr val="C00000"/>
                </a:solidFill>
              </a:rPr>
              <a:t>+ Mini example (Risk → Thinking</a:t>
            </a:r>
            <a:r>
              <a:rPr lang="en-US" sz="2000" b="1" dirty="0" smtClean="0">
                <a:solidFill>
                  <a:srgbClr val="C00000"/>
                </a:solidFill>
              </a:rPr>
              <a:t>)</a:t>
            </a:r>
          </a:p>
          <a:p>
            <a:r>
              <a:rPr lang="en-US" sz="2400" b="1" dirty="0" smtClean="0">
                <a:solidFill>
                  <a:srgbClr val="C00000"/>
                </a:solidFill>
              </a:rPr>
              <a:t>Takeaway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Checklists help</a:t>
            </a:r>
            <a:r>
              <a:rPr lang="en-US" sz="2400" dirty="0" smtClean="0"/>
              <a:t>,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 security comes </a:t>
            </a:r>
            <a:r>
              <a:rPr lang="en-US" sz="2400" dirty="0" smtClean="0"/>
              <a:t>from </a:t>
            </a:r>
            <a:r>
              <a:rPr lang="en-US" sz="2400" b="1" dirty="0" smtClean="0"/>
              <a:t>continuous thinking + verification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Mini example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Risk: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developer follows a “secure coding checklist”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5640BB"/>
                </a:solidFill>
              </a:rPr>
              <a:t>but </a:t>
            </a:r>
            <a:r>
              <a:rPr lang="en-US" sz="2400" dirty="0" smtClean="0">
                <a:solidFill>
                  <a:srgbClr val="5640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forgets to enforce </a:t>
            </a:r>
            <a:r>
              <a:rPr lang="en-US" sz="2400" b="1" dirty="0" smtClean="0">
                <a:solidFill>
                  <a:srgbClr val="5640BB"/>
                </a:solidFill>
              </a:rPr>
              <a:t>authorization</a:t>
            </a:r>
            <a:r>
              <a:rPr lang="en-US" sz="2400" dirty="0" smtClean="0">
                <a:solidFill>
                  <a:srgbClr val="5640BB"/>
                </a:solidFill>
              </a:rPr>
              <a:t> </a:t>
            </a:r>
            <a:r>
              <a:rPr lang="en-US" sz="2400" dirty="0" smtClean="0">
                <a:solidFill>
                  <a:srgbClr val="5640B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an API endpoint</a:t>
            </a:r>
            <a:r>
              <a:rPr lang="en-US" sz="2400" dirty="0" smtClean="0">
                <a:solidFill>
                  <a:srgbClr val="5640BB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</a:rPr>
              <a:t>Impact: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logged-in user </a:t>
            </a:r>
            <a:r>
              <a:rPr 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access/modify other users’ data </a:t>
            </a:r>
            <a:r>
              <a:rPr lang="en-US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(IDOR / privilege escalation)</a:t>
            </a:r>
            <a:r>
              <a:rPr lang="en-U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Process response (beyond checklist):</a:t>
            </a:r>
            <a:endParaRPr lang="en-US" sz="2400" dirty="0" smtClean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 model the endpoint</a:t>
            </a:r>
            <a:r>
              <a:rPr lang="en-US" sz="2400" dirty="0" smtClean="0"/>
              <a:t>: </a:t>
            </a:r>
            <a:r>
              <a:rPr lang="en-US" sz="2400" i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 </a:t>
            </a:r>
            <a:r>
              <a:rPr lang="en-US" sz="2400" i="1" dirty="0" smtClean="0"/>
              <a:t>should </a:t>
            </a:r>
            <a:r>
              <a:rPr lang="en-US" sz="2400" i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what?</a:t>
            </a:r>
            <a:endParaRPr lang="en-US" sz="24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server-side access control checks </a:t>
            </a:r>
            <a:r>
              <a:rPr lang="en-US" sz="2400" dirty="0" smtClean="0"/>
              <a:t>(RBAC/ABAC).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 tests for permission boundaries</a:t>
            </a:r>
            <a:r>
              <a:rPr lang="en-US" sz="2400" dirty="0" smtClean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 and alert suspicious access patterns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64442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823194" y="59417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fr-FR" sz="3200" b="1" dirty="0" err="1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6915150" y="235036"/>
            <a:ext cx="506729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545084" y="584087"/>
            <a:ext cx="9051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335872" y="621972"/>
            <a:ext cx="807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Checklists Are Not Security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15883" y="1165523"/>
            <a:ext cx="117993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Test </a:t>
            </a:r>
            <a:endParaRPr lang="en-US" sz="3200" b="1" dirty="0" smtClean="0"/>
          </a:p>
          <a:p>
            <a:r>
              <a:rPr lang="en-US" sz="2800" b="1" dirty="0" smtClean="0"/>
              <a:t>True </a:t>
            </a:r>
            <a:r>
              <a:rPr lang="en-US" sz="2800" b="1" dirty="0"/>
              <a:t>or False?</a:t>
            </a:r>
            <a:r>
              <a:rPr lang="en-US" sz="2800" dirty="0"/>
              <a:t> The purpose of developing secure software is to eliminate all possible security risks.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</a:t>
            </a:r>
            <a:endParaRPr lang="fr-FR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37122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2660836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2649075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2492887"/>
            <a:ext cx="57718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</p:spTree>
    <p:extLst>
      <p:ext uri="{BB962C8B-B14F-4D97-AF65-F5344CB8AC3E}">
        <p14:creationId xmlns:p14="http://schemas.microsoft.com/office/powerpoint/2010/main" val="3579655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97823" y="1688017"/>
            <a:ext cx="1175130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Defense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-in-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Breadth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Development &amp;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—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</a:t>
            </a:r>
            <a:endParaRPr kumimoji="0" lang="fr-FR" alt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single “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magic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mechanism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software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must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considered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throughout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Defense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-in-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breadth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embedding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every</a:t>
            </a:r>
            <a:r>
              <a:rPr kumimoji="0" lang="fr-FR" altLang="fr-FR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phase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of the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rather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than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treating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security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   as a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separate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“final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step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normal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development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activity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is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an </a:t>
            </a: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opportunity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reduce</a:t>
            </a:r>
            <a:r>
              <a:rPr kumimoji="0" lang="fr-FR" altLang="fr-FR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risk</a:t>
            </a:r>
            <a:r>
              <a:rPr kumimoji="0" lang="fr-FR" altLang="fr-FR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early</a:t>
            </a:r>
            <a:r>
              <a:rPr kumimoji="0" lang="fr-FR" altLang="fr-FR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prevent</a:t>
            </a:r>
            <a:r>
              <a:rPr kumimoji="0" lang="fr-FR" altLang="fr-FR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common</a:t>
            </a:r>
            <a:r>
              <a:rPr kumimoji="0" lang="fr-FR" altLang="fr-FR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vulnerabilities</a:t>
            </a:r>
            <a:r>
              <a:rPr kumimoji="0" lang="fr-FR" altLang="fr-FR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build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</a:t>
            </a:r>
            <a:r>
              <a:rPr kumimoji="0" lang="fr-FR" altLang="fr-FR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trustworthy</a:t>
            </a:r>
            <a:r>
              <a:rPr kumimoji="0" lang="fr-FR" alt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 software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7" name="Connecteur droit 16"/>
          <p:cNvCxnSpPr/>
          <p:nvPr/>
        </p:nvCxnSpPr>
        <p:spPr>
          <a:xfrm>
            <a:off x="315883" y="3617013"/>
            <a:ext cx="0" cy="687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09166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15883" y="1577527"/>
            <a:ext cx="117513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1) Determine Requirements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define what the software must do.</a:t>
            </a:r>
            <a:br>
              <a:rPr lang="en-US" sz="2800" dirty="0"/>
            </a:br>
            <a:r>
              <a:rPr lang="en-US" sz="2800" b="1" dirty="0"/>
              <a:t>Security view:</a:t>
            </a:r>
            <a:r>
              <a:rPr lang="en-US" sz="2800" dirty="0"/>
              <a:t> identify </a:t>
            </a:r>
            <a:r>
              <a:rPr lang="en-US" sz="2800" b="1" dirty="0"/>
              <a:t>security requirements</a:t>
            </a:r>
            <a:r>
              <a:rPr lang="en-US" sz="2800" dirty="0"/>
              <a:t> from the start.</a:t>
            </a:r>
          </a:p>
          <a:p>
            <a:r>
              <a:rPr lang="en-US" sz="2800" b="1" dirty="0"/>
              <a:t>Examples: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What data must stay </a:t>
            </a:r>
            <a:r>
              <a:rPr lang="en-US" sz="2800" b="1" dirty="0"/>
              <a:t>confidential</a:t>
            </a:r>
            <a:r>
              <a:rPr lang="en-US" sz="2800" dirty="0"/>
              <a:t> (medical, financial, personal)?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Who can do what? (roles/permissions: patient, doctor, admin)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Do we need </a:t>
            </a:r>
            <a:r>
              <a:rPr lang="en-US" sz="2800" b="1" dirty="0"/>
              <a:t>audit logs</a:t>
            </a:r>
            <a:r>
              <a:rPr lang="en-US" sz="2800" dirty="0"/>
              <a:t> (traceability)?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What availability level is required (resistance to abuse/</a:t>
            </a:r>
            <a:r>
              <a:rPr lang="en-US" sz="2800" dirty="0" err="1"/>
              <a:t>DoS</a:t>
            </a:r>
            <a:r>
              <a:rPr lang="en-US" sz="2800" dirty="0"/>
              <a:t>)? </a:t>
            </a:r>
          </a:p>
          <a:p>
            <a:r>
              <a:rPr lang="en-US" sz="2800" b="1" dirty="0"/>
              <a:t>Output:</a:t>
            </a:r>
            <a:r>
              <a:rPr lang="en-US" sz="2800" dirty="0"/>
              <a:t> clear, testable security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8724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97823" y="1349463"/>
            <a:ext cx="1175130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2) Determine Architectural Design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split the system into interacting components (UI, API, DB, storage, external services).</a:t>
            </a:r>
            <a:br>
              <a:rPr lang="en-US" sz="2800" dirty="0"/>
            </a:br>
            <a:r>
              <a:rPr lang="en-US" sz="2800" b="1" dirty="0"/>
              <a:t>Security view:</a:t>
            </a:r>
            <a:r>
              <a:rPr lang="en-US" sz="2800" dirty="0"/>
              <a:t> design an architecture that is </a:t>
            </a:r>
            <a:r>
              <a:rPr lang="en-US" sz="2800" b="1" dirty="0"/>
              <a:t>easier to secure</a:t>
            </a:r>
            <a:r>
              <a:rPr lang="en-US" sz="2800" dirty="0"/>
              <a:t>.</a:t>
            </a:r>
          </a:p>
          <a:p>
            <a:r>
              <a:rPr lang="en-US" sz="2800" b="1" dirty="0"/>
              <a:t>Examples: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Define </a:t>
            </a:r>
            <a:r>
              <a:rPr lang="en-US" sz="2800" b="1" dirty="0">
                <a:solidFill>
                  <a:srgbClr val="C00000"/>
                </a:solidFill>
              </a:rPr>
              <a:t>trust boundaries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(where untrusted data crosses into trusted parts).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Separate responsibilities </a:t>
            </a:r>
            <a:r>
              <a:rPr lang="en-US" sz="2800" dirty="0"/>
              <a:t>(upload service ≠ prescriptions service ≠ admin service).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Enforce security on the </a:t>
            </a:r>
            <a:r>
              <a:rPr lang="en-US" sz="2800" b="1" dirty="0">
                <a:solidFill>
                  <a:srgbClr val="C00000"/>
                </a:solidFill>
              </a:rPr>
              <a:t>server side</a:t>
            </a:r>
            <a:r>
              <a:rPr lang="en-US" sz="2800" dirty="0"/>
              <a:t>, not only in the client.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 authentication/authorization </a:t>
            </a:r>
            <a:r>
              <a:rPr lang="en-US" sz="2800" dirty="0">
                <a:solidFill>
                  <a:srgbClr val="C00000"/>
                </a:solidFill>
              </a:rPr>
              <a:t>early </a:t>
            </a:r>
            <a:r>
              <a:rPr lang="en-US" sz="2800" dirty="0"/>
              <a:t>(sessions/tokens/roles). 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good architecture reduces attack surface and avoids expensive late “patches.”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0748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97823" y="1529344"/>
            <a:ext cx="1175130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3) Select Reusable Components (Dependencies)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choose libraries, packages, frameworks.</a:t>
            </a:r>
            <a:br>
              <a:rPr lang="en-US" sz="2800" dirty="0"/>
            </a:br>
            <a:r>
              <a:rPr lang="en-US" sz="2800" b="1" dirty="0"/>
              <a:t>Security view:</a:t>
            </a:r>
            <a:r>
              <a:rPr lang="en-US" sz="2800" dirty="0"/>
              <a:t> manage </a:t>
            </a:r>
            <a:r>
              <a:rPr lang="en-US" sz="2800" b="1" dirty="0"/>
              <a:t>dependency risk</a:t>
            </a:r>
            <a:r>
              <a:rPr lang="en-US" sz="2800" dirty="0"/>
              <a:t> (software supply chain).</a:t>
            </a:r>
          </a:p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it matters:</a:t>
            </a:r>
          </a:p>
          <a:p>
            <a:r>
              <a:rPr lang="en-US" sz="2800" dirty="0"/>
              <a:t>A vulnerability in a dependency can become </a:t>
            </a:r>
            <a:r>
              <a:rPr lang="en-US" sz="2800" b="1" dirty="0"/>
              <a:t>your vulnerability</a:t>
            </a:r>
            <a:r>
              <a:rPr lang="en-US" sz="2800" dirty="0"/>
              <a:t>. </a:t>
            </a:r>
          </a:p>
          <a:p>
            <a:r>
              <a:rPr lang="en-US" sz="2800" dirty="0"/>
              <a:t>Your “supply chain” includes where components come from and how updates reach you. </a:t>
            </a:r>
          </a:p>
          <a:p>
            <a:r>
              <a:rPr lang="en-US" sz="2800" b="1" dirty="0"/>
              <a:t>Practices: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Choose well-maintained, reputable components.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Scan dependencies for known vulnerabilities.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Pin versions (</a:t>
            </a:r>
            <a:r>
              <a:rPr lang="en-US" sz="2800" dirty="0" err="1"/>
              <a:t>lockfiles</a:t>
            </a:r>
            <a:r>
              <a:rPr lang="en-US" sz="2800" dirty="0"/>
              <a:t>) and have an update policy.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4805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97823" y="1496388"/>
            <a:ext cx="117513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4) Implement the Code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write the code.</a:t>
            </a:r>
            <a:br>
              <a:rPr lang="en-US" sz="2800" dirty="0"/>
            </a:br>
            <a:r>
              <a:rPr lang="en-US" sz="2800" b="1" dirty="0"/>
              <a:t>Security view:</a:t>
            </a:r>
            <a:r>
              <a:rPr lang="en-US" sz="2800" dirty="0"/>
              <a:t> avoid the most common vulnerability patterns.</a:t>
            </a:r>
          </a:p>
          <a:p>
            <a:r>
              <a:rPr lang="en-US" sz="2800" b="1" dirty="0"/>
              <a:t>Common patterns: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err="1"/>
              <a:t>unvalidated</a:t>
            </a:r>
            <a:r>
              <a:rPr lang="en-US" sz="2800" dirty="0"/>
              <a:t> input (injection, XSS)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broken access control (IDOR)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weak session/token handling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secrets in code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insecure crypto usage </a:t>
            </a:r>
          </a:p>
          <a:p>
            <a:r>
              <a:rPr lang="en-US" sz="2800" dirty="0"/>
              <a:t>Once you know these patterns, you can systematically prevent them via secure coding rules, reviews, and checklists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494315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97823" y="1487606"/>
            <a:ext cx="1175130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5) Verify the Software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test and analyze to confirm behavior matches intent.</a:t>
            </a:r>
            <a:br>
              <a:rPr lang="en-US" sz="2800" dirty="0"/>
            </a:br>
            <a:r>
              <a:rPr lang="en-US" sz="2800" b="1" dirty="0"/>
              <a:t>Security view:</a:t>
            </a:r>
            <a:r>
              <a:rPr lang="en-US" sz="2800" dirty="0"/>
              <a:t> test </a:t>
            </a:r>
            <a:r>
              <a:rPr lang="en-US" sz="2800" b="1" dirty="0"/>
              <a:t>security</a:t>
            </a:r>
            <a:r>
              <a:rPr lang="en-US" sz="2800" dirty="0"/>
              <a:t> as well as </a:t>
            </a:r>
            <a:r>
              <a:rPr lang="en-US" sz="2800" b="1" dirty="0"/>
              <a:t>functionality</a:t>
            </a:r>
            <a:r>
              <a:rPr lang="en-US" sz="2800" dirty="0"/>
              <a:t>.</a:t>
            </a:r>
          </a:p>
          <a:p>
            <a:r>
              <a:rPr lang="en-US" sz="2800" dirty="0"/>
              <a:t>Examples: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unit/integration tests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authorization tests (a user should not access another user’s data)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static/dynamic analysis tools (SAST/DAST)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dependency scanning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testing error paths and unusual inputs 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find vulnerabilities </a:t>
            </a:r>
            <a:r>
              <a:rPr lang="en-US" sz="2800" b="1" dirty="0"/>
              <a:t>before attackers do</a:t>
            </a:r>
            <a:r>
              <a:rPr lang="en-US" sz="2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00722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97823" y="1459037"/>
            <a:ext cx="1175130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6) Deploy Securely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deliver the correct software version to users and run it safely.</a:t>
            </a:r>
            <a:br>
              <a:rPr lang="en-US" sz="2800" dirty="0"/>
            </a:br>
            <a:r>
              <a:rPr lang="en-US" sz="2800" b="1" dirty="0"/>
              <a:t>Security view:</a:t>
            </a:r>
            <a:r>
              <a:rPr lang="en-US" sz="2800" dirty="0"/>
              <a:t> use secure defaults and make secure operation easy.</a:t>
            </a:r>
          </a:p>
          <a:p>
            <a:r>
              <a:rPr lang="en-US" sz="2800" dirty="0"/>
              <a:t>Examples: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TLS/HTTPS enabled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secure-by-default configuration (no debug in production)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least privilege for services and accounts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proper secrets management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monitoring and alerting </a:t>
            </a:r>
          </a:p>
          <a:p>
            <a:r>
              <a:rPr lang="en-US" sz="2800" dirty="0"/>
              <a:t>Good software should be </a:t>
            </a:r>
            <a:r>
              <a:rPr lang="en-US" sz="2800" b="1" dirty="0"/>
              <a:t>easy to operate securely</a:t>
            </a:r>
            <a:r>
              <a:rPr lang="en-US" sz="2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7" name="Connecteur droit 16"/>
          <p:cNvCxnSpPr/>
          <p:nvPr/>
        </p:nvCxnSpPr>
        <p:spPr>
          <a:xfrm>
            <a:off x="315883" y="3617013"/>
            <a:ext cx="0" cy="687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89824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369503"/>
            <a:ext cx="117513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Key takeaway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 phase is a chance to reduce </a:t>
            </a:r>
            <a:r>
              <a:rPr 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</a:t>
            </a:r>
            <a:r>
              <a:rPr lang="en-US" sz="2800" dirty="0" smtClean="0"/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Thinking </a:t>
            </a:r>
            <a:r>
              <a:rPr lang="en-US" sz="2800" dirty="0"/>
              <a:t>about security across requirements, design, implementation, verification, and deployment is true </a:t>
            </a:r>
            <a:r>
              <a:rPr lang="en-US" sz="2800" b="1" dirty="0"/>
              <a:t>defense-in-breadth</a:t>
            </a:r>
            <a:r>
              <a:rPr lang="en-US" sz="2800" dirty="0"/>
              <a:t>—and leads to more </a:t>
            </a:r>
            <a:r>
              <a:rPr lang="en-US" sz="2800" b="1" dirty="0"/>
              <a:t>trustworthy</a:t>
            </a:r>
            <a:r>
              <a:rPr lang="en-US" sz="2800" dirty="0"/>
              <a:t> software.</a:t>
            </a:r>
          </a:p>
          <a:p>
            <a:endParaRPr kumimoji="0" lang="fr-FR" alt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3678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40689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31149" y="1456832"/>
            <a:ext cx="117513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 smtClean="0">
                <a:solidFill>
                  <a:srgbClr val="FF0000"/>
                </a:solidFill>
              </a:rPr>
              <a:t>Summary _Defense-in-Breadth </a:t>
            </a:r>
            <a:r>
              <a:rPr lang="en-US" sz="2200" b="1" dirty="0">
                <a:solidFill>
                  <a:srgbClr val="FF0000"/>
                </a:solidFill>
              </a:rPr>
              <a:t>Across the Lifecycle</a:t>
            </a:r>
          </a:p>
          <a:p>
            <a:r>
              <a:rPr lang="en-US" sz="2200" b="1" dirty="0"/>
              <a:t>Title:</a:t>
            </a:r>
            <a:r>
              <a:rPr lang="en-US" sz="2200" dirty="0"/>
              <a:t> Defense-in-Breadth: Security Built Into Every Phase</a:t>
            </a:r>
          </a:p>
          <a:p>
            <a:r>
              <a:rPr lang="en-US" sz="2200" b="1" dirty="0"/>
              <a:t>No single “magic” control</a:t>
            </a:r>
            <a:r>
              <a:rPr lang="en-US" sz="2200" dirty="0"/>
              <a:t> makes software secure → security must be continuous. </a:t>
            </a:r>
          </a:p>
          <a:p>
            <a:r>
              <a:rPr lang="en-US" sz="2200" b="1" dirty="0"/>
              <a:t>Defense-in-breadth</a:t>
            </a:r>
            <a:r>
              <a:rPr lang="en-US" sz="2200" dirty="0"/>
              <a:t> = embed security in </a:t>
            </a:r>
            <a:r>
              <a:rPr lang="en-US" sz="2200" b="1" dirty="0"/>
              <a:t>requirements → design → build → test → deploy → operate</a:t>
            </a:r>
            <a:r>
              <a:rPr lang="en-US" sz="2200" dirty="0"/>
              <a:t> (not a final step).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0070C0"/>
                </a:solidFill>
              </a:rPr>
              <a:t>Lifecycle contributions</a:t>
            </a:r>
            <a:endParaRPr lang="en-US" sz="2200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/>
              <a:t>Requirements:</a:t>
            </a:r>
            <a:r>
              <a:rPr lang="en-US" sz="2200" dirty="0"/>
              <a:t> define security requirements (confidentiality, access control, audit, availability).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/>
              <a:t>Architecture/Design:</a:t>
            </a:r>
            <a:r>
              <a:rPr lang="en-US" sz="2200" dirty="0"/>
              <a:t> set trust boundaries, reduce attack surface, plan </a:t>
            </a:r>
            <a:r>
              <a:rPr lang="en-US" sz="2200" dirty="0" err="1"/>
              <a:t>authn</a:t>
            </a:r>
            <a:r>
              <a:rPr lang="en-US" sz="2200" dirty="0"/>
              <a:t>/</a:t>
            </a:r>
            <a:r>
              <a:rPr lang="en-US" sz="2200" dirty="0" err="1"/>
              <a:t>authz</a:t>
            </a:r>
            <a:r>
              <a:rPr lang="en-US" sz="22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/>
              <a:t>Components/Dependencies:</a:t>
            </a:r>
            <a:r>
              <a:rPr lang="en-US" sz="2200" dirty="0"/>
              <a:t> evaluate libraries; manage supply-chain risk (scan + pin versions).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/>
              <a:t>Implementation:</a:t>
            </a:r>
            <a:r>
              <a:rPr lang="en-US" sz="2200" dirty="0"/>
              <a:t> follow secure coding patterns; avoid common vulnerabilities (injection, IDOR, secrets).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/>
              <a:t>Verification:</a:t>
            </a:r>
            <a:r>
              <a:rPr lang="en-US" sz="2200" dirty="0"/>
              <a:t> test security + functionality (SAST/DAST, </a:t>
            </a:r>
            <a:r>
              <a:rPr lang="en-US" sz="2200" dirty="0" err="1"/>
              <a:t>auth</a:t>
            </a:r>
            <a:r>
              <a:rPr lang="en-US" sz="2200" dirty="0"/>
              <a:t> tests, dependency scans).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/>
              <a:t>Secure Deployment/Operations:</a:t>
            </a:r>
            <a:r>
              <a:rPr lang="en-US" sz="2200" dirty="0"/>
              <a:t> secure defaults, TLS, least privilege, monitoring + patching.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/>
              <a:t>Takeaway:</a:t>
            </a:r>
            <a:r>
              <a:rPr lang="en-US" sz="2200" dirty="0"/>
              <a:t> Every phase is a chance to </a:t>
            </a:r>
            <a:r>
              <a:rPr lang="en-US" sz="2200" b="1" dirty="0"/>
              <a:t>reduce risk</a:t>
            </a:r>
            <a:r>
              <a:rPr lang="en-US" sz="2200" dirty="0"/>
              <a:t> and build more </a:t>
            </a:r>
            <a:r>
              <a:rPr lang="en-US" sz="2200" b="1" dirty="0"/>
              <a:t>trustworthy software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986178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717728"/>
            <a:ext cx="444363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A65FC1F-22B0-EE8D-66DA-F323A785E957}"/>
              </a:ext>
            </a:extLst>
          </p:cNvPr>
          <p:cNvSpPr txBox="1"/>
          <p:nvPr/>
        </p:nvSpPr>
        <p:spPr>
          <a:xfrm>
            <a:off x="1870310" y="32230"/>
            <a:ext cx="62963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Secure Software </a:t>
            </a:r>
            <a:r>
              <a:rPr lang="en-US" sz="3200" b="1" dirty="0" smtClean="0">
                <a:solidFill>
                  <a:srgbClr val="FF0000"/>
                </a:solidFill>
              </a:rPr>
              <a:t>Development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xmlns="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:a16="http://schemas.microsoft.com/office/drawing/2014/main" xmlns="" id="{85F8947A-24F9-F2EE-3B92-7A8B89D0F817}"/>
              </a:ext>
            </a:extLst>
          </p:cNvPr>
          <p:cNvSpPr/>
          <p:nvPr/>
        </p:nvSpPr>
        <p:spPr>
          <a:xfrm rot="10800000" flipH="1">
            <a:off x="7772400" y="235036"/>
            <a:ext cx="42100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:a16="http://schemas.microsoft.com/office/drawing/2014/main" xmlns="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xmlns="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:a16="http://schemas.microsoft.com/office/drawing/2014/main" xmlns="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5A662463-C844-81F8-9E96-5857F99BCEBA}"/>
              </a:ext>
            </a:extLst>
          </p:cNvPr>
          <p:cNvSpPr txBox="1"/>
          <p:nvPr/>
        </p:nvSpPr>
        <p:spPr>
          <a:xfrm>
            <a:off x="1394792" y="705967"/>
            <a:ext cx="346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Security Basics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200961" y="549779"/>
            <a:ext cx="5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Development Processes/Defense-in-Breadth: Individual Software Development &amp; Deployment Processes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3104" y="1369503"/>
            <a:ext cx="117513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Key takeaway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Every phase is a chance to reduce </a:t>
            </a:r>
            <a:r>
              <a:rPr lang="en-US" sz="2800" dirty="0" smtClean="0"/>
              <a:t>risk.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Thinking </a:t>
            </a:r>
            <a:r>
              <a:rPr lang="en-US" sz="2800" dirty="0"/>
              <a:t>about security across requirements, design, implementation, verification, and deployment is true </a:t>
            </a:r>
            <a:r>
              <a:rPr lang="en-US" sz="2800" b="1" dirty="0"/>
              <a:t>defense-in-breadth</a:t>
            </a:r>
            <a:r>
              <a:rPr lang="en-US" sz="2800" dirty="0"/>
              <a:t>—and leads to more </a:t>
            </a:r>
            <a:r>
              <a:rPr lang="en-US" sz="2800" b="1" dirty="0"/>
              <a:t>trustworthy</a:t>
            </a:r>
            <a:r>
              <a:rPr lang="en-US" sz="2800" dirty="0"/>
              <a:t> software.</a:t>
            </a:r>
          </a:p>
          <a:p>
            <a:endParaRPr kumimoji="0" lang="fr-FR" alt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6396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34959</TotalTime>
  <Words>5076</Words>
  <Application>Microsoft Office PowerPoint</Application>
  <PresentationFormat>Grand écran</PresentationFormat>
  <Paragraphs>840</Paragraphs>
  <Slides>87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87</vt:i4>
      </vt:variant>
    </vt:vector>
  </HeadingPairs>
  <TitlesOfParts>
    <vt:vector size="93" baseType="lpstr">
      <vt:lpstr>Arial</vt:lpstr>
      <vt:lpstr>Calibri</vt:lpstr>
      <vt:lpstr>Constantia</vt:lpstr>
      <vt:lpstr>Segoe UI Light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BOSS_ BABY</dc:creator>
  <cp:lastModifiedBy>lenovo</cp:lastModifiedBy>
  <cp:revision>1651</cp:revision>
  <dcterms:created xsi:type="dcterms:W3CDTF">2023-07-12T07:13:02Z</dcterms:created>
  <dcterms:modified xsi:type="dcterms:W3CDTF">2026-04-25T14:33:57Z</dcterms:modified>
</cp:coreProperties>
</file>