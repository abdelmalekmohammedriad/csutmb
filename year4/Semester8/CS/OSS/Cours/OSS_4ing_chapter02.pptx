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813" r:id="rId2"/>
    <p:sldId id="814" r:id="rId3"/>
    <p:sldId id="815" r:id="rId4"/>
    <p:sldId id="816" r:id="rId5"/>
    <p:sldId id="817" r:id="rId6"/>
    <p:sldId id="819" r:id="rId7"/>
    <p:sldId id="820" r:id="rId8"/>
    <p:sldId id="821" r:id="rId9"/>
    <p:sldId id="822" r:id="rId10"/>
    <p:sldId id="823" r:id="rId11"/>
    <p:sldId id="824" r:id="rId12"/>
    <p:sldId id="825" r:id="rId13"/>
    <p:sldId id="826" r:id="rId14"/>
    <p:sldId id="827" r:id="rId15"/>
    <p:sldId id="829" r:id="rId16"/>
    <p:sldId id="830" r:id="rId17"/>
    <p:sldId id="831" r:id="rId18"/>
    <p:sldId id="832" r:id="rId19"/>
    <p:sldId id="833" r:id="rId20"/>
    <p:sldId id="834" r:id="rId21"/>
    <p:sldId id="905" r:id="rId22"/>
    <p:sldId id="835" r:id="rId23"/>
    <p:sldId id="836" r:id="rId24"/>
    <p:sldId id="837" r:id="rId25"/>
    <p:sldId id="838" r:id="rId26"/>
    <p:sldId id="839" r:id="rId27"/>
    <p:sldId id="840" r:id="rId28"/>
    <p:sldId id="841" r:id="rId29"/>
    <p:sldId id="842" r:id="rId30"/>
    <p:sldId id="843" r:id="rId31"/>
    <p:sldId id="844" r:id="rId32"/>
    <p:sldId id="845" r:id="rId33"/>
    <p:sldId id="846" r:id="rId34"/>
    <p:sldId id="847" r:id="rId35"/>
    <p:sldId id="848" r:id="rId36"/>
    <p:sldId id="849" r:id="rId37"/>
    <p:sldId id="850" r:id="rId38"/>
    <p:sldId id="856" r:id="rId39"/>
    <p:sldId id="851" r:id="rId40"/>
    <p:sldId id="852" r:id="rId41"/>
    <p:sldId id="85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DA74"/>
    <a:srgbClr val="F75E41"/>
    <a:srgbClr val="FFC000"/>
    <a:srgbClr val="5640BB"/>
    <a:srgbClr val="F5F6FA"/>
    <a:srgbClr val="333333"/>
    <a:srgbClr val="4835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D0E4DD-3C63-4A22-BC49-59D4116F773B}" v="55" dt="2023-07-22T03:31:44.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94434" autoAdjust="0"/>
  </p:normalViewPr>
  <p:slideViewPr>
    <p:cSldViewPr snapToGrid="0">
      <p:cViewPr varScale="1">
        <p:scale>
          <a:sx n="67" d="100"/>
          <a:sy n="67" d="100"/>
        </p:scale>
        <p:origin x="804"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139"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sy Made Yulian" userId="238af46a17e978c5" providerId="LiveId" clId="{81D0E4DD-3C63-4A22-BC49-59D4116F773B}"/>
    <pc:docChg chg="undo custSel modSld modMainMaster">
      <pc:chgData name="Yossy Made Yulian" userId="238af46a17e978c5" providerId="LiveId" clId="{81D0E4DD-3C63-4A22-BC49-59D4116F773B}" dt="2023-07-22T03:31:44.465" v="311" actId="164"/>
      <pc:docMkLst>
        <pc:docMk/>
      </pc:docMkLst>
      <pc:sldChg chg="delSp modSp mod">
        <pc:chgData name="Yossy Made Yulian" userId="238af46a17e978c5" providerId="LiveId" clId="{81D0E4DD-3C63-4A22-BC49-59D4116F773B}" dt="2023-07-22T03:06:38.207" v="65" actId="207"/>
        <pc:sldMkLst>
          <pc:docMk/>
          <pc:sldMk cId="1680765068" sldId="256"/>
        </pc:sldMkLst>
        <pc:spChg chg="mod">
          <ac:chgData name="Yossy Made Yulian" userId="238af46a17e978c5" providerId="LiveId" clId="{81D0E4DD-3C63-4A22-BC49-59D4116F773B}" dt="2023-07-22T03:06:38.207" v="65" actId="207"/>
          <ac:spMkLst>
            <pc:docMk/>
            <pc:sldMk cId="1680765068" sldId="256"/>
            <ac:spMk id="32" creationId="{8C53F6F1-C513-4216-81C6-76EB179BDE0D}"/>
          </ac:spMkLst>
        </pc:spChg>
        <pc:spChg chg="del mod">
          <ac:chgData name="Yossy Made Yulian" userId="238af46a17e978c5" providerId="LiveId" clId="{81D0E4DD-3C63-4A22-BC49-59D4116F773B}" dt="2023-07-22T02:57:22.064" v="9" actId="478"/>
          <ac:spMkLst>
            <pc:docMk/>
            <pc:sldMk cId="1680765068" sldId="256"/>
            <ac:spMk id="57" creationId="{FF22CC11-10A5-4C0F-AEC9-077FFB8203DE}"/>
          </ac:spMkLst>
        </pc:spChg>
        <pc:grpChg chg="mod">
          <ac:chgData name="Yossy Made Yulian" userId="238af46a17e978c5" providerId="LiveId" clId="{81D0E4DD-3C63-4A22-BC49-59D4116F773B}" dt="2023-07-22T02:57:37.291" v="12" actId="1076"/>
          <ac:grpSpMkLst>
            <pc:docMk/>
            <pc:sldMk cId="1680765068" sldId="256"/>
            <ac:grpSpMk id="31" creationId="{5062DC39-41CB-4070-B9E4-D32255B276CA}"/>
          </ac:grpSpMkLst>
        </pc:grpChg>
      </pc:sldChg>
      <pc:sldChg chg="addSp modSp mod">
        <pc:chgData name="Yossy Made Yulian" userId="238af46a17e978c5" providerId="LiveId" clId="{81D0E4DD-3C63-4A22-BC49-59D4116F773B}" dt="2023-07-22T02:58:00.364" v="18" actId="167"/>
        <pc:sldMkLst>
          <pc:docMk/>
          <pc:sldMk cId="3802186706" sldId="257"/>
        </pc:sldMkLst>
        <pc:spChg chg="mod">
          <ac:chgData name="Yossy Made Yulian" userId="238af46a17e978c5" providerId="LiveId" clId="{81D0E4DD-3C63-4A22-BC49-59D4116F773B}" dt="2023-07-22T02:57:57.696" v="17" actId="164"/>
          <ac:spMkLst>
            <pc:docMk/>
            <pc:sldMk cId="3802186706" sldId="257"/>
            <ac:spMk id="2" creationId="{82051B6A-67BB-46AB-84DC-50A774A2C519}"/>
          </ac:spMkLst>
        </pc:spChg>
        <pc:spChg chg="mod">
          <ac:chgData name="Yossy Made Yulian" userId="238af46a17e978c5" providerId="LiveId" clId="{81D0E4DD-3C63-4A22-BC49-59D4116F773B}" dt="2023-07-22T02:57:57.696" v="17" actId="164"/>
          <ac:spMkLst>
            <pc:docMk/>
            <pc:sldMk cId="3802186706" sldId="257"/>
            <ac:spMk id="10" creationId="{9E986E62-1593-4C92-8900-5DEDFE9A8DBA}"/>
          </ac:spMkLst>
        </pc:spChg>
        <pc:spChg chg="mod">
          <ac:chgData name="Yossy Made Yulian" userId="238af46a17e978c5" providerId="LiveId" clId="{81D0E4DD-3C63-4A22-BC49-59D4116F773B}" dt="2023-07-22T02:57:57.696" v="17" actId="164"/>
          <ac:spMkLst>
            <pc:docMk/>
            <pc:sldMk cId="3802186706" sldId="257"/>
            <ac:spMk id="11" creationId="{C32D17C9-8782-4FDE-97F8-50A9B8F654EC}"/>
          </ac:spMkLst>
        </pc:spChg>
        <pc:spChg chg="mod">
          <ac:chgData name="Yossy Made Yulian" userId="238af46a17e978c5" providerId="LiveId" clId="{81D0E4DD-3C63-4A22-BC49-59D4116F773B}" dt="2023-07-22T02:57:57.696" v="17" actId="164"/>
          <ac:spMkLst>
            <pc:docMk/>
            <pc:sldMk cId="3802186706" sldId="257"/>
            <ac:spMk id="13" creationId="{F793A24A-EA97-4AB9-8057-B40946F97468}"/>
          </ac:spMkLst>
        </pc:spChg>
        <pc:spChg chg="mod">
          <ac:chgData name="Yossy Made Yulian" userId="238af46a17e978c5" providerId="LiveId" clId="{81D0E4DD-3C63-4A22-BC49-59D4116F773B}" dt="2023-07-22T02:57:57.696" v="17" actId="164"/>
          <ac:spMkLst>
            <pc:docMk/>
            <pc:sldMk cId="3802186706" sldId="257"/>
            <ac:spMk id="14" creationId="{7AA94518-978E-4F74-9299-1EC8B1D01D2F}"/>
          </ac:spMkLst>
        </pc:spChg>
        <pc:spChg chg="mod">
          <ac:chgData name="Yossy Made Yulian" userId="238af46a17e978c5" providerId="LiveId" clId="{81D0E4DD-3C63-4A22-BC49-59D4116F773B}" dt="2023-07-22T02:57:57.696" v="17" actId="164"/>
          <ac:spMkLst>
            <pc:docMk/>
            <pc:sldMk cId="3802186706" sldId="257"/>
            <ac:spMk id="16" creationId="{CB45DE94-7692-43A6-A81B-A8FCF12ECE6C}"/>
          </ac:spMkLst>
        </pc:spChg>
        <pc:spChg chg="mod">
          <ac:chgData name="Yossy Made Yulian" userId="238af46a17e978c5" providerId="LiveId" clId="{81D0E4DD-3C63-4A22-BC49-59D4116F773B}" dt="2023-07-22T02:57:57.696" v="17" actId="164"/>
          <ac:spMkLst>
            <pc:docMk/>
            <pc:sldMk cId="3802186706" sldId="257"/>
            <ac:spMk id="17" creationId="{6648C231-8BA3-4074-B9B8-EB36CE039E7F}"/>
          </ac:spMkLst>
        </pc:spChg>
        <pc:spChg chg="mod">
          <ac:chgData name="Yossy Made Yulian" userId="238af46a17e978c5" providerId="LiveId" clId="{81D0E4DD-3C63-4A22-BC49-59D4116F773B}" dt="2023-07-22T02:57:57.696" v="17" actId="164"/>
          <ac:spMkLst>
            <pc:docMk/>
            <pc:sldMk cId="3802186706" sldId="257"/>
            <ac:spMk id="19" creationId="{E103EF3B-388B-4386-A1A6-6DA831AC2861}"/>
          </ac:spMkLst>
        </pc:spChg>
        <pc:spChg chg="mod">
          <ac:chgData name="Yossy Made Yulian" userId="238af46a17e978c5" providerId="LiveId" clId="{81D0E4DD-3C63-4A22-BC49-59D4116F773B}" dt="2023-07-22T02:57:57.696" v="17" actId="164"/>
          <ac:spMkLst>
            <pc:docMk/>
            <pc:sldMk cId="3802186706" sldId="257"/>
            <ac:spMk id="20" creationId="{027E5925-42A2-445C-A1F5-051D3EDA2431}"/>
          </ac:spMkLst>
        </pc:spChg>
        <pc:grpChg chg="add mod ord">
          <ac:chgData name="Yossy Made Yulian" userId="238af46a17e978c5" providerId="LiveId" clId="{81D0E4DD-3C63-4A22-BC49-59D4116F773B}" dt="2023-07-22T02:58:00.364" v="18" actId="167"/>
          <ac:grpSpMkLst>
            <pc:docMk/>
            <pc:sldMk cId="3802186706" sldId="257"/>
            <ac:grpSpMk id="6" creationId="{102B7951-2775-E08B-D8AD-BE07855BF9FE}"/>
          </ac:grpSpMkLst>
        </pc:grpChg>
      </pc:sldChg>
      <pc:sldChg chg="addSp delSp modSp mod">
        <pc:chgData name="Yossy Made Yulian" userId="238af46a17e978c5" providerId="LiveId" clId="{81D0E4DD-3C63-4A22-BC49-59D4116F773B}" dt="2023-07-22T03:06:04.154" v="57" actId="1035"/>
        <pc:sldMkLst>
          <pc:docMk/>
          <pc:sldMk cId="2698937258" sldId="258"/>
        </pc:sldMkLst>
        <pc:spChg chg="del mod">
          <ac:chgData name="Yossy Made Yulian" userId="238af46a17e978c5" providerId="LiveId" clId="{81D0E4DD-3C63-4A22-BC49-59D4116F773B}" dt="2023-07-22T03:00:18.228" v="32" actId="478"/>
          <ac:spMkLst>
            <pc:docMk/>
            <pc:sldMk cId="2698937258" sldId="258"/>
            <ac:spMk id="8" creationId="{59F136C8-6B8E-4597-9006-CB70EE8014D7}"/>
          </ac:spMkLst>
        </pc:spChg>
        <pc:spChg chg="mod topLvl">
          <ac:chgData name="Yossy Made Yulian" userId="238af46a17e978c5" providerId="LiveId" clId="{81D0E4DD-3C63-4A22-BC49-59D4116F773B}" dt="2023-07-22T03:02:18.459" v="40" actId="164"/>
          <ac:spMkLst>
            <pc:docMk/>
            <pc:sldMk cId="2698937258" sldId="258"/>
            <ac:spMk id="12" creationId="{65061EDB-B67C-47C9-9D78-1F1093301E2E}"/>
          </ac:spMkLst>
        </pc:spChg>
        <pc:spChg chg="mod topLvl">
          <ac:chgData name="Yossy Made Yulian" userId="238af46a17e978c5" providerId="LiveId" clId="{81D0E4DD-3C63-4A22-BC49-59D4116F773B}" dt="2023-07-22T03:02:18.459" v="40" actId="164"/>
          <ac:spMkLst>
            <pc:docMk/>
            <pc:sldMk cId="2698937258" sldId="258"/>
            <ac:spMk id="13" creationId="{94605A04-5250-438C-B2A2-423B50C5C7DD}"/>
          </ac:spMkLst>
        </pc:spChg>
        <pc:spChg chg="mod topLvl">
          <ac:chgData name="Yossy Made Yulian" userId="238af46a17e978c5" providerId="LiveId" clId="{81D0E4DD-3C63-4A22-BC49-59D4116F773B}" dt="2023-07-22T03:02:18.459" v="40" actId="164"/>
          <ac:spMkLst>
            <pc:docMk/>
            <pc:sldMk cId="2698937258" sldId="258"/>
            <ac:spMk id="21" creationId="{67D2826A-4775-4C39-ACE5-852C4611EE3D}"/>
          </ac:spMkLst>
        </pc:spChg>
        <pc:spChg chg="mod topLvl">
          <ac:chgData name="Yossy Made Yulian" userId="238af46a17e978c5" providerId="LiveId" clId="{81D0E4DD-3C63-4A22-BC49-59D4116F773B}" dt="2023-07-22T03:02:18.459" v="40" actId="164"/>
          <ac:spMkLst>
            <pc:docMk/>
            <pc:sldMk cId="2698937258" sldId="258"/>
            <ac:spMk id="58" creationId="{9B973600-1D19-41EC-9B74-00D792BC30FA}"/>
          </ac:spMkLst>
        </pc:spChg>
        <pc:spChg chg="mod topLvl">
          <ac:chgData name="Yossy Made Yulian" userId="238af46a17e978c5" providerId="LiveId" clId="{81D0E4DD-3C63-4A22-BC49-59D4116F773B}" dt="2023-07-22T03:02:18.459" v="40" actId="164"/>
          <ac:spMkLst>
            <pc:docMk/>
            <pc:sldMk cId="2698937258" sldId="258"/>
            <ac:spMk id="59" creationId="{56EFCCCA-6A2B-41DD-A1DB-76D68C6ABE64}"/>
          </ac:spMkLst>
        </pc:spChg>
        <pc:spChg chg="mod topLvl">
          <ac:chgData name="Yossy Made Yulian" userId="238af46a17e978c5" providerId="LiveId" clId="{81D0E4DD-3C63-4A22-BC49-59D4116F773B}" dt="2023-07-22T03:02:18.459" v="40" actId="164"/>
          <ac:spMkLst>
            <pc:docMk/>
            <pc:sldMk cId="2698937258" sldId="258"/>
            <ac:spMk id="70" creationId="{75235561-A055-4BC3-8B15-843EE2304B7E}"/>
          </ac:spMkLst>
        </pc:spChg>
        <pc:grpChg chg="add del mod ord">
          <ac:chgData name="Yossy Made Yulian" userId="238af46a17e978c5" providerId="LiveId" clId="{81D0E4DD-3C63-4A22-BC49-59D4116F773B}" dt="2023-07-22T03:02:15.666" v="39" actId="165"/>
          <ac:grpSpMkLst>
            <pc:docMk/>
            <pc:sldMk cId="2698937258" sldId="258"/>
            <ac:grpSpMk id="3" creationId="{2E4FD291-D24C-6263-9F6B-787F870EFA30}"/>
          </ac:grpSpMkLst>
        </pc:grpChg>
        <pc:grpChg chg="add mod ord">
          <ac:chgData name="Yossy Made Yulian" userId="238af46a17e978c5" providerId="LiveId" clId="{81D0E4DD-3C63-4A22-BC49-59D4116F773B}" dt="2023-07-22T03:06:04.154" v="57" actId="1035"/>
          <ac:grpSpMkLst>
            <pc:docMk/>
            <pc:sldMk cId="2698937258" sldId="258"/>
            <ac:grpSpMk id="4" creationId="{AEE4090E-9A8A-1684-2B01-C359DA6D6E6D}"/>
          </ac:grpSpMkLst>
        </pc:grpChg>
        <pc:picChg chg="add del mod">
          <ac:chgData name="Yossy Made Yulian" userId="238af46a17e978c5" providerId="LiveId" clId="{81D0E4DD-3C63-4A22-BC49-59D4116F773B}" dt="2023-07-22T03:05:55.197" v="49" actId="21"/>
          <ac:picMkLst>
            <pc:docMk/>
            <pc:sldMk cId="2698937258" sldId="258"/>
            <ac:picMk id="6" creationId="{DFD1A9F6-1189-3C9D-41AC-79326668287C}"/>
          </ac:picMkLst>
        </pc:picChg>
        <pc:picChg chg="add mod">
          <ac:chgData name="Yossy Made Yulian" userId="238af46a17e978c5" providerId="LiveId" clId="{81D0E4DD-3C63-4A22-BC49-59D4116F773B}" dt="2023-07-22T03:05:57.226" v="51"/>
          <ac:picMkLst>
            <pc:docMk/>
            <pc:sldMk cId="2698937258" sldId="258"/>
            <ac:picMk id="7" creationId="{4985871C-793A-51C3-82A7-595B9926C90B}"/>
          </ac:picMkLst>
        </pc:picChg>
        <pc:picChg chg="del mod topLvl modCrop">
          <ac:chgData name="Yossy Made Yulian" userId="238af46a17e978c5" providerId="LiveId" clId="{81D0E4DD-3C63-4A22-BC49-59D4116F773B}" dt="2023-07-22T03:05:56.143" v="50" actId="478"/>
          <ac:picMkLst>
            <pc:docMk/>
            <pc:sldMk cId="2698937258" sldId="258"/>
            <ac:picMk id="10" creationId="{D4D80BB9-AD0A-49C2-BDD5-C9C6F8764898}"/>
          </ac:picMkLst>
        </pc:picChg>
        <pc:cxnChg chg="mod">
          <ac:chgData name="Yossy Made Yulian" userId="238af46a17e978c5" providerId="LiveId" clId="{81D0E4DD-3C63-4A22-BC49-59D4116F773B}" dt="2023-07-22T03:02:18.459" v="40" actId="164"/>
          <ac:cxnSpMkLst>
            <pc:docMk/>
            <pc:sldMk cId="2698937258" sldId="258"/>
            <ac:cxnSpMk id="30" creationId="{B20F596F-3376-47E8-BE85-CFF071102899}"/>
          </ac:cxnSpMkLst>
        </pc:cxnChg>
      </pc:sldChg>
      <pc:sldChg chg="addSp modSp mod">
        <pc:chgData name="Yossy Made Yulian" userId="238af46a17e978c5" providerId="LiveId" clId="{81D0E4DD-3C63-4A22-BC49-59D4116F773B}" dt="2023-07-22T03:07:55.227" v="68" actId="164"/>
        <pc:sldMkLst>
          <pc:docMk/>
          <pc:sldMk cId="281857432" sldId="259"/>
        </pc:sldMkLst>
        <pc:spChg chg="mod">
          <ac:chgData name="Yossy Made Yulian" userId="238af46a17e978c5" providerId="LiveId" clId="{81D0E4DD-3C63-4A22-BC49-59D4116F773B}" dt="2023-07-22T03:06:33.775" v="64" actId="207"/>
          <ac:spMkLst>
            <pc:docMk/>
            <pc:sldMk cId="281857432" sldId="259"/>
            <ac:spMk id="3" creationId="{8F6CBE23-0338-4EDB-9E85-D75D12D43FFF}"/>
          </ac:spMkLst>
        </pc:spChg>
        <pc:spChg chg="mod">
          <ac:chgData name="Yossy Made Yulian" userId="238af46a17e978c5" providerId="LiveId" clId="{81D0E4DD-3C63-4A22-BC49-59D4116F773B}" dt="2023-07-22T03:06:33.775" v="64" actId="207"/>
          <ac:spMkLst>
            <pc:docMk/>
            <pc:sldMk cId="281857432" sldId="259"/>
            <ac:spMk id="16" creationId="{10FC6932-8359-43AF-B0DE-A50004D46F25}"/>
          </ac:spMkLst>
        </pc:spChg>
        <pc:spChg chg="mod">
          <ac:chgData name="Yossy Made Yulian" userId="238af46a17e978c5" providerId="LiveId" clId="{81D0E4DD-3C63-4A22-BC49-59D4116F773B}" dt="2023-07-22T03:07:55.227" v="68" actId="164"/>
          <ac:spMkLst>
            <pc:docMk/>
            <pc:sldMk cId="281857432" sldId="259"/>
            <ac:spMk id="19" creationId="{0A3A7660-C6A4-4DA1-8922-F077BCBEF787}"/>
          </ac:spMkLst>
        </pc:spChg>
        <pc:spChg chg="mod">
          <ac:chgData name="Yossy Made Yulian" userId="238af46a17e978c5" providerId="LiveId" clId="{81D0E4DD-3C63-4A22-BC49-59D4116F773B}" dt="2023-07-22T03:07:55.227" v="68" actId="164"/>
          <ac:spMkLst>
            <pc:docMk/>
            <pc:sldMk cId="281857432" sldId="259"/>
            <ac:spMk id="20" creationId="{125D7ECF-BE1E-4091-906B-5075B3F2A810}"/>
          </ac:spMkLst>
        </pc:spChg>
        <pc:spChg chg="mod">
          <ac:chgData name="Yossy Made Yulian" userId="238af46a17e978c5" providerId="LiveId" clId="{81D0E4DD-3C63-4A22-BC49-59D4116F773B}" dt="2023-07-22T03:07:50.039" v="66" actId="164"/>
          <ac:spMkLst>
            <pc:docMk/>
            <pc:sldMk cId="281857432" sldId="259"/>
            <ac:spMk id="21" creationId="{83097104-F9C1-4689-975E-954AA02D10EE}"/>
          </ac:spMkLst>
        </pc:spChg>
        <pc:spChg chg="mod">
          <ac:chgData name="Yossy Made Yulian" userId="238af46a17e978c5" providerId="LiveId" clId="{81D0E4DD-3C63-4A22-BC49-59D4116F773B}" dt="2023-07-22T03:07:50.039" v="66" actId="164"/>
          <ac:spMkLst>
            <pc:docMk/>
            <pc:sldMk cId="281857432" sldId="259"/>
            <ac:spMk id="22" creationId="{1486DFD1-C9B3-4C92-884B-5F53335B13B6}"/>
          </ac:spMkLst>
        </pc:spChg>
        <pc:spChg chg="mod">
          <ac:chgData name="Yossy Made Yulian" userId="238af46a17e978c5" providerId="LiveId" clId="{81D0E4DD-3C63-4A22-BC49-59D4116F773B}" dt="2023-07-22T03:07:50.039" v="66" actId="164"/>
          <ac:spMkLst>
            <pc:docMk/>
            <pc:sldMk cId="281857432" sldId="259"/>
            <ac:spMk id="23" creationId="{90693C7E-2734-4B1F-9925-AD30D6D39918}"/>
          </ac:spMkLst>
        </pc:spChg>
        <pc:spChg chg="mod">
          <ac:chgData name="Yossy Made Yulian" userId="238af46a17e978c5" providerId="LiveId" clId="{81D0E4DD-3C63-4A22-BC49-59D4116F773B}" dt="2023-07-22T03:07:55.227" v="68" actId="164"/>
          <ac:spMkLst>
            <pc:docMk/>
            <pc:sldMk cId="281857432" sldId="259"/>
            <ac:spMk id="24" creationId="{1314F15E-BC65-4505-A690-E8B2DBCDAC83}"/>
          </ac:spMkLst>
        </pc:spChg>
        <pc:spChg chg="mod">
          <ac:chgData name="Yossy Made Yulian" userId="238af46a17e978c5" providerId="LiveId" clId="{81D0E4DD-3C63-4A22-BC49-59D4116F773B}" dt="2023-07-22T03:07:50.039" v="66" actId="164"/>
          <ac:spMkLst>
            <pc:docMk/>
            <pc:sldMk cId="281857432" sldId="259"/>
            <ac:spMk id="27" creationId="{33F60879-6BFE-46CC-A1EB-CCAEC4D45305}"/>
          </ac:spMkLst>
        </pc:spChg>
        <pc:spChg chg="mod">
          <ac:chgData name="Yossy Made Yulian" userId="238af46a17e978c5" providerId="LiveId" clId="{81D0E4DD-3C63-4A22-BC49-59D4116F773B}" dt="2023-07-22T03:07:50.039" v="66" actId="164"/>
          <ac:spMkLst>
            <pc:docMk/>
            <pc:sldMk cId="281857432" sldId="259"/>
            <ac:spMk id="28" creationId="{DBD94223-7AD7-4127-80E3-77D70D92F34E}"/>
          </ac:spMkLst>
        </pc:spChg>
        <pc:grpChg chg="add mod ord">
          <ac:chgData name="Yossy Made Yulian" userId="238af46a17e978c5" providerId="LiveId" clId="{81D0E4DD-3C63-4A22-BC49-59D4116F773B}" dt="2023-07-22T03:07:51.887" v="67" actId="167"/>
          <ac:grpSpMkLst>
            <pc:docMk/>
            <pc:sldMk cId="281857432" sldId="259"/>
            <ac:grpSpMk id="6" creationId="{1C29A185-40EC-CA2B-597E-2C9275213FE9}"/>
          </ac:grpSpMkLst>
        </pc:grpChg>
        <pc:grpChg chg="add mod">
          <ac:chgData name="Yossy Made Yulian" userId="238af46a17e978c5" providerId="LiveId" clId="{81D0E4DD-3C63-4A22-BC49-59D4116F773B}" dt="2023-07-22T03:07:55.227" v="68" actId="164"/>
          <ac:grpSpMkLst>
            <pc:docMk/>
            <pc:sldMk cId="281857432" sldId="259"/>
            <ac:grpSpMk id="7" creationId="{0ED1A227-FB96-266E-B0E6-46D9C0559B6F}"/>
          </ac:grpSpMkLst>
        </pc:grpChg>
      </pc:sldChg>
      <pc:sldChg chg="modSp mod">
        <pc:chgData name="Yossy Made Yulian" userId="238af46a17e978c5" providerId="LiveId" clId="{81D0E4DD-3C63-4A22-BC49-59D4116F773B}" dt="2023-07-22T03:08:32.427" v="71" actId="20577"/>
        <pc:sldMkLst>
          <pc:docMk/>
          <pc:sldMk cId="4144073478" sldId="260"/>
        </pc:sldMkLst>
        <pc:spChg chg="mod">
          <ac:chgData name="Yossy Made Yulian" userId="238af46a17e978c5" providerId="LiveId" clId="{81D0E4DD-3C63-4A22-BC49-59D4116F773B}" dt="2023-07-22T03:08:25.726" v="69" actId="207"/>
          <ac:spMkLst>
            <pc:docMk/>
            <pc:sldMk cId="4144073478" sldId="260"/>
            <ac:spMk id="4" creationId="{681A541C-99C6-4C00-8741-E3C39D7B961A}"/>
          </ac:spMkLst>
        </pc:spChg>
        <pc:spChg chg="mod">
          <ac:chgData name="Yossy Made Yulian" userId="238af46a17e978c5" providerId="LiveId" clId="{81D0E4DD-3C63-4A22-BC49-59D4116F773B}" dt="2023-07-22T03:08:25.726" v="69" actId="207"/>
          <ac:spMkLst>
            <pc:docMk/>
            <pc:sldMk cId="4144073478" sldId="260"/>
            <ac:spMk id="12" creationId="{24B812E7-FCB8-4A09-A8C3-7323746EBB5A}"/>
          </ac:spMkLst>
        </pc:spChg>
        <pc:spChg chg="mod">
          <ac:chgData name="Yossy Made Yulian" userId="238af46a17e978c5" providerId="LiveId" clId="{81D0E4DD-3C63-4A22-BC49-59D4116F773B}" dt="2023-07-22T03:08:32.427" v="71" actId="20577"/>
          <ac:spMkLst>
            <pc:docMk/>
            <pc:sldMk cId="4144073478" sldId="260"/>
            <ac:spMk id="13" creationId="{1A67C4DF-9AD2-4DB4-8EEF-AC2D81B1B4DF}"/>
          </ac:spMkLst>
        </pc:spChg>
      </pc:sldChg>
      <pc:sldChg chg="modSp mod">
        <pc:chgData name="Yossy Made Yulian" userId="238af46a17e978c5" providerId="LiveId" clId="{81D0E4DD-3C63-4A22-BC49-59D4116F773B}" dt="2023-07-22T03:09:38.987" v="72" actId="207"/>
        <pc:sldMkLst>
          <pc:docMk/>
          <pc:sldMk cId="1655989939" sldId="261"/>
        </pc:sldMkLst>
        <pc:spChg chg="mod">
          <ac:chgData name="Yossy Made Yulian" userId="238af46a17e978c5" providerId="LiveId" clId="{81D0E4DD-3C63-4A22-BC49-59D4116F773B}" dt="2023-07-22T03:09:38.987" v="72" actId="207"/>
          <ac:spMkLst>
            <pc:docMk/>
            <pc:sldMk cId="1655989939" sldId="261"/>
            <ac:spMk id="5" creationId="{1CD573F3-00BF-402F-ACA8-B4AECDFA6698}"/>
          </ac:spMkLst>
        </pc:spChg>
      </pc:sldChg>
      <pc:sldChg chg="modSp mod">
        <pc:chgData name="Yossy Made Yulian" userId="238af46a17e978c5" providerId="LiveId" clId="{81D0E4DD-3C63-4A22-BC49-59D4116F773B}" dt="2023-07-22T03:13:53.111" v="123" actId="1076"/>
        <pc:sldMkLst>
          <pc:docMk/>
          <pc:sldMk cId="1227714157" sldId="262"/>
        </pc:sldMkLst>
        <pc:spChg chg="mod">
          <ac:chgData name="Yossy Made Yulian" userId="238af46a17e978c5" providerId="LiveId" clId="{81D0E4DD-3C63-4A22-BC49-59D4116F773B}" dt="2023-07-22T03:13:53.111" v="123" actId="1076"/>
          <ac:spMkLst>
            <pc:docMk/>
            <pc:sldMk cId="1227714157" sldId="262"/>
            <ac:spMk id="6" creationId="{1DCAFECF-6F8B-415A-BFFB-6464354A832D}"/>
          </ac:spMkLst>
        </pc:spChg>
        <pc:spChg chg="mod">
          <ac:chgData name="Yossy Made Yulian" userId="238af46a17e978c5" providerId="LiveId" clId="{81D0E4DD-3C63-4A22-BC49-59D4116F773B}" dt="2023-07-22T03:13:01.998" v="119" actId="207"/>
          <ac:spMkLst>
            <pc:docMk/>
            <pc:sldMk cId="1227714157" sldId="262"/>
            <ac:spMk id="11" creationId="{4AC0643D-1999-4D1A-BAEA-3CD88A96C34E}"/>
          </ac:spMkLst>
        </pc:spChg>
        <pc:spChg chg="mod">
          <ac:chgData name="Yossy Made Yulian" userId="238af46a17e978c5" providerId="LiveId" clId="{81D0E4DD-3C63-4A22-BC49-59D4116F773B}" dt="2023-07-22T03:13:01.998" v="119" actId="207"/>
          <ac:spMkLst>
            <pc:docMk/>
            <pc:sldMk cId="1227714157" sldId="262"/>
            <ac:spMk id="22" creationId="{325D6E51-59CB-4C58-81DC-51AC8E458A59}"/>
          </ac:spMkLst>
        </pc:spChg>
        <pc:spChg chg="mod">
          <ac:chgData name="Yossy Made Yulian" userId="238af46a17e978c5" providerId="LiveId" clId="{81D0E4DD-3C63-4A22-BC49-59D4116F773B}" dt="2023-07-22T03:13:01.998" v="119" actId="207"/>
          <ac:spMkLst>
            <pc:docMk/>
            <pc:sldMk cId="1227714157" sldId="262"/>
            <ac:spMk id="30" creationId="{4F0AB8AA-C27B-4D26-95EE-21AC7894444D}"/>
          </ac:spMkLst>
        </pc:spChg>
        <pc:spChg chg="mod">
          <ac:chgData name="Yossy Made Yulian" userId="238af46a17e978c5" providerId="LiveId" clId="{81D0E4DD-3C63-4A22-BC49-59D4116F773B}" dt="2023-07-22T03:13:01.998" v="119" actId="207"/>
          <ac:spMkLst>
            <pc:docMk/>
            <pc:sldMk cId="1227714157" sldId="262"/>
            <ac:spMk id="35" creationId="{90E6D60C-B9A5-4B5B-907C-C814FF7787BE}"/>
          </ac:spMkLst>
        </pc:spChg>
      </pc:sldChg>
      <pc:sldChg chg="delSp modSp mod">
        <pc:chgData name="Yossy Made Yulian" userId="238af46a17e978c5" providerId="LiveId" clId="{81D0E4DD-3C63-4A22-BC49-59D4116F773B}" dt="2023-07-22T03:14:04.502" v="128" actId="1076"/>
        <pc:sldMkLst>
          <pc:docMk/>
          <pc:sldMk cId="4148428315" sldId="263"/>
        </pc:sldMkLst>
        <pc:spChg chg="mod">
          <ac:chgData name="Yossy Made Yulian" userId="238af46a17e978c5" providerId="LiveId" clId="{81D0E4DD-3C63-4A22-BC49-59D4116F773B}" dt="2023-07-22T03:13:58.481" v="125" actId="1076"/>
          <ac:spMkLst>
            <pc:docMk/>
            <pc:sldMk cId="4148428315" sldId="263"/>
            <ac:spMk id="7" creationId="{BC56AEFA-81C2-4CD3-AAAE-538D95E7F163}"/>
          </ac:spMkLst>
        </pc:spChg>
        <pc:grpChg chg="del">
          <ac:chgData name="Yossy Made Yulian" userId="238af46a17e978c5" providerId="LiveId" clId="{81D0E4DD-3C63-4A22-BC49-59D4116F773B}" dt="2023-07-22T03:14:02.832" v="126" actId="478"/>
          <ac:grpSpMkLst>
            <pc:docMk/>
            <pc:sldMk cId="4148428315" sldId="263"/>
            <ac:grpSpMk id="41" creationId="{B5DD3ACA-A96C-41B9-AEB1-BCE15BAEF4A6}"/>
          </ac:grpSpMkLst>
        </pc:grpChg>
        <pc:picChg chg="mod">
          <ac:chgData name="Yossy Made Yulian" userId="238af46a17e978c5" providerId="LiveId" clId="{81D0E4DD-3C63-4A22-BC49-59D4116F773B}" dt="2023-07-22T03:14:04.502" v="128" actId="1076"/>
          <ac:picMkLst>
            <pc:docMk/>
            <pc:sldMk cId="4148428315" sldId="263"/>
            <ac:picMk id="22" creationId="{3B9F045A-E9DB-40D1-A187-A3A63F06796A}"/>
          </ac:picMkLst>
        </pc:picChg>
      </pc:sldChg>
      <pc:sldChg chg="modSp mod">
        <pc:chgData name="Yossy Made Yulian" userId="238af46a17e978c5" providerId="LiveId" clId="{81D0E4DD-3C63-4A22-BC49-59D4116F773B}" dt="2023-07-22T03:14:16.502" v="131" actId="1076"/>
        <pc:sldMkLst>
          <pc:docMk/>
          <pc:sldMk cId="4171103042" sldId="264"/>
        </pc:sldMkLst>
        <pc:spChg chg="mod">
          <ac:chgData name="Yossy Made Yulian" userId="238af46a17e978c5" providerId="LiveId" clId="{81D0E4DD-3C63-4A22-BC49-59D4116F773B}" dt="2023-07-22T03:14:09.284" v="129" actId="207"/>
          <ac:spMkLst>
            <pc:docMk/>
            <pc:sldMk cId="4171103042" sldId="264"/>
            <ac:spMk id="11" creationId="{924E6A9E-18F8-4964-A311-BA492E7A43F3}"/>
          </ac:spMkLst>
        </pc:spChg>
        <pc:spChg chg="mod">
          <ac:chgData name="Yossy Made Yulian" userId="238af46a17e978c5" providerId="LiveId" clId="{81D0E4DD-3C63-4A22-BC49-59D4116F773B}" dt="2023-07-22T03:14:09.284" v="129" actId="207"/>
          <ac:spMkLst>
            <pc:docMk/>
            <pc:sldMk cId="4171103042" sldId="264"/>
            <ac:spMk id="13" creationId="{8269156A-939D-4054-AF8D-656A809415A1}"/>
          </ac:spMkLst>
        </pc:spChg>
        <pc:picChg chg="mod">
          <ac:chgData name="Yossy Made Yulian" userId="238af46a17e978c5" providerId="LiveId" clId="{81D0E4DD-3C63-4A22-BC49-59D4116F773B}" dt="2023-07-22T03:14:16.502" v="131" actId="1076"/>
          <ac:picMkLst>
            <pc:docMk/>
            <pc:sldMk cId="4171103042" sldId="264"/>
            <ac:picMk id="81" creationId="{640961D2-A1BA-4B7B-9D0A-DD2DCD1ADD0A}"/>
          </ac:picMkLst>
        </pc:picChg>
      </pc:sldChg>
      <pc:sldChg chg="modSp mod">
        <pc:chgData name="Yossy Made Yulian" userId="238af46a17e978c5" providerId="LiveId" clId="{81D0E4DD-3C63-4A22-BC49-59D4116F773B}" dt="2023-07-22T03:14:26.167" v="133" actId="207"/>
        <pc:sldMkLst>
          <pc:docMk/>
          <pc:sldMk cId="2837407758" sldId="265"/>
        </pc:sldMkLst>
        <pc:spChg chg="mod">
          <ac:chgData name="Yossy Made Yulian" userId="238af46a17e978c5" providerId="LiveId" clId="{81D0E4DD-3C63-4A22-BC49-59D4116F773B}" dt="2023-07-22T03:14:20.064" v="132" actId="207"/>
          <ac:spMkLst>
            <pc:docMk/>
            <pc:sldMk cId="2837407758" sldId="265"/>
            <ac:spMk id="4" creationId="{24B03272-BC37-4F23-971E-3CCF5F8E48CB}"/>
          </ac:spMkLst>
        </pc:spChg>
        <pc:spChg chg="mod">
          <ac:chgData name="Yossy Made Yulian" userId="238af46a17e978c5" providerId="LiveId" clId="{81D0E4DD-3C63-4A22-BC49-59D4116F773B}" dt="2023-07-22T03:14:20.064" v="132" actId="207"/>
          <ac:spMkLst>
            <pc:docMk/>
            <pc:sldMk cId="2837407758" sldId="265"/>
            <ac:spMk id="10" creationId="{22BCFD1A-A752-439A-A632-EA16CD238E36}"/>
          </ac:spMkLst>
        </pc:spChg>
        <pc:spChg chg="mod">
          <ac:chgData name="Yossy Made Yulian" userId="238af46a17e978c5" providerId="LiveId" clId="{81D0E4DD-3C63-4A22-BC49-59D4116F773B}" dt="2023-07-22T03:14:26.167" v="133" actId="207"/>
          <ac:spMkLst>
            <pc:docMk/>
            <pc:sldMk cId="2837407758" sldId="265"/>
            <ac:spMk id="22" creationId="{5C13CD1B-C516-47F6-AFB5-2E9510AB7F3B}"/>
          </ac:spMkLst>
        </pc:spChg>
      </pc:sldChg>
      <pc:sldChg chg="modSp mod">
        <pc:chgData name="Yossy Made Yulian" userId="238af46a17e978c5" providerId="LiveId" clId="{81D0E4DD-3C63-4A22-BC49-59D4116F773B}" dt="2023-07-22T03:16:11.792" v="136" actId="20577"/>
        <pc:sldMkLst>
          <pc:docMk/>
          <pc:sldMk cId="2204463998" sldId="266"/>
        </pc:sldMkLst>
        <pc:spChg chg="mod">
          <ac:chgData name="Yossy Made Yulian" userId="238af46a17e978c5" providerId="LiveId" clId="{81D0E4DD-3C63-4A22-BC49-59D4116F773B}" dt="2023-07-22T03:16:11.792" v="136" actId="20577"/>
          <ac:spMkLst>
            <pc:docMk/>
            <pc:sldMk cId="2204463998" sldId="266"/>
            <ac:spMk id="3" creationId="{06BEFC5C-D23B-4A34-BD93-235B9EEF5F84}"/>
          </ac:spMkLst>
        </pc:spChg>
        <pc:spChg chg="mod">
          <ac:chgData name="Yossy Made Yulian" userId="238af46a17e978c5" providerId="LiveId" clId="{81D0E4DD-3C63-4A22-BC49-59D4116F773B}" dt="2023-07-22T03:16:06.172" v="134" actId="207"/>
          <ac:spMkLst>
            <pc:docMk/>
            <pc:sldMk cId="2204463998" sldId="266"/>
            <ac:spMk id="13" creationId="{DC00B5D0-CC0C-43E5-AD9D-7802E7F108E6}"/>
          </ac:spMkLst>
        </pc:spChg>
        <pc:spChg chg="mod">
          <ac:chgData name="Yossy Made Yulian" userId="238af46a17e978c5" providerId="LiveId" clId="{81D0E4DD-3C63-4A22-BC49-59D4116F773B}" dt="2023-07-22T03:16:06.172" v="134" actId="207"/>
          <ac:spMkLst>
            <pc:docMk/>
            <pc:sldMk cId="2204463998" sldId="266"/>
            <ac:spMk id="17" creationId="{70FD16C6-0CF5-4FFB-9998-097BCE1E7EC9}"/>
          </ac:spMkLst>
        </pc:spChg>
        <pc:spChg chg="mod">
          <ac:chgData name="Yossy Made Yulian" userId="238af46a17e978c5" providerId="LiveId" clId="{81D0E4DD-3C63-4A22-BC49-59D4116F773B}" dt="2023-07-22T03:16:06.172" v="134" actId="207"/>
          <ac:spMkLst>
            <pc:docMk/>
            <pc:sldMk cId="2204463998" sldId="266"/>
            <ac:spMk id="36" creationId="{A1BC7DBD-38AE-498A-947F-CD5052982D1E}"/>
          </ac:spMkLst>
        </pc:spChg>
        <pc:spChg chg="mod">
          <ac:chgData name="Yossy Made Yulian" userId="238af46a17e978c5" providerId="LiveId" clId="{81D0E4DD-3C63-4A22-BC49-59D4116F773B}" dt="2023-07-22T03:16:06.172" v="134" actId="207"/>
          <ac:spMkLst>
            <pc:docMk/>
            <pc:sldMk cId="2204463998" sldId="266"/>
            <ac:spMk id="38" creationId="{9621E602-F560-4539-AD4B-5B9863684885}"/>
          </ac:spMkLst>
        </pc:spChg>
      </pc:sldChg>
      <pc:sldChg chg="addSp modSp mod">
        <pc:chgData name="Yossy Made Yulian" userId="238af46a17e978c5" providerId="LiveId" clId="{81D0E4DD-3C63-4A22-BC49-59D4116F773B}" dt="2023-07-22T03:17:08.372" v="174" actId="207"/>
        <pc:sldMkLst>
          <pc:docMk/>
          <pc:sldMk cId="582541674" sldId="267"/>
        </pc:sldMkLst>
        <pc:spChg chg="mod">
          <ac:chgData name="Yossy Made Yulian" userId="238af46a17e978c5" providerId="LiveId" clId="{81D0E4DD-3C63-4A22-BC49-59D4116F773B}" dt="2023-07-22T03:16:56.971" v="171" actId="207"/>
          <ac:spMkLst>
            <pc:docMk/>
            <pc:sldMk cId="582541674" sldId="267"/>
            <ac:spMk id="3" creationId="{88996A2B-D4C8-4B33-95DC-7FF1BD232800}"/>
          </ac:spMkLst>
        </pc:spChg>
        <pc:spChg chg="mod">
          <ac:chgData name="Yossy Made Yulian" userId="238af46a17e978c5" providerId="LiveId" clId="{81D0E4DD-3C63-4A22-BC49-59D4116F773B}" dt="2023-07-22T03:16:56.971" v="171" actId="207"/>
          <ac:spMkLst>
            <pc:docMk/>
            <pc:sldMk cId="582541674" sldId="267"/>
            <ac:spMk id="4" creationId="{0A35F604-6188-4D87-9E7B-85010A73897A}"/>
          </ac:spMkLst>
        </pc:spChg>
        <pc:spChg chg="mod">
          <ac:chgData name="Yossy Made Yulian" userId="238af46a17e978c5" providerId="LiveId" clId="{81D0E4DD-3C63-4A22-BC49-59D4116F773B}" dt="2023-07-22T03:17:00.519" v="172" actId="164"/>
          <ac:spMkLst>
            <pc:docMk/>
            <pc:sldMk cId="582541674" sldId="267"/>
            <ac:spMk id="5" creationId="{DFAEE11B-C5A2-4F67-8163-CA4D7DC192C9}"/>
          </ac:spMkLst>
        </pc:spChg>
        <pc:spChg chg="mod">
          <ac:chgData name="Yossy Made Yulian" userId="238af46a17e978c5" providerId="LiveId" clId="{81D0E4DD-3C63-4A22-BC49-59D4116F773B}" dt="2023-07-22T03:17:00.519" v="172" actId="164"/>
          <ac:spMkLst>
            <pc:docMk/>
            <pc:sldMk cId="582541674" sldId="267"/>
            <ac:spMk id="6" creationId="{687DCE2D-8B86-476C-B4E9-EB2089C595C0}"/>
          </ac:spMkLst>
        </pc:spChg>
        <pc:spChg chg="mod">
          <ac:chgData name="Yossy Made Yulian" userId="238af46a17e978c5" providerId="LiveId" clId="{81D0E4DD-3C63-4A22-BC49-59D4116F773B}" dt="2023-07-22T03:17:00.519" v="172" actId="164"/>
          <ac:spMkLst>
            <pc:docMk/>
            <pc:sldMk cId="582541674" sldId="267"/>
            <ac:spMk id="7" creationId="{89F12A17-7911-48EF-830D-638721377067}"/>
          </ac:spMkLst>
        </pc:spChg>
        <pc:spChg chg="mod">
          <ac:chgData name="Yossy Made Yulian" userId="238af46a17e978c5" providerId="LiveId" clId="{81D0E4DD-3C63-4A22-BC49-59D4116F773B}" dt="2023-07-22T03:17:03.753" v="173" actId="164"/>
          <ac:spMkLst>
            <pc:docMk/>
            <pc:sldMk cId="582541674" sldId="267"/>
            <ac:spMk id="9" creationId="{2996EA28-4FDE-42EB-9CFF-EF32FF87B691}"/>
          </ac:spMkLst>
        </pc:spChg>
        <pc:spChg chg="mod">
          <ac:chgData name="Yossy Made Yulian" userId="238af46a17e978c5" providerId="LiveId" clId="{81D0E4DD-3C63-4A22-BC49-59D4116F773B}" dt="2023-07-22T03:16:56.971" v="171" actId="207"/>
          <ac:spMkLst>
            <pc:docMk/>
            <pc:sldMk cId="582541674" sldId="267"/>
            <ac:spMk id="10" creationId="{422D7F6F-A884-413F-AF50-A4C1E1443575}"/>
          </ac:spMkLst>
        </pc:spChg>
        <pc:spChg chg="mod">
          <ac:chgData name="Yossy Made Yulian" userId="238af46a17e978c5" providerId="LiveId" clId="{81D0E4DD-3C63-4A22-BC49-59D4116F773B}" dt="2023-07-22T03:17:08.372" v="174" actId="207"/>
          <ac:spMkLst>
            <pc:docMk/>
            <pc:sldMk cId="582541674" sldId="267"/>
            <ac:spMk id="22" creationId="{3400A97B-8A0C-4BAC-A52E-62BDFEA67FD9}"/>
          </ac:spMkLst>
        </pc:spChg>
        <pc:spChg chg="mod">
          <ac:chgData name="Yossy Made Yulian" userId="238af46a17e978c5" providerId="LiveId" clId="{81D0E4DD-3C63-4A22-BC49-59D4116F773B}" dt="2023-07-22T03:17:03.753" v="173" actId="164"/>
          <ac:spMkLst>
            <pc:docMk/>
            <pc:sldMk cId="582541674" sldId="267"/>
            <ac:spMk id="36" creationId="{1339D7A4-BE8F-4E1D-AC42-D0793FC09990}"/>
          </ac:spMkLst>
        </pc:spChg>
        <pc:grpChg chg="add mod">
          <ac:chgData name="Yossy Made Yulian" userId="238af46a17e978c5" providerId="LiveId" clId="{81D0E4DD-3C63-4A22-BC49-59D4116F773B}" dt="2023-07-22T03:17:00.519" v="172" actId="164"/>
          <ac:grpSpMkLst>
            <pc:docMk/>
            <pc:sldMk cId="582541674" sldId="267"/>
            <ac:grpSpMk id="14" creationId="{6DA97249-9768-D458-66EB-7955B92BD110}"/>
          </ac:grpSpMkLst>
        </pc:grpChg>
        <pc:grpChg chg="add mod">
          <ac:chgData name="Yossy Made Yulian" userId="238af46a17e978c5" providerId="LiveId" clId="{81D0E4DD-3C63-4A22-BC49-59D4116F773B}" dt="2023-07-22T03:17:03.753" v="173" actId="164"/>
          <ac:grpSpMkLst>
            <pc:docMk/>
            <pc:sldMk cId="582541674" sldId="267"/>
            <ac:grpSpMk id="16" creationId="{E8B705C1-3459-B093-2B5B-78A8B5A3C119}"/>
          </ac:grpSpMkLst>
        </pc:grpChg>
      </pc:sldChg>
      <pc:sldChg chg="addSp modSp mod">
        <pc:chgData name="Yossy Made Yulian" userId="238af46a17e978c5" providerId="LiveId" clId="{81D0E4DD-3C63-4A22-BC49-59D4116F773B}" dt="2023-07-22T03:17:44.367" v="178" actId="1076"/>
        <pc:sldMkLst>
          <pc:docMk/>
          <pc:sldMk cId="2725169220" sldId="268"/>
        </pc:sldMkLst>
        <pc:spChg chg="mod">
          <ac:chgData name="Yossy Made Yulian" userId="238af46a17e978c5" providerId="LiveId" clId="{81D0E4DD-3C63-4A22-BC49-59D4116F773B}" dt="2023-07-22T03:17:35.435" v="175" actId="207"/>
          <ac:spMkLst>
            <pc:docMk/>
            <pc:sldMk cId="2725169220" sldId="268"/>
            <ac:spMk id="12" creationId="{186E6C71-CEF1-4D65-9C20-28FA8CC5AF80}"/>
          </ac:spMkLst>
        </pc:spChg>
        <pc:spChg chg="mod">
          <ac:chgData name="Yossy Made Yulian" userId="238af46a17e978c5" providerId="LiveId" clId="{81D0E4DD-3C63-4A22-BC49-59D4116F773B}" dt="2023-07-22T03:17:44.367" v="178" actId="1076"/>
          <ac:spMkLst>
            <pc:docMk/>
            <pc:sldMk cId="2725169220" sldId="268"/>
            <ac:spMk id="29" creationId="{05B00594-BA69-4E89-8806-23CF8CE3E4CE}"/>
          </ac:spMkLst>
        </pc:spChg>
        <pc:spChg chg="mod">
          <ac:chgData name="Yossy Made Yulian" userId="238af46a17e978c5" providerId="LiveId" clId="{81D0E4DD-3C63-4A22-BC49-59D4116F773B}" dt="2023-07-22T03:17:41.999" v="176" actId="164"/>
          <ac:spMkLst>
            <pc:docMk/>
            <pc:sldMk cId="2725169220" sldId="268"/>
            <ac:spMk id="52" creationId="{E11F5773-10F7-49B4-91C1-AA872113BE64}"/>
          </ac:spMkLst>
        </pc:spChg>
        <pc:spChg chg="mod">
          <ac:chgData name="Yossy Made Yulian" userId="238af46a17e978c5" providerId="LiveId" clId="{81D0E4DD-3C63-4A22-BC49-59D4116F773B}" dt="2023-07-22T03:17:41.999" v="176" actId="164"/>
          <ac:spMkLst>
            <pc:docMk/>
            <pc:sldMk cId="2725169220" sldId="268"/>
            <ac:spMk id="53" creationId="{1766F250-583B-4320-B3E7-02C73169A45F}"/>
          </ac:spMkLst>
        </pc:spChg>
        <pc:grpChg chg="add mod">
          <ac:chgData name="Yossy Made Yulian" userId="238af46a17e978c5" providerId="LiveId" clId="{81D0E4DD-3C63-4A22-BC49-59D4116F773B}" dt="2023-07-22T03:17:41.999" v="176" actId="164"/>
          <ac:grpSpMkLst>
            <pc:docMk/>
            <pc:sldMk cId="2725169220" sldId="268"/>
            <ac:grpSpMk id="6" creationId="{A418B221-EA0A-278C-9750-4A75CC5C2464}"/>
          </ac:grpSpMkLst>
        </pc:grpChg>
      </pc:sldChg>
      <pc:sldChg chg="addSp modSp mod">
        <pc:chgData name="Yossy Made Yulian" userId="238af46a17e978c5" providerId="LiveId" clId="{81D0E4DD-3C63-4A22-BC49-59D4116F773B}" dt="2023-07-22T03:18:05.817" v="186" actId="1076"/>
        <pc:sldMkLst>
          <pc:docMk/>
          <pc:sldMk cId="3691566760" sldId="269"/>
        </pc:sldMkLst>
        <pc:spChg chg="mod">
          <ac:chgData name="Yossy Made Yulian" userId="238af46a17e978c5" providerId="LiveId" clId="{81D0E4DD-3C63-4A22-BC49-59D4116F773B}" dt="2023-07-22T03:17:57.455" v="179" actId="207"/>
          <ac:spMkLst>
            <pc:docMk/>
            <pc:sldMk cId="3691566760" sldId="269"/>
            <ac:spMk id="28" creationId="{2DA29545-9BA1-407C-8793-472960398983}"/>
          </ac:spMkLst>
        </pc:spChg>
        <pc:spChg chg="mod">
          <ac:chgData name="Yossy Made Yulian" userId="238af46a17e978c5" providerId="LiveId" clId="{81D0E4DD-3C63-4A22-BC49-59D4116F773B}" dt="2023-07-22T03:17:57.455" v="179" actId="207"/>
          <ac:spMkLst>
            <pc:docMk/>
            <pc:sldMk cId="3691566760" sldId="269"/>
            <ac:spMk id="38" creationId="{A7E3B97D-8005-4E30-A6DF-CB1BDB2693B1}"/>
          </ac:spMkLst>
        </pc:spChg>
        <pc:spChg chg="mod">
          <ac:chgData name="Yossy Made Yulian" userId="238af46a17e978c5" providerId="LiveId" clId="{81D0E4DD-3C63-4A22-BC49-59D4116F773B}" dt="2023-07-22T03:17:57.455" v="179" actId="207"/>
          <ac:spMkLst>
            <pc:docMk/>
            <pc:sldMk cId="3691566760" sldId="269"/>
            <ac:spMk id="44" creationId="{FA410EE2-8A03-43F5-8DF4-1D68CFC99975}"/>
          </ac:spMkLst>
        </pc:spChg>
        <pc:grpChg chg="add mod">
          <ac:chgData name="Yossy Made Yulian" userId="238af46a17e978c5" providerId="LiveId" clId="{81D0E4DD-3C63-4A22-BC49-59D4116F773B}" dt="2023-07-22T03:18:00.508" v="182" actId="164"/>
          <ac:grpSpMkLst>
            <pc:docMk/>
            <pc:sldMk cId="3691566760" sldId="269"/>
            <ac:grpSpMk id="6" creationId="{29C9ADD9-80DD-9950-D2EF-04BD218B498A}"/>
          </ac:grpSpMkLst>
        </pc:grpChg>
        <pc:grpChg chg="add mod">
          <ac:chgData name="Yossy Made Yulian" userId="238af46a17e978c5" providerId="LiveId" clId="{81D0E4DD-3C63-4A22-BC49-59D4116F773B}" dt="2023-07-22T03:18:02.695" v="183" actId="164"/>
          <ac:grpSpMkLst>
            <pc:docMk/>
            <pc:sldMk cId="3691566760" sldId="269"/>
            <ac:grpSpMk id="7" creationId="{C30BE76A-4944-00EF-0F5C-18A6ADA4C4BA}"/>
          </ac:grpSpMkLst>
        </pc:grpChg>
        <pc:grpChg chg="add mod">
          <ac:chgData name="Yossy Made Yulian" userId="238af46a17e978c5" providerId="LiveId" clId="{81D0E4DD-3C63-4A22-BC49-59D4116F773B}" dt="2023-07-22T03:18:05.817" v="186" actId="1076"/>
          <ac:grpSpMkLst>
            <pc:docMk/>
            <pc:sldMk cId="3691566760" sldId="269"/>
            <ac:grpSpMk id="8" creationId="{1214AE99-1F2A-B05D-A9F4-18C743F349D1}"/>
          </ac:grpSpMkLst>
        </pc:grpChg>
        <pc:cxnChg chg="mod">
          <ac:chgData name="Yossy Made Yulian" userId="238af46a17e978c5" providerId="LiveId" clId="{81D0E4DD-3C63-4A22-BC49-59D4116F773B}" dt="2023-07-22T03:18:04.112" v="184" actId="164"/>
          <ac:cxnSpMkLst>
            <pc:docMk/>
            <pc:sldMk cId="3691566760" sldId="269"/>
            <ac:cxnSpMk id="30" creationId="{AE6B3CD3-B3C5-4C84-831F-682CAFD789A6}"/>
          </ac:cxnSpMkLst>
        </pc:cxnChg>
        <pc:cxnChg chg="mod">
          <ac:chgData name="Yossy Made Yulian" userId="238af46a17e978c5" providerId="LiveId" clId="{81D0E4DD-3C63-4A22-BC49-59D4116F773B}" dt="2023-07-22T03:18:04.112" v="184" actId="164"/>
          <ac:cxnSpMkLst>
            <pc:docMk/>
            <pc:sldMk cId="3691566760" sldId="269"/>
            <ac:cxnSpMk id="32" creationId="{A284A291-C02E-42B8-928E-6C6C3D5DE7A6}"/>
          </ac:cxnSpMkLst>
        </pc:cxnChg>
        <pc:cxnChg chg="mod">
          <ac:chgData name="Yossy Made Yulian" userId="238af46a17e978c5" providerId="LiveId" clId="{81D0E4DD-3C63-4A22-BC49-59D4116F773B}" dt="2023-07-22T03:18:02.695" v="183" actId="164"/>
          <ac:cxnSpMkLst>
            <pc:docMk/>
            <pc:sldMk cId="3691566760" sldId="269"/>
            <ac:cxnSpMk id="39" creationId="{AEDFA11F-09FF-4D44-9326-720EDB56E3C8}"/>
          </ac:cxnSpMkLst>
        </pc:cxnChg>
        <pc:cxnChg chg="mod">
          <ac:chgData name="Yossy Made Yulian" userId="238af46a17e978c5" providerId="LiveId" clId="{81D0E4DD-3C63-4A22-BC49-59D4116F773B}" dt="2023-07-22T03:18:02.695" v="183" actId="164"/>
          <ac:cxnSpMkLst>
            <pc:docMk/>
            <pc:sldMk cId="3691566760" sldId="269"/>
            <ac:cxnSpMk id="40" creationId="{CA0FD2E7-5443-4937-A8DB-EDC98C7C03E6}"/>
          </ac:cxnSpMkLst>
        </pc:cxnChg>
        <pc:cxnChg chg="mod">
          <ac:chgData name="Yossy Made Yulian" userId="238af46a17e978c5" providerId="LiveId" clId="{81D0E4DD-3C63-4A22-BC49-59D4116F773B}" dt="2023-07-22T03:18:00.508" v="182" actId="164"/>
          <ac:cxnSpMkLst>
            <pc:docMk/>
            <pc:sldMk cId="3691566760" sldId="269"/>
            <ac:cxnSpMk id="45" creationId="{32ABE6D2-2FA9-4DD4-B797-D096831CA2B6}"/>
          </ac:cxnSpMkLst>
        </pc:cxnChg>
        <pc:cxnChg chg="mod">
          <ac:chgData name="Yossy Made Yulian" userId="238af46a17e978c5" providerId="LiveId" clId="{81D0E4DD-3C63-4A22-BC49-59D4116F773B}" dt="2023-07-22T03:18:00.508" v="182" actId="164"/>
          <ac:cxnSpMkLst>
            <pc:docMk/>
            <pc:sldMk cId="3691566760" sldId="269"/>
            <ac:cxnSpMk id="46" creationId="{8DAFB8A8-038E-437A-8CFB-1ABDCAF3433F}"/>
          </ac:cxnSpMkLst>
        </pc:cxnChg>
      </pc:sldChg>
      <pc:sldChg chg="addSp modSp mod">
        <pc:chgData name="Yossy Made Yulian" userId="238af46a17e978c5" providerId="LiveId" clId="{81D0E4DD-3C63-4A22-BC49-59D4116F773B}" dt="2023-07-22T03:19:46.586" v="202" actId="20577"/>
        <pc:sldMkLst>
          <pc:docMk/>
          <pc:sldMk cId="2333025580" sldId="270"/>
        </pc:sldMkLst>
        <pc:spChg chg="mod">
          <ac:chgData name="Yossy Made Yulian" userId="238af46a17e978c5" providerId="LiveId" clId="{81D0E4DD-3C63-4A22-BC49-59D4116F773B}" dt="2023-07-22T03:18:28.742" v="189" actId="207"/>
          <ac:spMkLst>
            <pc:docMk/>
            <pc:sldMk cId="2333025580" sldId="270"/>
            <ac:spMk id="4" creationId="{32F4A8A3-BA49-41B8-ABB7-9B9DD53586CC}"/>
          </ac:spMkLst>
        </pc:spChg>
        <pc:spChg chg="mod">
          <ac:chgData name="Yossy Made Yulian" userId="238af46a17e978c5" providerId="LiveId" clId="{81D0E4DD-3C63-4A22-BC49-59D4116F773B}" dt="2023-07-22T03:19:16.052" v="192" actId="164"/>
          <ac:spMkLst>
            <pc:docMk/>
            <pc:sldMk cId="2333025580" sldId="270"/>
            <ac:spMk id="17" creationId="{A01356B1-C98C-4413-9D5B-87C9825EC2A0}"/>
          </ac:spMkLst>
        </pc:spChg>
        <pc:spChg chg="mod">
          <ac:chgData name="Yossy Made Yulian" userId="238af46a17e978c5" providerId="LiveId" clId="{81D0E4DD-3C63-4A22-BC49-59D4116F773B}" dt="2023-07-22T03:19:41.638" v="200" actId="207"/>
          <ac:spMkLst>
            <pc:docMk/>
            <pc:sldMk cId="2333025580" sldId="270"/>
            <ac:spMk id="22" creationId="{D16FC8AE-8976-4AEA-A23C-9E29BB38321B}"/>
          </ac:spMkLst>
        </pc:spChg>
        <pc:spChg chg="mod">
          <ac:chgData name="Yossy Made Yulian" userId="238af46a17e978c5" providerId="LiveId" clId="{81D0E4DD-3C63-4A22-BC49-59D4116F773B}" dt="2023-07-22T03:19:41.638" v="200" actId="207"/>
          <ac:spMkLst>
            <pc:docMk/>
            <pc:sldMk cId="2333025580" sldId="270"/>
            <ac:spMk id="36" creationId="{12D4B49C-8F87-4444-8D74-A3BDCCFE10F1}"/>
          </ac:spMkLst>
        </pc:spChg>
        <pc:spChg chg="mod">
          <ac:chgData name="Yossy Made Yulian" userId="238af46a17e978c5" providerId="LiveId" clId="{81D0E4DD-3C63-4A22-BC49-59D4116F773B}" dt="2023-07-22T03:19:41.638" v="200" actId="207"/>
          <ac:spMkLst>
            <pc:docMk/>
            <pc:sldMk cId="2333025580" sldId="270"/>
            <ac:spMk id="42" creationId="{C586F4A0-3B0C-4566-9613-15EE33452C32}"/>
          </ac:spMkLst>
        </pc:spChg>
        <pc:spChg chg="mod">
          <ac:chgData name="Yossy Made Yulian" userId="238af46a17e978c5" providerId="LiveId" clId="{81D0E4DD-3C63-4A22-BC49-59D4116F773B}" dt="2023-07-22T03:19:41.638" v="200" actId="207"/>
          <ac:spMkLst>
            <pc:docMk/>
            <pc:sldMk cId="2333025580" sldId="270"/>
            <ac:spMk id="48" creationId="{F0BFB6CE-5BE7-48D5-BACD-D0C430253D2E}"/>
          </ac:spMkLst>
        </pc:spChg>
        <pc:spChg chg="mod">
          <ac:chgData name="Yossy Made Yulian" userId="238af46a17e978c5" providerId="LiveId" clId="{81D0E4DD-3C63-4A22-BC49-59D4116F773B}" dt="2023-07-22T03:18:28.742" v="189" actId="207"/>
          <ac:spMkLst>
            <pc:docMk/>
            <pc:sldMk cId="2333025580" sldId="270"/>
            <ac:spMk id="56" creationId="{6E3688D3-6FBE-4177-8A36-AB9D03BD3D30}"/>
          </ac:spMkLst>
        </pc:spChg>
        <pc:spChg chg="mod">
          <ac:chgData name="Yossy Made Yulian" userId="238af46a17e978c5" providerId="LiveId" clId="{81D0E4DD-3C63-4A22-BC49-59D4116F773B}" dt="2023-07-22T03:19:18.182" v="193" actId="164"/>
          <ac:spMkLst>
            <pc:docMk/>
            <pc:sldMk cId="2333025580" sldId="270"/>
            <ac:spMk id="59" creationId="{4F972E49-59DF-4844-9DD3-2335094561B2}"/>
          </ac:spMkLst>
        </pc:spChg>
        <pc:spChg chg="mod">
          <ac:chgData name="Yossy Made Yulian" userId="238af46a17e978c5" providerId="LiveId" clId="{81D0E4DD-3C63-4A22-BC49-59D4116F773B}" dt="2023-07-22T03:19:18.182" v="193" actId="164"/>
          <ac:spMkLst>
            <pc:docMk/>
            <pc:sldMk cId="2333025580" sldId="270"/>
            <ac:spMk id="60" creationId="{38B72F9E-7C62-45CB-A7A1-BC5482854694}"/>
          </ac:spMkLst>
        </pc:spChg>
        <pc:spChg chg="mod">
          <ac:chgData name="Yossy Made Yulian" userId="238af46a17e978c5" providerId="LiveId" clId="{81D0E4DD-3C63-4A22-BC49-59D4116F773B}" dt="2023-07-22T03:19:16.052" v="192" actId="164"/>
          <ac:spMkLst>
            <pc:docMk/>
            <pc:sldMk cId="2333025580" sldId="270"/>
            <ac:spMk id="61" creationId="{1FB5D43A-4A7D-466A-8C28-FBF349D26A54}"/>
          </ac:spMkLst>
        </pc:spChg>
        <pc:spChg chg="mod">
          <ac:chgData name="Yossy Made Yulian" userId="238af46a17e978c5" providerId="LiveId" clId="{81D0E4DD-3C63-4A22-BC49-59D4116F773B}" dt="2023-07-22T03:19:46.586" v="202" actId="20577"/>
          <ac:spMkLst>
            <pc:docMk/>
            <pc:sldMk cId="2333025580" sldId="270"/>
            <ac:spMk id="72" creationId="{7DE8652C-56A9-46E0-B41D-123B8342BCBE}"/>
          </ac:spMkLst>
        </pc:spChg>
        <pc:grpChg chg="add mod">
          <ac:chgData name="Yossy Made Yulian" userId="238af46a17e978c5" providerId="LiveId" clId="{81D0E4DD-3C63-4A22-BC49-59D4116F773B}" dt="2023-07-22T03:19:16.052" v="192" actId="164"/>
          <ac:grpSpMkLst>
            <pc:docMk/>
            <pc:sldMk cId="2333025580" sldId="270"/>
            <ac:grpSpMk id="2" creationId="{2A7394B2-E6A1-FFC5-316A-C7FDBBE9B0D3}"/>
          </ac:grpSpMkLst>
        </pc:grpChg>
        <pc:grpChg chg="add mod">
          <ac:chgData name="Yossy Made Yulian" userId="238af46a17e978c5" providerId="LiveId" clId="{81D0E4DD-3C63-4A22-BC49-59D4116F773B}" dt="2023-07-22T03:19:18.182" v="193" actId="164"/>
          <ac:grpSpMkLst>
            <pc:docMk/>
            <pc:sldMk cId="2333025580" sldId="270"/>
            <ac:grpSpMk id="5" creationId="{87226538-6301-A270-F7F8-293011EB2E1D}"/>
          </ac:grpSpMkLst>
        </pc:grpChg>
        <pc:grpChg chg="add mod">
          <ac:chgData name="Yossy Made Yulian" userId="238af46a17e978c5" providerId="LiveId" clId="{81D0E4DD-3C63-4A22-BC49-59D4116F773B}" dt="2023-07-22T03:19:21.760" v="196" actId="164"/>
          <ac:grpSpMkLst>
            <pc:docMk/>
            <pc:sldMk cId="2333025580" sldId="270"/>
            <ac:grpSpMk id="6" creationId="{0A3CECD6-9CC5-AEE5-1100-02B9141FBC05}"/>
          </ac:grpSpMkLst>
        </pc:grpChg>
        <pc:grpChg chg="add mod">
          <ac:chgData name="Yossy Made Yulian" userId="238af46a17e978c5" providerId="LiveId" clId="{81D0E4DD-3C63-4A22-BC49-59D4116F773B}" dt="2023-07-22T03:19:25.403" v="197" actId="164"/>
          <ac:grpSpMkLst>
            <pc:docMk/>
            <pc:sldMk cId="2333025580" sldId="270"/>
            <ac:grpSpMk id="7" creationId="{D5CB56D5-0313-5950-9F99-8DF739287EAA}"/>
          </ac:grpSpMkLst>
        </pc:grpChg>
        <pc:grpChg chg="add mod">
          <ac:chgData name="Yossy Made Yulian" userId="238af46a17e978c5" providerId="LiveId" clId="{81D0E4DD-3C63-4A22-BC49-59D4116F773B}" dt="2023-07-22T03:19:30.084" v="198" actId="164"/>
          <ac:grpSpMkLst>
            <pc:docMk/>
            <pc:sldMk cId="2333025580" sldId="270"/>
            <ac:grpSpMk id="14" creationId="{950A4248-6E6F-C429-ED03-0F992DE4BE2A}"/>
          </ac:grpSpMkLst>
        </pc:grpChg>
        <pc:grpChg chg="add mod">
          <ac:chgData name="Yossy Made Yulian" userId="238af46a17e978c5" providerId="LiveId" clId="{81D0E4DD-3C63-4A22-BC49-59D4116F773B}" dt="2023-07-22T03:19:33.210" v="199" actId="164"/>
          <ac:grpSpMkLst>
            <pc:docMk/>
            <pc:sldMk cId="2333025580" sldId="270"/>
            <ac:grpSpMk id="15" creationId="{61010BD1-067A-A433-938A-2D8FA5A04AED}"/>
          </ac:grpSpMkLst>
        </pc:grpChg>
        <pc:cxnChg chg="mod">
          <ac:chgData name="Yossy Made Yulian" userId="238af46a17e978c5" providerId="LiveId" clId="{81D0E4DD-3C63-4A22-BC49-59D4116F773B}" dt="2023-07-22T03:19:33.210" v="199" actId="164"/>
          <ac:cxnSpMkLst>
            <pc:docMk/>
            <pc:sldMk cId="2333025580" sldId="270"/>
            <ac:cxnSpMk id="20" creationId="{ACA529AF-1D8F-47D8-956D-2FED88FE0E21}"/>
          </ac:cxnSpMkLst>
        </pc:cxnChg>
        <pc:cxnChg chg="mod">
          <ac:chgData name="Yossy Made Yulian" userId="238af46a17e978c5" providerId="LiveId" clId="{81D0E4DD-3C63-4A22-BC49-59D4116F773B}" dt="2023-07-22T03:19:33.210" v="199" actId="164"/>
          <ac:cxnSpMkLst>
            <pc:docMk/>
            <pc:sldMk cId="2333025580" sldId="270"/>
            <ac:cxnSpMk id="21" creationId="{C77EDE27-582B-4400-AB4E-A7C7F23634C7}"/>
          </ac:cxnSpMkLst>
        </pc:cxnChg>
        <pc:cxnChg chg="mod">
          <ac:chgData name="Yossy Made Yulian" userId="238af46a17e978c5" providerId="LiveId" clId="{81D0E4DD-3C63-4A22-BC49-59D4116F773B}" dt="2023-07-22T03:19:30.084" v="198" actId="164"/>
          <ac:cxnSpMkLst>
            <pc:docMk/>
            <pc:sldMk cId="2333025580" sldId="270"/>
            <ac:cxnSpMk id="34" creationId="{46C6D0FB-D4A5-4F2C-AFFA-0876B3A486AB}"/>
          </ac:cxnSpMkLst>
        </pc:cxnChg>
        <pc:cxnChg chg="mod">
          <ac:chgData name="Yossy Made Yulian" userId="238af46a17e978c5" providerId="LiveId" clId="{81D0E4DD-3C63-4A22-BC49-59D4116F773B}" dt="2023-07-22T03:19:30.084" v="198" actId="164"/>
          <ac:cxnSpMkLst>
            <pc:docMk/>
            <pc:sldMk cId="2333025580" sldId="270"/>
            <ac:cxnSpMk id="35" creationId="{94BEEE47-89CA-4986-804E-3BB2D9CC4F64}"/>
          </ac:cxnSpMkLst>
        </pc:cxnChg>
        <pc:cxnChg chg="mod">
          <ac:chgData name="Yossy Made Yulian" userId="238af46a17e978c5" providerId="LiveId" clId="{81D0E4DD-3C63-4A22-BC49-59D4116F773B}" dt="2023-07-22T03:19:25.403" v="197" actId="164"/>
          <ac:cxnSpMkLst>
            <pc:docMk/>
            <pc:sldMk cId="2333025580" sldId="270"/>
            <ac:cxnSpMk id="40" creationId="{C7B7E251-3463-446C-9758-5AC47939CB2B}"/>
          </ac:cxnSpMkLst>
        </pc:cxnChg>
        <pc:cxnChg chg="mod">
          <ac:chgData name="Yossy Made Yulian" userId="238af46a17e978c5" providerId="LiveId" clId="{81D0E4DD-3C63-4A22-BC49-59D4116F773B}" dt="2023-07-22T03:19:25.403" v="197" actId="164"/>
          <ac:cxnSpMkLst>
            <pc:docMk/>
            <pc:sldMk cId="2333025580" sldId="270"/>
            <ac:cxnSpMk id="41" creationId="{E2916D3E-6503-4C7A-8C2B-F3C0B95A7E3A}"/>
          </ac:cxnSpMkLst>
        </pc:cxnChg>
        <pc:cxnChg chg="mod">
          <ac:chgData name="Yossy Made Yulian" userId="238af46a17e978c5" providerId="LiveId" clId="{81D0E4DD-3C63-4A22-BC49-59D4116F773B}" dt="2023-07-22T03:19:21.760" v="196" actId="164"/>
          <ac:cxnSpMkLst>
            <pc:docMk/>
            <pc:sldMk cId="2333025580" sldId="270"/>
            <ac:cxnSpMk id="46" creationId="{EB0008B0-A427-428B-B4D1-402DF9B2AEF1}"/>
          </ac:cxnSpMkLst>
        </pc:cxnChg>
        <pc:cxnChg chg="mod">
          <ac:chgData name="Yossy Made Yulian" userId="238af46a17e978c5" providerId="LiveId" clId="{81D0E4DD-3C63-4A22-BC49-59D4116F773B}" dt="2023-07-22T03:19:21.760" v="196" actId="164"/>
          <ac:cxnSpMkLst>
            <pc:docMk/>
            <pc:sldMk cId="2333025580" sldId="270"/>
            <ac:cxnSpMk id="47" creationId="{150E949C-F66D-4624-B335-3EE364F37FE2}"/>
          </ac:cxnSpMkLst>
        </pc:cxnChg>
      </pc:sldChg>
      <pc:sldChg chg="addSp modSp mod">
        <pc:chgData name="Yossy Made Yulian" userId="238af46a17e978c5" providerId="LiveId" clId="{81D0E4DD-3C63-4A22-BC49-59D4116F773B}" dt="2023-07-22T03:21:11.156" v="210" actId="1076"/>
        <pc:sldMkLst>
          <pc:docMk/>
          <pc:sldMk cId="3031685953" sldId="271"/>
        </pc:sldMkLst>
        <pc:spChg chg="mod">
          <ac:chgData name="Yossy Made Yulian" userId="238af46a17e978c5" providerId="LiveId" clId="{81D0E4DD-3C63-4A22-BC49-59D4116F773B}" dt="2023-07-22T03:20:53.808" v="205" actId="164"/>
          <ac:spMkLst>
            <pc:docMk/>
            <pc:sldMk cId="3031685953" sldId="271"/>
            <ac:spMk id="3" creationId="{3DE5491C-CC17-4016-8C46-CC18A2FB41B2}"/>
          </ac:spMkLst>
        </pc:spChg>
        <pc:spChg chg="mod">
          <ac:chgData name="Yossy Made Yulian" userId="238af46a17e978c5" providerId="LiveId" clId="{81D0E4DD-3C63-4A22-BC49-59D4116F773B}" dt="2023-07-22T03:20:53.808" v="205" actId="164"/>
          <ac:spMkLst>
            <pc:docMk/>
            <pc:sldMk cId="3031685953" sldId="271"/>
            <ac:spMk id="4" creationId="{AEE78C75-6903-4F60-9847-B1644D4B375C}"/>
          </ac:spMkLst>
        </pc:spChg>
        <pc:spChg chg="mod">
          <ac:chgData name="Yossy Made Yulian" userId="238af46a17e978c5" providerId="LiveId" clId="{81D0E4DD-3C63-4A22-BC49-59D4116F773B}" dt="2023-07-22T03:20:53.808" v="205" actId="164"/>
          <ac:spMkLst>
            <pc:docMk/>
            <pc:sldMk cId="3031685953" sldId="271"/>
            <ac:spMk id="5" creationId="{8F36CEE6-99E6-4FF4-A971-DFC69D74C558}"/>
          </ac:spMkLst>
        </pc:spChg>
        <pc:spChg chg="mod">
          <ac:chgData name="Yossy Made Yulian" userId="238af46a17e978c5" providerId="LiveId" clId="{81D0E4DD-3C63-4A22-BC49-59D4116F773B}" dt="2023-07-22T03:20:57.157" v="206" actId="207"/>
          <ac:spMkLst>
            <pc:docMk/>
            <pc:sldMk cId="3031685953" sldId="271"/>
            <ac:spMk id="7" creationId="{6A491C8A-276C-4B65-A746-4FA8518D7CD2}"/>
          </ac:spMkLst>
        </pc:spChg>
        <pc:spChg chg="mod">
          <ac:chgData name="Yossy Made Yulian" userId="238af46a17e978c5" providerId="LiveId" clId="{81D0E4DD-3C63-4A22-BC49-59D4116F773B}" dt="2023-07-22T03:20:57.157" v="206" actId="207"/>
          <ac:spMkLst>
            <pc:docMk/>
            <pc:sldMk cId="3031685953" sldId="271"/>
            <ac:spMk id="13" creationId="{5B2F1D74-E0A5-4FA8-AE01-AFD603AB3095}"/>
          </ac:spMkLst>
        </pc:spChg>
        <pc:spChg chg="mod">
          <ac:chgData name="Yossy Made Yulian" userId="238af46a17e978c5" providerId="LiveId" clId="{81D0E4DD-3C63-4A22-BC49-59D4116F773B}" dt="2023-07-22T03:21:00.453" v="208" actId="1076"/>
          <ac:spMkLst>
            <pc:docMk/>
            <pc:sldMk cId="3031685953" sldId="271"/>
            <ac:spMk id="15" creationId="{D756CD3E-6A78-41FF-BDF1-F6BDD8BBF955}"/>
          </ac:spMkLst>
        </pc:spChg>
        <pc:spChg chg="mod">
          <ac:chgData name="Yossy Made Yulian" userId="238af46a17e978c5" providerId="LiveId" clId="{81D0E4DD-3C63-4A22-BC49-59D4116F773B}" dt="2023-07-22T03:21:11.156" v="210" actId="1076"/>
          <ac:spMkLst>
            <pc:docMk/>
            <pc:sldMk cId="3031685953" sldId="271"/>
            <ac:spMk id="24" creationId="{8A3813F7-64AD-4661-A64B-98EBCBC3F4E7}"/>
          </ac:spMkLst>
        </pc:spChg>
        <pc:grpChg chg="add mod">
          <ac:chgData name="Yossy Made Yulian" userId="238af46a17e978c5" providerId="LiveId" clId="{81D0E4DD-3C63-4A22-BC49-59D4116F773B}" dt="2023-07-22T03:20:53.808" v="205" actId="164"/>
          <ac:grpSpMkLst>
            <pc:docMk/>
            <pc:sldMk cId="3031685953" sldId="271"/>
            <ac:grpSpMk id="8" creationId="{E6E91D74-F65C-C301-26C4-F93513353B81}"/>
          </ac:grpSpMkLst>
        </pc:grpChg>
      </pc:sldChg>
      <pc:sldChg chg="addSp modSp mod">
        <pc:chgData name="Yossy Made Yulian" userId="238af46a17e978c5" providerId="LiveId" clId="{81D0E4DD-3C63-4A22-BC49-59D4116F773B}" dt="2023-07-22T03:21:27.280" v="214" actId="1076"/>
        <pc:sldMkLst>
          <pc:docMk/>
          <pc:sldMk cId="1371557485" sldId="272"/>
        </pc:sldMkLst>
        <pc:spChg chg="mod">
          <ac:chgData name="Yossy Made Yulian" userId="238af46a17e978c5" providerId="LiveId" clId="{81D0E4DD-3C63-4A22-BC49-59D4116F773B}" dt="2023-07-22T03:21:25.839" v="212" actId="164"/>
          <ac:spMkLst>
            <pc:docMk/>
            <pc:sldMk cId="1371557485" sldId="272"/>
            <ac:spMk id="5" creationId="{90CA63C1-B0D6-4E5C-8FBC-E6893D42F897}"/>
          </ac:spMkLst>
        </pc:spChg>
        <pc:spChg chg="mod">
          <ac:chgData name="Yossy Made Yulian" userId="238af46a17e978c5" providerId="LiveId" clId="{81D0E4DD-3C63-4A22-BC49-59D4116F773B}" dt="2023-07-22T03:21:25.839" v="212" actId="164"/>
          <ac:spMkLst>
            <pc:docMk/>
            <pc:sldMk cId="1371557485" sldId="272"/>
            <ac:spMk id="6" creationId="{7EC6A082-BED1-4170-8D88-20265ACE117F}"/>
          </ac:spMkLst>
        </pc:spChg>
        <pc:spChg chg="mod">
          <ac:chgData name="Yossy Made Yulian" userId="238af46a17e978c5" providerId="LiveId" clId="{81D0E4DD-3C63-4A22-BC49-59D4116F773B}" dt="2023-07-22T03:21:25.839" v="212" actId="164"/>
          <ac:spMkLst>
            <pc:docMk/>
            <pc:sldMk cId="1371557485" sldId="272"/>
            <ac:spMk id="7" creationId="{8197C2D7-1BC2-465A-9D3B-38B97C77CB03}"/>
          </ac:spMkLst>
        </pc:spChg>
        <pc:spChg chg="mod">
          <ac:chgData name="Yossy Made Yulian" userId="238af46a17e978c5" providerId="LiveId" clId="{81D0E4DD-3C63-4A22-BC49-59D4116F773B}" dt="2023-07-22T03:21:27.280" v="214" actId="1076"/>
          <ac:spMkLst>
            <pc:docMk/>
            <pc:sldMk cId="1371557485" sldId="272"/>
            <ac:spMk id="8" creationId="{55FC8926-6367-4452-8560-194DE15C8E0D}"/>
          </ac:spMkLst>
        </pc:spChg>
        <pc:spChg chg="mod">
          <ac:chgData name="Yossy Made Yulian" userId="238af46a17e978c5" providerId="LiveId" clId="{81D0E4DD-3C63-4A22-BC49-59D4116F773B}" dt="2023-07-22T03:21:23.392" v="211" actId="207"/>
          <ac:spMkLst>
            <pc:docMk/>
            <pc:sldMk cId="1371557485" sldId="272"/>
            <ac:spMk id="11" creationId="{95A449A2-AAAF-4D40-A4CC-94CDFBD59CD6}"/>
          </ac:spMkLst>
        </pc:spChg>
        <pc:spChg chg="mod">
          <ac:chgData name="Yossy Made Yulian" userId="238af46a17e978c5" providerId="LiveId" clId="{81D0E4DD-3C63-4A22-BC49-59D4116F773B}" dt="2023-07-22T03:21:23.392" v="211" actId="207"/>
          <ac:spMkLst>
            <pc:docMk/>
            <pc:sldMk cId="1371557485" sldId="272"/>
            <ac:spMk id="40" creationId="{0D7BBB4E-E867-4C2E-9DB0-DD20A45AF4F9}"/>
          </ac:spMkLst>
        </pc:spChg>
        <pc:spChg chg="mod">
          <ac:chgData name="Yossy Made Yulian" userId="238af46a17e978c5" providerId="LiveId" clId="{81D0E4DD-3C63-4A22-BC49-59D4116F773B}" dt="2023-07-22T03:21:23.392" v="211" actId="207"/>
          <ac:spMkLst>
            <pc:docMk/>
            <pc:sldMk cId="1371557485" sldId="272"/>
            <ac:spMk id="44" creationId="{37000A37-9483-48C8-8817-DF44357A5DE4}"/>
          </ac:spMkLst>
        </pc:spChg>
        <pc:grpChg chg="add mod">
          <ac:chgData name="Yossy Made Yulian" userId="238af46a17e978c5" providerId="LiveId" clId="{81D0E4DD-3C63-4A22-BC49-59D4116F773B}" dt="2023-07-22T03:21:25.839" v="212" actId="164"/>
          <ac:grpSpMkLst>
            <pc:docMk/>
            <pc:sldMk cId="1371557485" sldId="272"/>
            <ac:grpSpMk id="9" creationId="{5AC0A180-6548-E82C-16D4-2E38FCC7A2E9}"/>
          </ac:grpSpMkLst>
        </pc:grpChg>
      </pc:sldChg>
      <pc:sldChg chg="addSp modSp mod">
        <pc:chgData name="Yossy Made Yulian" userId="238af46a17e978c5" providerId="LiveId" clId="{81D0E4DD-3C63-4A22-BC49-59D4116F773B}" dt="2023-07-22T03:22:10.396" v="223" actId="167"/>
        <pc:sldMkLst>
          <pc:docMk/>
          <pc:sldMk cId="3703034431" sldId="273"/>
        </pc:sldMkLst>
        <pc:spChg chg="mod">
          <ac:chgData name="Yossy Made Yulian" userId="238af46a17e978c5" providerId="LiveId" clId="{81D0E4DD-3C63-4A22-BC49-59D4116F773B}" dt="2023-07-22T03:21:38.305" v="216" actId="164"/>
          <ac:spMkLst>
            <pc:docMk/>
            <pc:sldMk cId="3703034431" sldId="273"/>
            <ac:spMk id="3" creationId="{47E9CE17-5E9E-457C-B9FE-1DCB2E0381EF}"/>
          </ac:spMkLst>
        </pc:spChg>
        <pc:spChg chg="mod">
          <ac:chgData name="Yossy Made Yulian" userId="238af46a17e978c5" providerId="LiveId" clId="{81D0E4DD-3C63-4A22-BC49-59D4116F773B}" dt="2023-07-22T03:21:38.305" v="216" actId="164"/>
          <ac:spMkLst>
            <pc:docMk/>
            <pc:sldMk cId="3703034431" sldId="273"/>
            <ac:spMk id="4" creationId="{BE463A08-EC51-4AF4-8141-CDB395B0367A}"/>
          </ac:spMkLst>
        </pc:spChg>
        <pc:spChg chg="mod">
          <ac:chgData name="Yossy Made Yulian" userId="238af46a17e978c5" providerId="LiveId" clId="{81D0E4DD-3C63-4A22-BC49-59D4116F773B}" dt="2023-07-22T03:21:38.305" v="216" actId="164"/>
          <ac:spMkLst>
            <pc:docMk/>
            <pc:sldMk cId="3703034431" sldId="273"/>
            <ac:spMk id="5" creationId="{4F535FB0-C9E9-4570-BDCE-DDEF10F29E02}"/>
          </ac:spMkLst>
        </pc:spChg>
        <pc:spChg chg="mod">
          <ac:chgData name="Yossy Made Yulian" userId="238af46a17e978c5" providerId="LiveId" clId="{81D0E4DD-3C63-4A22-BC49-59D4116F773B}" dt="2023-07-22T03:21:34.373" v="215" actId="207"/>
          <ac:spMkLst>
            <pc:docMk/>
            <pc:sldMk cId="3703034431" sldId="273"/>
            <ac:spMk id="7" creationId="{D306FA72-6C74-485F-8E3E-A27FE31AA206}"/>
          </ac:spMkLst>
        </pc:spChg>
        <pc:spChg chg="mod">
          <ac:chgData name="Yossy Made Yulian" userId="238af46a17e978c5" providerId="LiveId" clId="{81D0E4DD-3C63-4A22-BC49-59D4116F773B}" dt="2023-07-22T03:21:34.373" v="215" actId="207"/>
          <ac:spMkLst>
            <pc:docMk/>
            <pc:sldMk cId="3703034431" sldId="273"/>
            <ac:spMk id="16" creationId="{05D03900-F4FB-43E9-B756-9610A73F6801}"/>
          </ac:spMkLst>
        </pc:spChg>
        <pc:spChg chg="mod">
          <ac:chgData name="Yossy Made Yulian" userId="238af46a17e978c5" providerId="LiveId" clId="{81D0E4DD-3C63-4A22-BC49-59D4116F773B}" dt="2023-07-22T03:21:34.373" v="215" actId="207"/>
          <ac:spMkLst>
            <pc:docMk/>
            <pc:sldMk cId="3703034431" sldId="273"/>
            <ac:spMk id="19" creationId="{9CA34151-1372-4872-9B28-F6E3784C3F69}"/>
          </ac:spMkLst>
        </pc:spChg>
        <pc:spChg chg="mod">
          <ac:chgData name="Yossy Made Yulian" userId="238af46a17e978c5" providerId="LiveId" clId="{81D0E4DD-3C63-4A22-BC49-59D4116F773B}" dt="2023-07-22T03:22:08.466" v="222" actId="164"/>
          <ac:spMkLst>
            <pc:docMk/>
            <pc:sldMk cId="3703034431" sldId="273"/>
            <ac:spMk id="24" creationId="{294574FE-D1D0-4681-95FB-FE615226FD7A}"/>
          </ac:spMkLst>
        </pc:spChg>
        <pc:spChg chg="mod">
          <ac:chgData name="Yossy Made Yulian" userId="238af46a17e978c5" providerId="LiveId" clId="{81D0E4DD-3C63-4A22-BC49-59D4116F773B}" dt="2023-07-22T03:22:06.424" v="219" actId="164"/>
          <ac:spMkLst>
            <pc:docMk/>
            <pc:sldMk cId="3703034431" sldId="273"/>
            <ac:spMk id="26" creationId="{0A4685B2-7C78-4DEF-BF9E-9C3AD1246356}"/>
          </ac:spMkLst>
        </pc:spChg>
        <pc:grpChg chg="add mod">
          <ac:chgData name="Yossy Made Yulian" userId="238af46a17e978c5" providerId="LiveId" clId="{81D0E4DD-3C63-4A22-BC49-59D4116F773B}" dt="2023-07-22T03:21:38.305" v="216" actId="164"/>
          <ac:grpSpMkLst>
            <pc:docMk/>
            <pc:sldMk cId="3703034431" sldId="273"/>
            <ac:grpSpMk id="6" creationId="{92F48980-F8E9-CD0E-EE78-D03A2271A9C7}"/>
          </ac:grpSpMkLst>
        </pc:grpChg>
        <pc:grpChg chg="add mod">
          <ac:chgData name="Yossy Made Yulian" userId="238af46a17e978c5" providerId="LiveId" clId="{81D0E4DD-3C63-4A22-BC49-59D4116F773B}" dt="2023-07-22T03:22:08.466" v="222" actId="164"/>
          <ac:grpSpMkLst>
            <pc:docMk/>
            <pc:sldMk cId="3703034431" sldId="273"/>
            <ac:grpSpMk id="8" creationId="{2B7AD706-83DE-CD38-F6C7-A4556E7DB0F5}"/>
          </ac:grpSpMkLst>
        </pc:grpChg>
        <pc:grpChg chg="add mod ord">
          <ac:chgData name="Yossy Made Yulian" userId="238af46a17e978c5" providerId="LiveId" clId="{81D0E4DD-3C63-4A22-BC49-59D4116F773B}" dt="2023-07-22T03:22:10.396" v="223" actId="167"/>
          <ac:grpSpMkLst>
            <pc:docMk/>
            <pc:sldMk cId="3703034431" sldId="273"/>
            <ac:grpSpMk id="9" creationId="{8E471305-4765-821A-E468-F8BE701FBDB3}"/>
          </ac:grpSpMkLst>
        </pc:grpChg>
        <pc:cxnChg chg="mod">
          <ac:chgData name="Yossy Made Yulian" userId="238af46a17e978c5" providerId="LiveId" clId="{81D0E4DD-3C63-4A22-BC49-59D4116F773B}" dt="2023-07-22T03:22:06.424" v="219" actId="164"/>
          <ac:cxnSpMkLst>
            <pc:docMk/>
            <pc:sldMk cId="3703034431" sldId="273"/>
            <ac:cxnSpMk id="27" creationId="{B6F03B2E-146F-41D9-A130-9DDF3BCEC7C8}"/>
          </ac:cxnSpMkLst>
        </pc:cxnChg>
      </pc:sldChg>
      <pc:sldChg chg="modSp mod">
        <pc:chgData name="Yossy Made Yulian" userId="238af46a17e978c5" providerId="LiveId" clId="{81D0E4DD-3C63-4A22-BC49-59D4116F773B}" dt="2023-07-22T03:22:25.124" v="225" actId="207"/>
        <pc:sldMkLst>
          <pc:docMk/>
          <pc:sldMk cId="2256315654" sldId="274"/>
        </pc:sldMkLst>
        <pc:spChg chg="mod">
          <ac:chgData name="Yossy Made Yulian" userId="238af46a17e978c5" providerId="LiveId" clId="{81D0E4DD-3C63-4A22-BC49-59D4116F773B}" dt="2023-07-22T03:22:25.124" v="225" actId="207"/>
          <ac:spMkLst>
            <pc:docMk/>
            <pc:sldMk cId="2256315654" sldId="274"/>
            <ac:spMk id="10" creationId="{B8B3E2E5-6F8D-48E2-B9BB-986B88130ADA}"/>
          </ac:spMkLst>
        </pc:spChg>
        <pc:spChg chg="mod">
          <ac:chgData name="Yossy Made Yulian" userId="238af46a17e978c5" providerId="LiveId" clId="{81D0E4DD-3C63-4A22-BC49-59D4116F773B}" dt="2023-07-22T03:22:25.124" v="225" actId="207"/>
          <ac:spMkLst>
            <pc:docMk/>
            <pc:sldMk cId="2256315654" sldId="274"/>
            <ac:spMk id="12" creationId="{6EB204F7-A538-4267-80F6-39CCCDD07BDA}"/>
          </ac:spMkLst>
        </pc:spChg>
        <pc:spChg chg="mod">
          <ac:chgData name="Yossy Made Yulian" userId="238af46a17e978c5" providerId="LiveId" clId="{81D0E4DD-3C63-4A22-BC49-59D4116F773B}" dt="2023-07-22T03:22:25.124" v="225" actId="207"/>
          <ac:spMkLst>
            <pc:docMk/>
            <pc:sldMk cId="2256315654" sldId="274"/>
            <ac:spMk id="14" creationId="{5F19ED52-5591-4579-B959-1D58954A5734}"/>
          </ac:spMkLst>
        </pc:spChg>
        <pc:spChg chg="mod">
          <ac:chgData name="Yossy Made Yulian" userId="238af46a17e978c5" providerId="LiveId" clId="{81D0E4DD-3C63-4A22-BC49-59D4116F773B}" dt="2023-07-22T03:22:20.591" v="224" actId="207"/>
          <ac:spMkLst>
            <pc:docMk/>
            <pc:sldMk cId="2256315654" sldId="274"/>
            <ac:spMk id="16" creationId="{6EA92475-8F4C-4C15-9A95-94EDC52F1C5A}"/>
          </ac:spMkLst>
        </pc:spChg>
      </pc:sldChg>
      <pc:sldChg chg="addSp modSp mod">
        <pc:chgData name="Yossy Made Yulian" userId="238af46a17e978c5" providerId="LiveId" clId="{81D0E4DD-3C63-4A22-BC49-59D4116F773B}" dt="2023-07-22T03:22:56.738" v="235" actId="164"/>
        <pc:sldMkLst>
          <pc:docMk/>
          <pc:sldMk cId="2923264254" sldId="275"/>
        </pc:sldMkLst>
        <pc:spChg chg="mod">
          <ac:chgData name="Yossy Made Yulian" userId="238af46a17e978c5" providerId="LiveId" clId="{81D0E4DD-3C63-4A22-BC49-59D4116F773B}" dt="2023-07-22T03:22:36.559" v="227" actId="207"/>
          <ac:spMkLst>
            <pc:docMk/>
            <pc:sldMk cId="2923264254" sldId="275"/>
            <ac:spMk id="8" creationId="{14D095E9-7844-4B1A-A730-E137C3EDF0BE}"/>
          </ac:spMkLst>
        </pc:spChg>
        <pc:spChg chg="mod">
          <ac:chgData name="Yossy Made Yulian" userId="238af46a17e978c5" providerId="LiveId" clId="{81D0E4DD-3C63-4A22-BC49-59D4116F773B}" dt="2023-07-22T03:22:36.559" v="227" actId="207"/>
          <ac:spMkLst>
            <pc:docMk/>
            <pc:sldMk cId="2923264254" sldId="275"/>
            <ac:spMk id="23" creationId="{B51CEDF2-A55A-404F-B9DB-5E807573BFDB}"/>
          </ac:spMkLst>
        </pc:spChg>
        <pc:spChg chg="mod">
          <ac:chgData name="Yossy Made Yulian" userId="238af46a17e978c5" providerId="LiveId" clId="{81D0E4DD-3C63-4A22-BC49-59D4116F773B}" dt="2023-07-22T03:22:56.738" v="235" actId="164"/>
          <ac:spMkLst>
            <pc:docMk/>
            <pc:sldMk cId="2923264254" sldId="275"/>
            <ac:spMk id="29" creationId="{C0F17299-4516-41DF-85EA-62562EAD59FE}"/>
          </ac:spMkLst>
        </pc:spChg>
        <pc:spChg chg="mod">
          <ac:chgData name="Yossy Made Yulian" userId="238af46a17e978c5" providerId="LiveId" clId="{81D0E4DD-3C63-4A22-BC49-59D4116F773B}" dt="2023-07-22T03:22:56.738" v="235" actId="164"/>
          <ac:spMkLst>
            <pc:docMk/>
            <pc:sldMk cId="2923264254" sldId="275"/>
            <ac:spMk id="30" creationId="{566E6476-520A-4199-84EB-EB17A0AC6195}"/>
          </ac:spMkLst>
        </pc:spChg>
        <pc:spChg chg="mod">
          <ac:chgData name="Yossy Made Yulian" userId="238af46a17e978c5" providerId="LiveId" clId="{81D0E4DD-3C63-4A22-BC49-59D4116F773B}" dt="2023-07-22T03:22:51.381" v="233" actId="164"/>
          <ac:spMkLst>
            <pc:docMk/>
            <pc:sldMk cId="2923264254" sldId="275"/>
            <ac:spMk id="42" creationId="{12EBC169-B847-4FAD-ABCA-5F0D1B54F9F5}"/>
          </ac:spMkLst>
        </pc:spChg>
        <pc:spChg chg="mod">
          <ac:chgData name="Yossy Made Yulian" userId="238af46a17e978c5" providerId="LiveId" clId="{81D0E4DD-3C63-4A22-BC49-59D4116F773B}" dt="2023-07-22T03:22:51.381" v="233" actId="164"/>
          <ac:spMkLst>
            <pc:docMk/>
            <pc:sldMk cId="2923264254" sldId="275"/>
            <ac:spMk id="43" creationId="{347AD7F5-E3EA-4657-AB05-0327D1937C88}"/>
          </ac:spMkLst>
        </pc:spChg>
        <pc:spChg chg="mod">
          <ac:chgData name="Yossy Made Yulian" userId="238af46a17e978c5" providerId="LiveId" clId="{81D0E4DD-3C63-4A22-BC49-59D4116F773B}" dt="2023-07-22T03:22:36.559" v="227" actId="207"/>
          <ac:spMkLst>
            <pc:docMk/>
            <pc:sldMk cId="2923264254" sldId="275"/>
            <ac:spMk id="56" creationId="{95E52988-A082-407C-8385-39C7149BC690}"/>
          </ac:spMkLst>
        </pc:spChg>
        <pc:grpChg chg="add mod ord">
          <ac:chgData name="Yossy Made Yulian" userId="238af46a17e978c5" providerId="LiveId" clId="{81D0E4DD-3C63-4A22-BC49-59D4116F773B}" dt="2023-07-22T03:22:54.632" v="234" actId="167"/>
          <ac:grpSpMkLst>
            <pc:docMk/>
            <pc:sldMk cId="2923264254" sldId="275"/>
            <ac:grpSpMk id="6" creationId="{D30A15A5-52F4-D86F-3A77-A8B483CE12AF}"/>
          </ac:grpSpMkLst>
        </pc:grpChg>
        <pc:grpChg chg="add mod">
          <ac:chgData name="Yossy Made Yulian" userId="238af46a17e978c5" providerId="LiveId" clId="{81D0E4DD-3C63-4A22-BC49-59D4116F773B}" dt="2023-07-22T03:22:56.738" v="235" actId="164"/>
          <ac:grpSpMkLst>
            <pc:docMk/>
            <pc:sldMk cId="2923264254" sldId="275"/>
            <ac:grpSpMk id="9" creationId="{C1212F9B-D24A-70E6-72E1-2533305BA667}"/>
          </ac:grpSpMkLst>
        </pc:grpChg>
        <pc:picChg chg="ord">
          <ac:chgData name="Yossy Made Yulian" userId="238af46a17e978c5" providerId="LiveId" clId="{81D0E4DD-3C63-4A22-BC49-59D4116F773B}" dt="2023-07-22T03:22:54.632" v="234" actId="167"/>
          <ac:picMkLst>
            <pc:docMk/>
            <pc:sldMk cId="2923264254" sldId="275"/>
            <ac:picMk id="66" creationId="{D8463148-2242-4E34-A6C7-FC86D4A36170}"/>
          </ac:picMkLst>
        </pc:picChg>
      </pc:sldChg>
      <pc:sldChg chg="addSp modSp mod">
        <pc:chgData name="Yossy Made Yulian" userId="238af46a17e978c5" providerId="LiveId" clId="{81D0E4DD-3C63-4A22-BC49-59D4116F773B}" dt="2023-07-22T03:24:50.634" v="243" actId="167"/>
        <pc:sldMkLst>
          <pc:docMk/>
          <pc:sldMk cId="1670828866" sldId="276"/>
        </pc:sldMkLst>
        <pc:spChg chg="mod">
          <ac:chgData name="Yossy Made Yulian" userId="238af46a17e978c5" providerId="LiveId" clId="{81D0E4DD-3C63-4A22-BC49-59D4116F773B}" dt="2023-07-22T03:24:27.883" v="236" actId="207"/>
          <ac:spMkLst>
            <pc:docMk/>
            <pc:sldMk cId="1670828866" sldId="276"/>
            <ac:spMk id="12" creationId="{76922212-29A9-4FCE-8FBB-99984C361658}"/>
          </ac:spMkLst>
        </pc:spChg>
        <pc:spChg chg="mod">
          <ac:chgData name="Yossy Made Yulian" userId="238af46a17e978c5" providerId="LiveId" clId="{81D0E4DD-3C63-4A22-BC49-59D4116F773B}" dt="2023-07-22T03:24:42.239" v="239" actId="164"/>
          <ac:spMkLst>
            <pc:docMk/>
            <pc:sldMk cId="1670828866" sldId="276"/>
            <ac:spMk id="13" creationId="{7B9CDB2D-0BD1-482A-A4EF-8D095D0B0EDC}"/>
          </ac:spMkLst>
        </pc:spChg>
        <pc:spChg chg="mod">
          <ac:chgData name="Yossy Made Yulian" userId="238af46a17e978c5" providerId="LiveId" clId="{81D0E4DD-3C63-4A22-BC49-59D4116F773B}" dt="2023-07-22T03:24:44.075" v="240" actId="164"/>
          <ac:spMkLst>
            <pc:docMk/>
            <pc:sldMk cId="1670828866" sldId="276"/>
            <ac:spMk id="14" creationId="{75021670-56E8-4C8C-B967-2EF656FA8A45}"/>
          </ac:spMkLst>
        </pc:spChg>
        <pc:spChg chg="mod">
          <ac:chgData name="Yossy Made Yulian" userId="238af46a17e978c5" providerId="LiveId" clId="{81D0E4DD-3C63-4A22-BC49-59D4116F773B}" dt="2023-07-22T03:24:46.491" v="241" actId="164"/>
          <ac:spMkLst>
            <pc:docMk/>
            <pc:sldMk cId="1670828866" sldId="276"/>
            <ac:spMk id="15" creationId="{40936222-2126-4FC0-A6FC-F1FA22A6C6F8}"/>
          </ac:spMkLst>
        </pc:spChg>
        <pc:spChg chg="mod">
          <ac:chgData name="Yossy Made Yulian" userId="238af46a17e978c5" providerId="LiveId" clId="{81D0E4DD-3C63-4A22-BC49-59D4116F773B}" dt="2023-07-22T03:24:27.883" v="236" actId="207"/>
          <ac:spMkLst>
            <pc:docMk/>
            <pc:sldMk cId="1670828866" sldId="276"/>
            <ac:spMk id="18" creationId="{CD005273-0821-4F1A-8667-609F7E2B1C1B}"/>
          </ac:spMkLst>
        </pc:spChg>
        <pc:spChg chg="mod">
          <ac:chgData name="Yossy Made Yulian" userId="238af46a17e978c5" providerId="LiveId" clId="{81D0E4DD-3C63-4A22-BC49-59D4116F773B}" dt="2023-07-22T03:24:27.883" v="236" actId="207"/>
          <ac:spMkLst>
            <pc:docMk/>
            <pc:sldMk cId="1670828866" sldId="276"/>
            <ac:spMk id="23" creationId="{D2FF9567-1533-46A6-8DA7-D8E58498E65D}"/>
          </ac:spMkLst>
        </pc:spChg>
        <pc:spChg chg="mod">
          <ac:chgData name="Yossy Made Yulian" userId="238af46a17e978c5" providerId="LiveId" clId="{81D0E4DD-3C63-4A22-BC49-59D4116F773B}" dt="2023-07-22T03:24:33.753" v="237" actId="207"/>
          <ac:spMkLst>
            <pc:docMk/>
            <pc:sldMk cId="1670828866" sldId="276"/>
            <ac:spMk id="26" creationId="{2C21C296-D89C-41A6-9959-DD5C8B8DDFCE}"/>
          </ac:spMkLst>
        </pc:spChg>
        <pc:spChg chg="mod">
          <ac:chgData name="Yossy Made Yulian" userId="238af46a17e978c5" providerId="LiveId" clId="{81D0E4DD-3C63-4A22-BC49-59D4116F773B}" dt="2023-07-22T03:24:37.511" v="238" actId="164"/>
          <ac:spMkLst>
            <pc:docMk/>
            <pc:sldMk cId="1670828866" sldId="276"/>
            <ac:spMk id="30" creationId="{F79C0609-B811-44E7-A057-1ECC00F74B78}"/>
          </ac:spMkLst>
        </pc:spChg>
        <pc:spChg chg="mod">
          <ac:chgData name="Yossy Made Yulian" userId="238af46a17e978c5" providerId="LiveId" clId="{81D0E4DD-3C63-4A22-BC49-59D4116F773B}" dt="2023-07-22T03:24:37.511" v="238" actId="164"/>
          <ac:spMkLst>
            <pc:docMk/>
            <pc:sldMk cId="1670828866" sldId="276"/>
            <ac:spMk id="31" creationId="{32506E52-661E-4C20-9484-6EB40336E097}"/>
          </ac:spMkLst>
        </pc:spChg>
        <pc:spChg chg="mod">
          <ac:chgData name="Yossy Made Yulian" userId="238af46a17e978c5" providerId="LiveId" clId="{81D0E4DD-3C63-4A22-BC49-59D4116F773B}" dt="2023-07-22T03:24:37.511" v="238" actId="164"/>
          <ac:spMkLst>
            <pc:docMk/>
            <pc:sldMk cId="1670828866" sldId="276"/>
            <ac:spMk id="32" creationId="{777AEA2C-E093-4838-A6E7-5124B4385EF7}"/>
          </ac:spMkLst>
        </pc:spChg>
        <pc:spChg chg="mod">
          <ac:chgData name="Yossy Made Yulian" userId="238af46a17e978c5" providerId="LiveId" clId="{81D0E4DD-3C63-4A22-BC49-59D4116F773B}" dt="2023-07-22T03:24:44.075" v="240" actId="164"/>
          <ac:spMkLst>
            <pc:docMk/>
            <pc:sldMk cId="1670828866" sldId="276"/>
            <ac:spMk id="36" creationId="{E79F1D4E-DB6F-44FC-A65E-DAB2B76B99CD}"/>
          </ac:spMkLst>
        </pc:spChg>
        <pc:spChg chg="mod">
          <ac:chgData name="Yossy Made Yulian" userId="238af46a17e978c5" providerId="LiveId" clId="{81D0E4DD-3C63-4A22-BC49-59D4116F773B}" dt="2023-07-22T03:24:42.239" v="239" actId="164"/>
          <ac:spMkLst>
            <pc:docMk/>
            <pc:sldMk cId="1670828866" sldId="276"/>
            <ac:spMk id="37" creationId="{2B26714D-9856-4522-818A-F8207549032C}"/>
          </ac:spMkLst>
        </pc:spChg>
        <pc:spChg chg="mod">
          <ac:chgData name="Yossy Made Yulian" userId="238af46a17e978c5" providerId="LiveId" clId="{81D0E4DD-3C63-4A22-BC49-59D4116F773B}" dt="2023-07-22T03:24:46.491" v="241" actId="164"/>
          <ac:spMkLst>
            <pc:docMk/>
            <pc:sldMk cId="1670828866" sldId="276"/>
            <ac:spMk id="38" creationId="{7458870F-970B-4503-890B-95F858E8FF59}"/>
          </ac:spMkLst>
        </pc:spChg>
        <pc:grpChg chg="add mod ord">
          <ac:chgData name="Yossy Made Yulian" userId="238af46a17e978c5" providerId="LiveId" clId="{81D0E4DD-3C63-4A22-BC49-59D4116F773B}" dt="2023-07-22T03:24:50.634" v="243" actId="167"/>
          <ac:grpSpMkLst>
            <pc:docMk/>
            <pc:sldMk cId="1670828866" sldId="276"/>
            <ac:grpSpMk id="7" creationId="{C242DAA3-20E5-66ED-11F2-479B30AC0FE5}"/>
          </ac:grpSpMkLst>
        </pc:grpChg>
        <pc:grpChg chg="add mod ord">
          <ac:chgData name="Yossy Made Yulian" userId="238af46a17e978c5" providerId="LiveId" clId="{81D0E4DD-3C63-4A22-BC49-59D4116F773B}" dt="2023-07-22T03:24:48.458" v="242" actId="167"/>
          <ac:grpSpMkLst>
            <pc:docMk/>
            <pc:sldMk cId="1670828866" sldId="276"/>
            <ac:grpSpMk id="8" creationId="{7ACF5113-04D8-1D7B-AADD-DFCCDDAC37B0}"/>
          </ac:grpSpMkLst>
        </pc:grpChg>
        <pc:grpChg chg="add mod ord">
          <ac:chgData name="Yossy Made Yulian" userId="238af46a17e978c5" providerId="LiveId" clId="{81D0E4DD-3C63-4A22-BC49-59D4116F773B}" dt="2023-07-22T03:24:48.458" v="242" actId="167"/>
          <ac:grpSpMkLst>
            <pc:docMk/>
            <pc:sldMk cId="1670828866" sldId="276"/>
            <ac:grpSpMk id="11" creationId="{79B802B9-33F6-073D-4B2A-A46140685282}"/>
          </ac:grpSpMkLst>
        </pc:grpChg>
        <pc:grpChg chg="add mod ord">
          <ac:chgData name="Yossy Made Yulian" userId="238af46a17e978c5" providerId="LiveId" clId="{81D0E4DD-3C63-4A22-BC49-59D4116F773B}" dt="2023-07-22T03:24:48.458" v="242" actId="167"/>
          <ac:grpSpMkLst>
            <pc:docMk/>
            <pc:sldMk cId="1670828866" sldId="276"/>
            <ac:grpSpMk id="16" creationId="{F7A2524F-68FE-E030-7FAB-5D62514EAE71}"/>
          </ac:grpSpMkLst>
        </pc:grpChg>
      </pc:sldChg>
      <pc:sldChg chg="addSp modSp mod">
        <pc:chgData name="Yossy Made Yulian" userId="238af46a17e978c5" providerId="LiveId" clId="{81D0E4DD-3C63-4A22-BC49-59D4116F773B}" dt="2023-07-22T03:25:25.692" v="246" actId="164"/>
        <pc:sldMkLst>
          <pc:docMk/>
          <pc:sldMk cId="3057893996" sldId="277"/>
        </pc:sldMkLst>
        <pc:spChg chg="mod">
          <ac:chgData name="Yossy Made Yulian" userId="238af46a17e978c5" providerId="LiveId" clId="{81D0E4DD-3C63-4A22-BC49-59D4116F773B}" dt="2023-07-22T03:25:20.147" v="244" actId="207"/>
          <ac:spMkLst>
            <pc:docMk/>
            <pc:sldMk cId="3057893996" sldId="277"/>
            <ac:spMk id="7" creationId="{2F96E2D0-D949-4BE9-B560-6607A28D2763}"/>
          </ac:spMkLst>
        </pc:spChg>
        <pc:spChg chg="mod">
          <ac:chgData name="Yossy Made Yulian" userId="238af46a17e978c5" providerId="LiveId" clId="{81D0E4DD-3C63-4A22-BC49-59D4116F773B}" dt="2023-07-22T03:25:23.353" v="245" actId="164"/>
          <ac:spMkLst>
            <pc:docMk/>
            <pc:sldMk cId="3057893996" sldId="277"/>
            <ac:spMk id="8" creationId="{74E7241A-63BF-4776-9C4B-A51EC0972F2F}"/>
          </ac:spMkLst>
        </pc:spChg>
        <pc:spChg chg="mod">
          <ac:chgData name="Yossy Made Yulian" userId="238af46a17e978c5" providerId="LiveId" clId="{81D0E4DD-3C63-4A22-BC49-59D4116F773B}" dt="2023-07-22T03:25:25.692" v="246" actId="164"/>
          <ac:spMkLst>
            <pc:docMk/>
            <pc:sldMk cId="3057893996" sldId="277"/>
            <ac:spMk id="10" creationId="{3DF0415A-2BED-4D1F-8EA2-255F6AF4459A}"/>
          </ac:spMkLst>
        </pc:spChg>
        <pc:spChg chg="mod">
          <ac:chgData name="Yossy Made Yulian" userId="238af46a17e978c5" providerId="LiveId" clId="{81D0E4DD-3C63-4A22-BC49-59D4116F773B}" dt="2023-07-22T03:25:20.147" v="244" actId="207"/>
          <ac:spMkLst>
            <pc:docMk/>
            <pc:sldMk cId="3057893996" sldId="277"/>
            <ac:spMk id="12" creationId="{1C184B0A-01B3-4962-A0E1-35705FB2BBDC}"/>
          </ac:spMkLst>
        </pc:spChg>
        <pc:grpChg chg="add mod">
          <ac:chgData name="Yossy Made Yulian" userId="238af46a17e978c5" providerId="LiveId" clId="{81D0E4DD-3C63-4A22-BC49-59D4116F773B}" dt="2023-07-22T03:25:25.692" v="246" actId="164"/>
          <ac:grpSpMkLst>
            <pc:docMk/>
            <pc:sldMk cId="3057893996" sldId="277"/>
            <ac:grpSpMk id="9" creationId="{5BE72D3B-1C81-EC9D-D56D-03B2C29B1B20}"/>
          </ac:grpSpMkLst>
        </pc:grpChg>
        <pc:grpChg chg="add mod">
          <ac:chgData name="Yossy Made Yulian" userId="238af46a17e978c5" providerId="LiveId" clId="{81D0E4DD-3C63-4A22-BC49-59D4116F773B}" dt="2023-07-22T03:25:25.692" v="246" actId="164"/>
          <ac:grpSpMkLst>
            <pc:docMk/>
            <pc:sldMk cId="3057893996" sldId="277"/>
            <ac:grpSpMk id="21" creationId="{5AFB3AFF-80DC-DCBF-D27F-E6C85A13E433}"/>
          </ac:grpSpMkLst>
        </pc:grpChg>
        <pc:grpChg chg="mod">
          <ac:chgData name="Yossy Made Yulian" userId="238af46a17e978c5" providerId="LiveId" clId="{81D0E4DD-3C63-4A22-BC49-59D4116F773B}" dt="2023-07-22T03:25:23.353" v="245" actId="164"/>
          <ac:grpSpMkLst>
            <pc:docMk/>
            <pc:sldMk cId="3057893996" sldId="277"/>
            <ac:grpSpMk id="30" creationId="{54E3D7D8-5A14-465F-96E4-8633C467CDA7}"/>
          </ac:grpSpMkLst>
        </pc:grpChg>
      </pc:sldChg>
      <pc:sldChg chg="modSp mod">
        <pc:chgData name="Yossy Made Yulian" userId="238af46a17e978c5" providerId="LiveId" clId="{81D0E4DD-3C63-4A22-BC49-59D4116F773B}" dt="2023-07-22T03:25:45.365" v="251" actId="207"/>
        <pc:sldMkLst>
          <pc:docMk/>
          <pc:sldMk cId="1408647828" sldId="278"/>
        </pc:sldMkLst>
        <pc:spChg chg="mod">
          <ac:chgData name="Yossy Made Yulian" userId="238af46a17e978c5" providerId="LiveId" clId="{81D0E4DD-3C63-4A22-BC49-59D4116F773B}" dt="2023-07-22T03:25:45.365" v="251" actId="207"/>
          <ac:spMkLst>
            <pc:docMk/>
            <pc:sldMk cId="1408647828" sldId="278"/>
            <ac:spMk id="7" creationId="{E372B2A0-E0BD-4C19-A1D3-5FB6A9240357}"/>
          </ac:spMkLst>
        </pc:spChg>
        <pc:spChg chg="mod">
          <ac:chgData name="Yossy Made Yulian" userId="238af46a17e978c5" providerId="LiveId" clId="{81D0E4DD-3C63-4A22-BC49-59D4116F773B}" dt="2023-07-22T03:25:45.365" v="251" actId="207"/>
          <ac:spMkLst>
            <pc:docMk/>
            <pc:sldMk cId="1408647828" sldId="278"/>
            <ac:spMk id="20" creationId="{46784ADC-777C-4EA4-A8F8-14E081147809}"/>
          </ac:spMkLst>
        </pc:spChg>
        <pc:spChg chg="mod">
          <ac:chgData name="Yossy Made Yulian" userId="238af46a17e978c5" providerId="LiveId" clId="{81D0E4DD-3C63-4A22-BC49-59D4116F773B}" dt="2023-07-22T03:25:45.365" v="251" actId="207"/>
          <ac:spMkLst>
            <pc:docMk/>
            <pc:sldMk cId="1408647828" sldId="278"/>
            <ac:spMk id="28" creationId="{2525F822-C7FF-47BB-86FD-2165D8E0F0FD}"/>
          </ac:spMkLst>
        </pc:spChg>
      </pc:sldChg>
      <pc:sldChg chg="addSp modSp mod">
        <pc:chgData name="Yossy Made Yulian" userId="238af46a17e978c5" providerId="LiveId" clId="{81D0E4DD-3C63-4A22-BC49-59D4116F773B}" dt="2023-07-22T03:26:06.966" v="255" actId="164"/>
        <pc:sldMkLst>
          <pc:docMk/>
          <pc:sldMk cId="3599236397" sldId="279"/>
        </pc:sldMkLst>
        <pc:spChg chg="mod">
          <ac:chgData name="Yossy Made Yulian" userId="238af46a17e978c5" providerId="LiveId" clId="{81D0E4DD-3C63-4A22-BC49-59D4116F773B}" dt="2023-07-22T03:26:00.157" v="252" actId="207"/>
          <ac:spMkLst>
            <pc:docMk/>
            <pc:sldMk cId="3599236397" sldId="279"/>
            <ac:spMk id="15" creationId="{0AB6F2AF-E76C-44AF-9ED9-DBBB01392CAB}"/>
          </ac:spMkLst>
        </pc:spChg>
        <pc:spChg chg="mod">
          <ac:chgData name="Yossy Made Yulian" userId="238af46a17e978c5" providerId="LiveId" clId="{81D0E4DD-3C63-4A22-BC49-59D4116F773B}" dt="2023-07-22T03:26:00.157" v="252" actId="207"/>
          <ac:spMkLst>
            <pc:docMk/>
            <pc:sldMk cId="3599236397" sldId="279"/>
            <ac:spMk id="18" creationId="{669C591F-6720-4C50-BE07-A06EB3512E53}"/>
          </ac:spMkLst>
        </pc:spChg>
        <pc:grpChg chg="add mod">
          <ac:chgData name="Yossy Made Yulian" userId="238af46a17e978c5" providerId="LiveId" clId="{81D0E4DD-3C63-4A22-BC49-59D4116F773B}" dt="2023-07-22T03:26:03.219" v="253" actId="164"/>
          <ac:grpSpMkLst>
            <pc:docMk/>
            <pc:sldMk cId="3599236397" sldId="279"/>
            <ac:grpSpMk id="2" creationId="{FCA14795-C53C-3F5C-4A4F-1C693DC8B258}"/>
          </ac:grpSpMkLst>
        </pc:grpChg>
        <pc:grpChg chg="add mod">
          <ac:chgData name="Yossy Made Yulian" userId="238af46a17e978c5" providerId="LiveId" clId="{81D0E4DD-3C63-4A22-BC49-59D4116F773B}" dt="2023-07-22T03:26:04.798" v="254" actId="164"/>
          <ac:grpSpMkLst>
            <pc:docMk/>
            <pc:sldMk cId="3599236397" sldId="279"/>
            <ac:grpSpMk id="3" creationId="{70505C6B-084B-1ADB-59AC-39037FF0A348}"/>
          </ac:grpSpMkLst>
        </pc:grpChg>
        <pc:grpChg chg="add mod">
          <ac:chgData name="Yossy Made Yulian" userId="238af46a17e978c5" providerId="LiveId" clId="{81D0E4DD-3C63-4A22-BC49-59D4116F773B}" dt="2023-07-22T03:26:06.966" v="255" actId="164"/>
          <ac:grpSpMkLst>
            <pc:docMk/>
            <pc:sldMk cId="3599236397" sldId="279"/>
            <ac:grpSpMk id="4" creationId="{3F0CCB50-63AD-D8CF-D729-2DB8061383B9}"/>
          </ac:grpSpMkLst>
        </pc:grpChg>
        <pc:cxnChg chg="mod">
          <ac:chgData name="Yossy Made Yulian" userId="238af46a17e978c5" providerId="LiveId" clId="{81D0E4DD-3C63-4A22-BC49-59D4116F773B}" dt="2023-07-22T03:26:06.966" v="255" actId="164"/>
          <ac:cxnSpMkLst>
            <pc:docMk/>
            <pc:sldMk cId="3599236397" sldId="279"/>
            <ac:cxnSpMk id="30" creationId="{F63B8D47-FE72-4707-AD80-7E1A73C9E31A}"/>
          </ac:cxnSpMkLst>
        </pc:cxnChg>
        <pc:cxnChg chg="mod">
          <ac:chgData name="Yossy Made Yulian" userId="238af46a17e978c5" providerId="LiveId" clId="{81D0E4DD-3C63-4A22-BC49-59D4116F773B}" dt="2023-07-22T03:26:06.966" v="255" actId="164"/>
          <ac:cxnSpMkLst>
            <pc:docMk/>
            <pc:sldMk cId="3599236397" sldId="279"/>
            <ac:cxnSpMk id="31" creationId="{120F7710-17EB-49E5-A3D9-8DA80906BD4B}"/>
          </ac:cxnSpMkLst>
        </pc:cxnChg>
        <pc:cxnChg chg="mod">
          <ac:chgData name="Yossy Made Yulian" userId="238af46a17e978c5" providerId="LiveId" clId="{81D0E4DD-3C63-4A22-BC49-59D4116F773B}" dt="2023-07-22T03:26:04.798" v="254" actId="164"/>
          <ac:cxnSpMkLst>
            <pc:docMk/>
            <pc:sldMk cId="3599236397" sldId="279"/>
            <ac:cxnSpMk id="38" creationId="{7CE63CE6-9E82-4089-843A-2A7223D98E03}"/>
          </ac:cxnSpMkLst>
        </pc:cxnChg>
        <pc:cxnChg chg="mod">
          <ac:chgData name="Yossy Made Yulian" userId="238af46a17e978c5" providerId="LiveId" clId="{81D0E4DD-3C63-4A22-BC49-59D4116F773B}" dt="2023-07-22T03:26:04.798" v="254" actId="164"/>
          <ac:cxnSpMkLst>
            <pc:docMk/>
            <pc:sldMk cId="3599236397" sldId="279"/>
            <ac:cxnSpMk id="39" creationId="{378EB5BD-996E-44B4-B597-01A1D688367A}"/>
          </ac:cxnSpMkLst>
        </pc:cxnChg>
        <pc:cxnChg chg="mod">
          <ac:chgData name="Yossy Made Yulian" userId="238af46a17e978c5" providerId="LiveId" clId="{81D0E4DD-3C63-4A22-BC49-59D4116F773B}" dt="2023-07-22T03:26:03.219" v="253" actId="164"/>
          <ac:cxnSpMkLst>
            <pc:docMk/>
            <pc:sldMk cId="3599236397" sldId="279"/>
            <ac:cxnSpMk id="42" creationId="{EC94C246-3069-483A-A060-9D689AD6C504}"/>
          </ac:cxnSpMkLst>
        </pc:cxnChg>
        <pc:cxnChg chg="mod">
          <ac:chgData name="Yossy Made Yulian" userId="238af46a17e978c5" providerId="LiveId" clId="{81D0E4DD-3C63-4A22-BC49-59D4116F773B}" dt="2023-07-22T03:26:03.219" v="253" actId="164"/>
          <ac:cxnSpMkLst>
            <pc:docMk/>
            <pc:sldMk cId="3599236397" sldId="279"/>
            <ac:cxnSpMk id="43" creationId="{D8C33BB1-0B6A-48AF-ADC2-D35A5EF0FDFF}"/>
          </ac:cxnSpMkLst>
        </pc:cxnChg>
      </pc:sldChg>
      <pc:sldChg chg="addSp modSp mod">
        <pc:chgData name="Yossy Made Yulian" userId="238af46a17e978c5" providerId="LiveId" clId="{81D0E4DD-3C63-4A22-BC49-59D4116F773B}" dt="2023-07-22T03:26:30.367" v="261" actId="164"/>
        <pc:sldMkLst>
          <pc:docMk/>
          <pc:sldMk cId="4206766022" sldId="280"/>
        </pc:sldMkLst>
        <pc:spChg chg="mod">
          <ac:chgData name="Yossy Made Yulian" userId="238af46a17e978c5" providerId="LiveId" clId="{81D0E4DD-3C63-4A22-BC49-59D4116F773B}" dt="2023-07-22T03:26:18.650" v="259" actId="1076"/>
          <ac:spMkLst>
            <pc:docMk/>
            <pc:sldMk cId="4206766022" sldId="280"/>
            <ac:spMk id="12" creationId="{EAAF5D7E-2A2E-48E9-8C7E-8EFDC36708CB}"/>
          </ac:spMkLst>
        </pc:spChg>
        <pc:spChg chg="mod">
          <ac:chgData name="Yossy Made Yulian" userId="238af46a17e978c5" providerId="LiveId" clId="{81D0E4DD-3C63-4A22-BC49-59D4116F773B}" dt="2023-07-22T03:26:30.367" v="261" actId="164"/>
          <ac:spMkLst>
            <pc:docMk/>
            <pc:sldMk cId="4206766022" sldId="280"/>
            <ac:spMk id="69" creationId="{30BF472B-18F3-4EDC-8C62-20770FA24D05}"/>
          </ac:spMkLst>
        </pc:spChg>
        <pc:spChg chg="mod">
          <ac:chgData name="Yossy Made Yulian" userId="238af46a17e978c5" providerId="LiveId" clId="{81D0E4DD-3C63-4A22-BC49-59D4116F773B}" dt="2023-07-22T03:26:30.367" v="261" actId="164"/>
          <ac:spMkLst>
            <pc:docMk/>
            <pc:sldMk cId="4206766022" sldId="280"/>
            <ac:spMk id="70" creationId="{BA2153B3-2D89-44F0-859C-1F2B71707AC7}"/>
          </ac:spMkLst>
        </pc:spChg>
        <pc:spChg chg="mod">
          <ac:chgData name="Yossy Made Yulian" userId="238af46a17e978c5" providerId="LiveId" clId="{81D0E4DD-3C63-4A22-BC49-59D4116F773B}" dt="2023-07-22T03:26:30.367" v="261" actId="164"/>
          <ac:spMkLst>
            <pc:docMk/>
            <pc:sldMk cId="4206766022" sldId="280"/>
            <ac:spMk id="71" creationId="{BA7718D0-931C-45CB-987A-11A39207AC60}"/>
          </ac:spMkLst>
        </pc:spChg>
        <pc:spChg chg="mod">
          <ac:chgData name="Yossy Made Yulian" userId="238af46a17e978c5" providerId="LiveId" clId="{81D0E4DD-3C63-4A22-BC49-59D4116F773B}" dt="2023-07-22T03:26:30.367" v="261" actId="164"/>
          <ac:spMkLst>
            <pc:docMk/>
            <pc:sldMk cId="4206766022" sldId="280"/>
            <ac:spMk id="72" creationId="{72F1CD8D-7F0E-41A2-AFE3-A698EAE845DE}"/>
          </ac:spMkLst>
        </pc:spChg>
        <pc:spChg chg="mod">
          <ac:chgData name="Yossy Made Yulian" userId="238af46a17e978c5" providerId="LiveId" clId="{81D0E4DD-3C63-4A22-BC49-59D4116F773B}" dt="2023-07-22T03:26:30.367" v="261" actId="164"/>
          <ac:spMkLst>
            <pc:docMk/>
            <pc:sldMk cId="4206766022" sldId="280"/>
            <ac:spMk id="73" creationId="{EA5ADC50-53F7-4ABC-A2FB-8866879DECA5}"/>
          </ac:spMkLst>
        </pc:spChg>
        <pc:spChg chg="mod">
          <ac:chgData name="Yossy Made Yulian" userId="238af46a17e978c5" providerId="LiveId" clId="{81D0E4DD-3C63-4A22-BC49-59D4116F773B}" dt="2023-07-22T03:26:30.367" v="261" actId="164"/>
          <ac:spMkLst>
            <pc:docMk/>
            <pc:sldMk cId="4206766022" sldId="280"/>
            <ac:spMk id="74" creationId="{A008945B-256E-4D29-9B72-D729D7D80EF7}"/>
          </ac:spMkLst>
        </pc:spChg>
        <pc:spChg chg="mod">
          <ac:chgData name="Yossy Made Yulian" userId="238af46a17e978c5" providerId="LiveId" clId="{81D0E4DD-3C63-4A22-BC49-59D4116F773B}" dt="2023-07-22T03:26:24.268" v="260" actId="164"/>
          <ac:spMkLst>
            <pc:docMk/>
            <pc:sldMk cId="4206766022" sldId="280"/>
            <ac:spMk id="92" creationId="{5FEDFB3C-28B1-4F2B-B081-2AF4EEB17745}"/>
          </ac:spMkLst>
        </pc:spChg>
        <pc:spChg chg="mod">
          <ac:chgData name="Yossy Made Yulian" userId="238af46a17e978c5" providerId="LiveId" clId="{81D0E4DD-3C63-4A22-BC49-59D4116F773B}" dt="2023-07-22T03:26:24.268" v="260" actId="164"/>
          <ac:spMkLst>
            <pc:docMk/>
            <pc:sldMk cId="4206766022" sldId="280"/>
            <ac:spMk id="93" creationId="{7BDC7F46-2AB0-4ABA-9F85-786114860338}"/>
          </ac:spMkLst>
        </pc:spChg>
        <pc:spChg chg="mod">
          <ac:chgData name="Yossy Made Yulian" userId="238af46a17e978c5" providerId="LiveId" clId="{81D0E4DD-3C63-4A22-BC49-59D4116F773B}" dt="2023-07-22T03:26:24.268" v="260" actId="164"/>
          <ac:spMkLst>
            <pc:docMk/>
            <pc:sldMk cId="4206766022" sldId="280"/>
            <ac:spMk id="94" creationId="{F370CB70-FBF4-40E3-912E-C035949F5F89}"/>
          </ac:spMkLst>
        </pc:spChg>
        <pc:spChg chg="mod">
          <ac:chgData name="Yossy Made Yulian" userId="238af46a17e978c5" providerId="LiveId" clId="{81D0E4DD-3C63-4A22-BC49-59D4116F773B}" dt="2023-07-22T03:26:24.268" v="260" actId="164"/>
          <ac:spMkLst>
            <pc:docMk/>
            <pc:sldMk cId="4206766022" sldId="280"/>
            <ac:spMk id="95" creationId="{C8DEA90B-41D2-4045-9170-FCB4ACE950F5}"/>
          </ac:spMkLst>
        </pc:spChg>
        <pc:spChg chg="mod">
          <ac:chgData name="Yossy Made Yulian" userId="238af46a17e978c5" providerId="LiveId" clId="{81D0E4DD-3C63-4A22-BC49-59D4116F773B}" dt="2023-07-22T03:26:24.268" v="260" actId="164"/>
          <ac:spMkLst>
            <pc:docMk/>
            <pc:sldMk cId="4206766022" sldId="280"/>
            <ac:spMk id="96" creationId="{E853F814-7C18-4BAD-ACFC-C7D56E0ABCCA}"/>
          </ac:spMkLst>
        </pc:spChg>
        <pc:spChg chg="mod">
          <ac:chgData name="Yossy Made Yulian" userId="238af46a17e978c5" providerId="LiveId" clId="{81D0E4DD-3C63-4A22-BC49-59D4116F773B}" dt="2023-07-22T03:26:24.268" v="260" actId="164"/>
          <ac:spMkLst>
            <pc:docMk/>
            <pc:sldMk cId="4206766022" sldId="280"/>
            <ac:spMk id="97" creationId="{7702968A-1D2A-4AFF-9D79-700F78886AF2}"/>
          </ac:spMkLst>
        </pc:spChg>
        <pc:spChg chg="mod">
          <ac:chgData name="Yossy Made Yulian" userId="238af46a17e978c5" providerId="LiveId" clId="{81D0E4DD-3C63-4A22-BC49-59D4116F773B}" dt="2023-07-22T03:26:17.097" v="257" actId="1076"/>
          <ac:spMkLst>
            <pc:docMk/>
            <pc:sldMk cId="4206766022" sldId="280"/>
            <ac:spMk id="100" creationId="{960CEC6C-7E86-496B-96D4-0D771A37CA7D}"/>
          </ac:spMkLst>
        </pc:spChg>
        <pc:grpChg chg="add mod">
          <ac:chgData name="Yossy Made Yulian" userId="238af46a17e978c5" providerId="LiveId" clId="{81D0E4DD-3C63-4A22-BC49-59D4116F773B}" dt="2023-07-22T03:26:24.268" v="260" actId="164"/>
          <ac:grpSpMkLst>
            <pc:docMk/>
            <pc:sldMk cId="4206766022" sldId="280"/>
            <ac:grpSpMk id="7" creationId="{CC84448B-1AF1-E550-7347-2A8C4F4F227E}"/>
          </ac:grpSpMkLst>
        </pc:grpChg>
        <pc:grpChg chg="add mod">
          <ac:chgData name="Yossy Made Yulian" userId="238af46a17e978c5" providerId="LiveId" clId="{81D0E4DD-3C63-4A22-BC49-59D4116F773B}" dt="2023-07-22T03:26:30.367" v="261" actId="164"/>
          <ac:grpSpMkLst>
            <pc:docMk/>
            <pc:sldMk cId="4206766022" sldId="280"/>
            <ac:grpSpMk id="8" creationId="{FA17ECE1-D798-8E34-F18C-9D1C4E0C0240}"/>
          </ac:grpSpMkLst>
        </pc:grpChg>
      </pc:sldChg>
      <pc:sldChg chg="modSp mod">
        <pc:chgData name="Yossy Made Yulian" userId="238af46a17e978c5" providerId="LiveId" clId="{81D0E4DD-3C63-4A22-BC49-59D4116F773B}" dt="2023-07-22T03:27:03.465" v="265" actId="207"/>
        <pc:sldMkLst>
          <pc:docMk/>
          <pc:sldMk cId="1887080630" sldId="281"/>
        </pc:sldMkLst>
        <pc:spChg chg="mod">
          <ac:chgData name="Yossy Made Yulian" userId="238af46a17e978c5" providerId="LiveId" clId="{81D0E4DD-3C63-4A22-BC49-59D4116F773B}" dt="2023-07-22T03:26:51.703" v="263" actId="1076"/>
          <ac:spMkLst>
            <pc:docMk/>
            <pc:sldMk cId="1887080630" sldId="281"/>
            <ac:spMk id="8" creationId="{19896362-BE17-4980-9280-791B19251B40}"/>
          </ac:spMkLst>
        </pc:spChg>
        <pc:spChg chg="mod">
          <ac:chgData name="Yossy Made Yulian" userId="238af46a17e978c5" providerId="LiveId" clId="{81D0E4DD-3C63-4A22-BC49-59D4116F773B}" dt="2023-07-22T03:26:54.987" v="264" actId="207"/>
          <ac:spMkLst>
            <pc:docMk/>
            <pc:sldMk cId="1887080630" sldId="281"/>
            <ac:spMk id="19" creationId="{0F9FB0B2-3B2D-4831-96F3-CFD93BB35680}"/>
          </ac:spMkLst>
        </pc:spChg>
        <pc:spChg chg="mod">
          <ac:chgData name="Yossy Made Yulian" userId="238af46a17e978c5" providerId="LiveId" clId="{81D0E4DD-3C63-4A22-BC49-59D4116F773B}" dt="2023-07-22T03:26:54.987" v="264" actId="207"/>
          <ac:spMkLst>
            <pc:docMk/>
            <pc:sldMk cId="1887080630" sldId="281"/>
            <ac:spMk id="33" creationId="{B0B7115E-6280-43B5-A101-19EA0A3836C9}"/>
          </ac:spMkLst>
        </pc:spChg>
        <pc:spChg chg="mod">
          <ac:chgData name="Yossy Made Yulian" userId="238af46a17e978c5" providerId="LiveId" clId="{81D0E4DD-3C63-4A22-BC49-59D4116F773B}" dt="2023-07-22T03:27:03.465" v="265" actId="207"/>
          <ac:spMkLst>
            <pc:docMk/>
            <pc:sldMk cId="1887080630" sldId="281"/>
            <ac:spMk id="34" creationId="{7DB3B2ED-1A60-4560-8325-E08D055C865C}"/>
          </ac:spMkLst>
        </pc:spChg>
        <pc:spChg chg="mod">
          <ac:chgData name="Yossy Made Yulian" userId="238af46a17e978c5" providerId="LiveId" clId="{81D0E4DD-3C63-4A22-BC49-59D4116F773B}" dt="2023-07-22T03:26:54.987" v="264" actId="207"/>
          <ac:spMkLst>
            <pc:docMk/>
            <pc:sldMk cId="1887080630" sldId="281"/>
            <ac:spMk id="56" creationId="{A52EE45C-6F96-4920-8063-65ED68F1A8E8}"/>
          </ac:spMkLst>
        </pc:spChg>
        <pc:spChg chg="mod">
          <ac:chgData name="Yossy Made Yulian" userId="238af46a17e978c5" providerId="LiveId" clId="{81D0E4DD-3C63-4A22-BC49-59D4116F773B}" dt="2023-07-22T03:27:03.465" v="265" actId="207"/>
          <ac:spMkLst>
            <pc:docMk/>
            <pc:sldMk cId="1887080630" sldId="281"/>
            <ac:spMk id="57" creationId="{B0779EC3-BAFB-4998-BD2C-9EC927F18127}"/>
          </ac:spMkLst>
        </pc:spChg>
        <pc:spChg chg="mod">
          <ac:chgData name="Yossy Made Yulian" userId="238af46a17e978c5" providerId="LiveId" clId="{81D0E4DD-3C63-4A22-BC49-59D4116F773B}" dt="2023-07-22T03:26:54.987" v="264" actId="207"/>
          <ac:spMkLst>
            <pc:docMk/>
            <pc:sldMk cId="1887080630" sldId="281"/>
            <ac:spMk id="61" creationId="{ADF7FA33-4674-4075-B13B-2F121DFCC76E}"/>
          </ac:spMkLst>
        </pc:spChg>
      </pc:sldChg>
      <pc:sldChg chg="modSp mod">
        <pc:chgData name="Yossy Made Yulian" userId="238af46a17e978c5" providerId="LiveId" clId="{81D0E4DD-3C63-4A22-BC49-59D4116F773B}" dt="2023-07-22T03:28:08.647" v="270" actId="1076"/>
        <pc:sldMkLst>
          <pc:docMk/>
          <pc:sldMk cId="4100786510" sldId="282"/>
        </pc:sldMkLst>
        <pc:spChg chg="mod">
          <ac:chgData name="Yossy Made Yulian" userId="238af46a17e978c5" providerId="LiveId" clId="{81D0E4DD-3C63-4A22-BC49-59D4116F773B}" dt="2023-07-22T03:27:24.471" v="266" actId="207"/>
          <ac:spMkLst>
            <pc:docMk/>
            <pc:sldMk cId="4100786510" sldId="282"/>
            <ac:spMk id="12" creationId="{7A6182D1-B737-48A7-9102-6BC647716AE6}"/>
          </ac:spMkLst>
        </pc:spChg>
        <pc:spChg chg="mod">
          <ac:chgData name="Yossy Made Yulian" userId="238af46a17e978c5" providerId="LiveId" clId="{81D0E4DD-3C63-4A22-BC49-59D4116F773B}" dt="2023-07-22T03:27:24.471" v="266" actId="207"/>
          <ac:spMkLst>
            <pc:docMk/>
            <pc:sldMk cId="4100786510" sldId="282"/>
            <ac:spMk id="14" creationId="{EDAC6272-ED95-490C-891D-15D7C430BC45}"/>
          </ac:spMkLst>
        </pc:spChg>
        <pc:spChg chg="mod">
          <ac:chgData name="Yossy Made Yulian" userId="238af46a17e978c5" providerId="LiveId" clId="{81D0E4DD-3C63-4A22-BC49-59D4116F773B}" dt="2023-07-22T03:28:05.268" v="268" actId="1076"/>
          <ac:spMkLst>
            <pc:docMk/>
            <pc:sldMk cId="4100786510" sldId="282"/>
            <ac:spMk id="32" creationId="{DCF4A097-7BE0-46DF-ADF5-955BB7A0CEE2}"/>
          </ac:spMkLst>
        </pc:spChg>
        <pc:cxnChg chg="mod">
          <ac:chgData name="Yossy Made Yulian" userId="238af46a17e978c5" providerId="LiveId" clId="{81D0E4DD-3C63-4A22-BC49-59D4116F773B}" dt="2023-07-22T03:28:08.647" v="270" actId="1076"/>
          <ac:cxnSpMkLst>
            <pc:docMk/>
            <pc:sldMk cId="4100786510" sldId="282"/>
            <ac:cxnSpMk id="17" creationId="{19010DE9-82A5-453B-9BCB-19413EC42261}"/>
          </ac:cxnSpMkLst>
        </pc:cxnChg>
      </pc:sldChg>
      <pc:sldChg chg="addSp modSp mod">
        <pc:chgData name="Yossy Made Yulian" userId="238af46a17e978c5" providerId="LiveId" clId="{81D0E4DD-3C63-4A22-BC49-59D4116F773B}" dt="2023-07-22T03:29:08.893" v="277" actId="207"/>
        <pc:sldMkLst>
          <pc:docMk/>
          <pc:sldMk cId="2459824211" sldId="283"/>
        </pc:sldMkLst>
        <pc:spChg chg="mod">
          <ac:chgData name="Yossy Made Yulian" userId="238af46a17e978c5" providerId="LiveId" clId="{81D0E4DD-3C63-4A22-BC49-59D4116F773B}" dt="2023-07-22T03:28:48.100" v="271" actId="207"/>
          <ac:spMkLst>
            <pc:docMk/>
            <pc:sldMk cId="2459824211" sldId="283"/>
            <ac:spMk id="8" creationId="{2D8D5CF9-B3C0-437B-AC7C-3681E9463BDB}"/>
          </ac:spMkLst>
        </pc:spChg>
        <pc:spChg chg="mod">
          <ac:chgData name="Yossy Made Yulian" userId="238af46a17e978c5" providerId="LiveId" clId="{81D0E4DD-3C63-4A22-BC49-59D4116F773B}" dt="2023-07-22T03:29:08.893" v="277" actId="207"/>
          <ac:spMkLst>
            <pc:docMk/>
            <pc:sldMk cId="2459824211" sldId="283"/>
            <ac:spMk id="13" creationId="{8B87B070-8DF3-4A2B-97F6-952807F4DC63}"/>
          </ac:spMkLst>
        </pc:spChg>
        <pc:spChg chg="mod">
          <ac:chgData name="Yossy Made Yulian" userId="238af46a17e978c5" providerId="LiveId" clId="{81D0E4DD-3C63-4A22-BC49-59D4116F773B}" dt="2023-07-22T03:29:08.893" v="277" actId="207"/>
          <ac:spMkLst>
            <pc:docMk/>
            <pc:sldMk cId="2459824211" sldId="283"/>
            <ac:spMk id="19" creationId="{003CFB25-FF0C-4DC3-BB43-300B46CCCA9E}"/>
          </ac:spMkLst>
        </pc:spChg>
        <pc:spChg chg="mod">
          <ac:chgData name="Yossy Made Yulian" userId="238af46a17e978c5" providerId="LiveId" clId="{81D0E4DD-3C63-4A22-BC49-59D4116F773B}" dt="2023-07-22T03:28:50.696" v="272" actId="207"/>
          <ac:spMkLst>
            <pc:docMk/>
            <pc:sldMk cId="2459824211" sldId="283"/>
            <ac:spMk id="34" creationId="{E3DC85BB-F4CC-4C84-B115-F86DB666422B}"/>
          </ac:spMkLst>
        </pc:spChg>
        <pc:spChg chg="mod">
          <ac:chgData name="Yossy Made Yulian" userId="238af46a17e978c5" providerId="LiveId" clId="{81D0E4DD-3C63-4A22-BC49-59D4116F773B}" dt="2023-07-22T03:28:48.100" v="271" actId="207"/>
          <ac:spMkLst>
            <pc:docMk/>
            <pc:sldMk cId="2459824211" sldId="283"/>
            <ac:spMk id="57" creationId="{64F04E02-3BB4-4ED2-BD11-7F1D54751414}"/>
          </ac:spMkLst>
        </pc:spChg>
        <pc:spChg chg="mod">
          <ac:chgData name="Yossy Made Yulian" userId="238af46a17e978c5" providerId="LiveId" clId="{81D0E4DD-3C63-4A22-BC49-59D4116F773B}" dt="2023-07-22T03:28:48.100" v="271" actId="207"/>
          <ac:spMkLst>
            <pc:docMk/>
            <pc:sldMk cId="2459824211" sldId="283"/>
            <ac:spMk id="77" creationId="{5C3B9C6C-CC81-4B71-A5EE-9A3C1C4173CD}"/>
          </ac:spMkLst>
        </pc:spChg>
        <pc:spChg chg="mod">
          <ac:chgData name="Yossy Made Yulian" userId="238af46a17e978c5" providerId="LiveId" clId="{81D0E4DD-3C63-4A22-BC49-59D4116F773B}" dt="2023-07-22T03:28:48.100" v="271" actId="207"/>
          <ac:spMkLst>
            <pc:docMk/>
            <pc:sldMk cId="2459824211" sldId="283"/>
            <ac:spMk id="81" creationId="{A5295E95-1EB9-4321-858B-55F1ACDD851D}"/>
          </ac:spMkLst>
        </pc:spChg>
        <pc:grpChg chg="add mod">
          <ac:chgData name="Yossy Made Yulian" userId="238af46a17e978c5" providerId="LiveId" clId="{81D0E4DD-3C63-4A22-BC49-59D4116F773B}" dt="2023-07-22T03:28:54.204" v="273" actId="164"/>
          <ac:grpSpMkLst>
            <pc:docMk/>
            <pc:sldMk cId="2459824211" sldId="283"/>
            <ac:grpSpMk id="10" creationId="{45575EBA-A080-51A9-8A73-B1E0A00DBE5D}"/>
          </ac:grpSpMkLst>
        </pc:grpChg>
        <pc:grpChg chg="add mod">
          <ac:chgData name="Yossy Made Yulian" userId="238af46a17e978c5" providerId="LiveId" clId="{81D0E4DD-3C63-4A22-BC49-59D4116F773B}" dt="2023-07-22T03:29:03.645" v="276" actId="164"/>
          <ac:grpSpMkLst>
            <pc:docMk/>
            <pc:sldMk cId="2459824211" sldId="283"/>
            <ac:grpSpMk id="23" creationId="{26C409EF-CDFF-CA11-F225-D9C781B0E396}"/>
          </ac:grpSpMkLst>
        </pc:grpChg>
        <pc:cxnChg chg="mod">
          <ac:chgData name="Yossy Made Yulian" userId="238af46a17e978c5" providerId="LiveId" clId="{81D0E4DD-3C63-4A22-BC49-59D4116F773B}" dt="2023-07-22T03:28:54.204" v="273" actId="164"/>
          <ac:cxnSpMkLst>
            <pc:docMk/>
            <pc:sldMk cId="2459824211" sldId="283"/>
            <ac:cxnSpMk id="11" creationId="{4680EF58-9B19-4056-9069-93BBD94ED7C6}"/>
          </ac:cxnSpMkLst>
        </pc:cxnChg>
        <pc:cxnChg chg="mod">
          <ac:chgData name="Yossy Made Yulian" userId="238af46a17e978c5" providerId="LiveId" clId="{81D0E4DD-3C63-4A22-BC49-59D4116F773B}" dt="2023-07-22T03:28:54.204" v="273" actId="164"/>
          <ac:cxnSpMkLst>
            <pc:docMk/>
            <pc:sldMk cId="2459824211" sldId="283"/>
            <ac:cxnSpMk id="12" creationId="{CA33CE10-2571-41BC-87A4-589BEFDBB566}"/>
          </ac:cxnSpMkLst>
        </pc:cxnChg>
        <pc:cxnChg chg="mod">
          <ac:chgData name="Yossy Made Yulian" userId="238af46a17e978c5" providerId="LiveId" clId="{81D0E4DD-3C63-4A22-BC49-59D4116F773B}" dt="2023-07-22T03:29:03.645" v="276" actId="164"/>
          <ac:cxnSpMkLst>
            <pc:docMk/>
            <pc:sldMk cId="2459824211" sldId="283"/>
            <ac:cxnSpMk id="17" creationId="{FCA0C040-8B2D-4577-9E21-E5A5407BCDEA}"/>
          </ac:cxnSpMkLst>
        </pc:cxnChg>
        <pc:cxnChg chg="mod">
          <ac:chgData name="Yossy Made Yulian" userId="238af46a17e978c5" providerId="LiveId" clId="{81D0E4DD-3C63-4A22-BC49-59D4116F773B}" dt="2023-07-22T03:29:03.645" v="276" actId="164"/>
          <ac:cxnSpMkLst>
            <pc:docMk/>
            <pc:sldMk cId="2459824211" sldId="283"/>
            <ac:cxnSpMk id="18" creationId="{F1D1EDAF-E474-45F4-95F7-47EDE9CF197C}"/>
          </ac:cxnSpMkLst>
        </pc:cxnChg>
      </pc:sldChg>
      <pc:sldChg chg="addSp modSp mod">
        <pc:chgData name="Yossy Made Yulian" userId="238af46a17e978c5" providerId="LiveId" clId="{81D0E4DD-3C63-4A22-BC49-59D4116F773B}" dt="2023-07-22T03:30:01.716" v="285" actId="20577"/>
        <pc:sldMkLst>
          <pc:docMk/>
          <pc:sldMk cId="3086269123" sldId="284"/>
        </pc:sldMkLst>
        <pc:spChg chg="mod">
          <ac:chgData name="Yossy Made Yulian" userId="238af46a17e978c5" providerId="LiveId" clId="{81D0E4DD-3C63-4A22-BC49-59D4116F773B}" dt="2023-07-22T03:29:18.589" v="278" actId="207"/>
          <ac:spMkLst>
            <pc:docMk/>
            <pc:sldMk cId="3086269123" sldId="284"/>
            <ac:spMk id="8" creationId="{3317DF61-9559-40A7-B6E2-A772F2194A11}"/>
          </ac:spMkLst>
        </pc:spChg>
        <pc:spChg chg="mod">
          <ac:chgData name="Yossy Made Yulian" userId="238af46a17e978c5" providerId="LiveId" clId="{81D0E4DD-3C63-4A22-BC49-59D4116F773B}" dt="2023-07-22T03:29:18.589" v="278" actId="207"/>
          <ac:spMkLst>
            <pc:docMk/>
            <pc:sldMk cId="3086269123" sldId="284"/>
            <ac:spMk id="10" creationId="{E828BAA4-37D9-43AE-9D72-A39F48AA052C}"/>
          </ac:spMkLst>
        </pc:spChg>
        <pc:spChg chg="mod">
          <ac:chgData name="Yossy Made Yulian" userId="238af46a17e978c5" providerId="LiveId" clId="{81D0E4DD-3C63-4A22-BC49-59D4116F773B}" dt="2023-07-22T03:29:23.518" v="279" actId="164"/>
          <ac:spMkLst>
            <pc:docMk/>
            <pc:sldMk cId="3086269123" sldId="284"/>
            <ac:spMk id="12" creationId="{D313924C-E00B-448C-80D8-761BCC2E4EDC}"/>
          </ac:spMkLst>
        </pc:spChg>
        <pc:spChg chg="mod">
          <ac:chgData name="Yossy Made Yulian" userId="238af46a17e978c5" providerId="LiveId" clId="{81D0E4DD-3C63-4A22-BC49-59D4116F773B}" dt="2023-07-22T03:30:01.716" v="285" actId="20577"/>
          <ac:spMkLst>
            <pc:docMk/>
            <pc:sldMk cId="3086269123" sldId="284"/>
            <ac:spMk id="26" creationId="{9479FF53-F185-42D1-B3D2-306B130E9DE2}"/>
          </ac:spMkLst>
        </pc:spChg>
        <pc:grpChg chg="add mod">
          <ac:chgData name="Yossy Made Yulian" userId="238af46a17e978c5" providerId="LiveId" clId="{81D0E4DD-3C63-4A22-BC49-59D4116F773B}" dt="2023-07-22T03:29:23.518" v="279" actId="164"/>
          <ac:grpSpMkLst>
            <pc:docMk/>
            <pc:sldMk cId="3086269123" sldId="284"/>
            <ac:grpSpMk id="13" creationId="{5B07EDCE-DA42-4E36-C658-1264116EA151}"/>
          </ac:grpSpMkLst>
        </pc:grpChg>
        <pc:grpChg chg="mod">
          <ac:chgData name="Yossy Made Yulian" userId="238af46a17e978c5" providerId="LiveId" clId="{81D0E4DD-3C63-4A22-BC49-59D4116F773B}" dt="2023-07-22T03:29:23.518" v="279" actId="164"/>
          <ac:grpSpMkLst>
            <pc:docMk/>
            <pc:sldMk cId="3086269123" sldId="284"/>
            <ac:grpSpMk id="32" creationId="{0D719F57-8712-44EC-94D3-654352825EAE}"/>
          </ac:grpSpMkLst>
        </pc:grpChg>
      </pc:sldChg>
      <pc:sldChg chg="addSp delSp modSp mod">
        <pc:chgData name="Yossy Made Yulian" userId="238af46a17e978c5" providerId="LiveId" clId="{81D0E4DD-3C63-4A22-BC49-59D4116F773B}" dt="2023-07-22T03:30:30.106" v="293" actId="167"/>
        <pc:sldMkLst>
          <pc:docMk/>
          <pc:sldMk cId="1503767402" sldId="285"/>
        </pc:sldMkLst>
        <pc:spChg chg="mod">
          <ac:chgData name="Yossy Made Yulian" userId="238af46a17e978c5" providerId="LiveId" clId="{81D0E4DD-3C63-4A22-BC49-59D4116F773B}" dt="2023-07-22T03:30:13.952" v="287" actId="207"/>
          <ac:spMkLst>
            <pc:docMk/>
            <pc:sldMk cId="1503767402" sldId="285"/>
            <ac:spMk id="14" creationId="{1D85C5BF-1DD7-46BA-9B2B-78E1B71AD82E}"/>
          </ac:spMkLst>
        </pc:spChg>
        <pc:spChg chg="mod">
          <ac:chgData name="Yossy Made Yulian" userId="238af46a17e978c5" providerId="LiveId" clId="{81D0E4DD-3C63-4A22-BC49-59D4116F773B}" dt="2023-07-22T03:30:28.559" v="292" actId="164"/>
          <ac:spMkLst>
            <pc:docMk/>
            <pc:sldMk cId="1503767402" sldId="285"/>
            <ac:spMk id="15" creationId="{896BD85C-622B-4C35-91FA-12CAC89F7A65}"/>
          </ac:spMkLst>
        </pc:spChg>
        <pc:spChg chg="mod">
          <ac:chgData name="Yossy Made Yulian" userId="238af46a17e978c5" providerId="LiveId" clId="{81D0E4DD-3C63-4A22-BC49-59D4116F773B}" dt="2023-07-22T03:30:18.226" v="289" actId="20577"/>
          <ac:spMkLst>
            <pc:docMk/>
            <pc:sldMk cId="1503767402" sldId="285"/>
            <ac:spMk id="28" creationId="{8F6C88FE-C270-4329-ACD7-EBAD02307C86}"/>
          </ac:spMkLst>
        </pc:spChg>
        <pc:spChg chg="mod">
          <ac:chgData name="Yossy Made Yulian" userId="238af46a17e978c5" providerId="LiveId" clId="{81D0E4DD-3C63-4A22-BC49-59D4116F773B}" dt="2023-07-22T03:30:28.559" v="292" actId="164"/>
          <ac:spMkLst>
            <pc:docMk/>
            <pc:sldMk cId="1503767402" sldId="285"/>
            <ac:spMk id="79" creationId="{5FBCBB9F-8FF0-49B9-84E7-B57425D9940C}"/>
          </ac:spMkLst>
        </pc:spChg>
        <pc:spChg chg="mod">
          <ac:chgData name="Yossy Made Yulian" userId="238af46a17e978c5" providerId="LiveId" clId="{81D0E4DD-3C63-4A22-BC49-59D4116F773B}" dt="2023-07-22T03:30:28.559" v="292" actId="164"/>
          <ac:spMkLst>
            <pc:docMk/>
            <pc:sldMk cId="1503767402" sldId="285"/>
            <ac:spMk id="93" creationId="{4DAB0CE5-EA73-40B0-A292-D10E8E430565}"/>
          </ac:spMkLst>
        </pc:spChg>
        <pc:grpChg chg="add mod ord">
          <ac:chgData name="Yossy Made Yulian" userId="238af46a17e978c5" providerId="LiveId" clId="{81D0E4DD-3C63-4A22-BC49-59D4116F773B}" dt="2023-07-22T03:30:30.106" v="293" actId="167"/>
          <ac:grpSpMkLst>
            <pc:docMk/>
            <pc:sldMk cId="1503767402" sldId="285"/>
            <ac:grpSpMk id="2" creationId="{A59CD36A-2794-C2F9-06DF-130A26E30E53}"/>
          </ac:grpSpMkLst>
        </pc:grpChg>
        <pc:grpChg chg="del">
          <ac:chgData name="Yossy Made Yulian" userId="238af46a17e978c5" providerId="LiveId" clId="{81D0E4DD-3C63-4A22-BC49-59D4116F773B}" dt="2023-07-22T03:30:11.652" v="286" actId="478"/>
          <ac:grpSpMkLst>
            <pc:docMk/>
            <pc:sldMk cId="1503767402" sldId="285"/>
            <ac:grpSpMk id="74" creationId="{2A67197B-F747-4D32-A179-C14BF2CAB8D1}"/>
          </ac:grpSpMkLst>
        </pc:grpChg>
        <pc:grpChg chg="mod">
          <ac:chgData name="Yossy Made Yulian" userId="238af46a17e978c5" providerId="LiveId" clId="{81D0E4DD-3C63-4A22-BC49-59D4116F773B}" dt="2023-07-22T03:30:28.559" v="292" actId="164"/>
          <ac:grpSpMkLst>
            <pc:docMk/>
            <pc:sldMk cId="1503767402" sldId="285"/>
            <ac:grpSpMk id="94" creationId="{A77E43CF-5334-443E-A79B-E30C55FC26B7}"/>
          </ac:grpSpMkLst>
        </pc:grpChg>
      </pc:sldChg>
      <pc:sldChg chg="addSp delSp modSp mod">
        <pc:chgData name="Yossy Made Yulian" userId="238af46a17e978c5" providerId="LiveId" clId="{81D0E4DD-3C63-4A22-BC49-59D4116F773B}" dt="2023-07-22T03:31:20.008" v="304" actId="18131"/>
        <pc:sldMkLst>
          <pc:docMk/>
          <pc:sldMk cId="1185560274" sldId="286"/>
        </pc:sldMkLst>
        <pc:spChg chg="mod">
          <ac:chgData name="Yossy Made Yulian" userId="238af46a17e978c5" providerId="LiveId" clId="{81D0E4DD-3C63-4A22-BC49-59D4116F773B}" dt="2023-07-22T03:30:40.823" v="297" actId="164"/>
          <ac:spMkLst>
            <pc:docMk/>
            <pc:sldMk cId="1185560274" sldId="286"/>
            <ac:spMk id="4" creationId="{1A7B5320-266F-443D-A47E-0D7F64EE1392}"/>
          </ac:spMkLst>
        </pc:spChg>
        <pc:spChg chg="mod">
          <ac:chgData name="Yossy Made Yulian" userId="238af46a17e978c5" providerId="LiveId" clId="{81D0E4DD-3C63-4A22-BC49-59D4116F773B}" dt="2023-07-22T03:30:40.823" v="297" actId="164"/>
          <ac:spMkLst>
            <pc:docMk/>
            <pc:sldMk cId="1185560274" sldId="286"/>
            <ac:spMk id="5" creationId="{56C1293A-B0E2-4174-951C-82D6A26AA02C}"/>
          </ac:spMkLst>
        </pc:spChg>
        <pc:spChg chg="mod">
          <ac:chgData name="Yossy Made Yulian" userId="238af46a17e978c5" providerId="LiveId" clId="{81D0E4DD-3C63-4A22-BC49-59D4116F773B}" dt="2023-07-22T03:30:36.004" v="294" actId="207"/>
          <ac:spMkLst>
            <pc:docMk/>
            <pc:sldMk cId="1185560274" sldId="286"/>
            <ac:spMk id="11" creationId="{C9B593F4-24DE-4EF4-BF00-C76F232527CC}"/>
          </ac:spMkLst>
        </pc:spChg>
        <pc:spChg chg="add del mod">
          <ac:chgData name="Yossy Made Yulian" userId="238af46a17e978c5" providerId="LiveId" clId="{81D0E4DD-3C63-4A22-BC49-59D4116F773B}" dt="2023-07-22T03:31:04.559" v="300"/>
          <ac:spMkLst>
            <pc:docMk/>
            <pc:sldMk cId="1185560274" sldId="286"/>
            <ac:spMk id="18" creationId="{8B3EE78B-480F-4041-AFF3-95456EA32A91}"/>
          </ac:spMkLst>
        </pc:spChg>
        <pc:grpChg chg="add mod ord">
          <ac:chgData name="Yossy Made Yulian" userId="238af46a17e978c5" providerId="LiveId" clId="{81D0E4DD-3C63-4A22-BC49-59D4116F773B}" dt="2023-07-22T03:30:42.528" v="298" actId="167"/>
          <ac:grpSpMkLst>
            <pc:docMk/>
            <pc:sldMk cId="1185560274" sldId="286"/>
            <ac:grpSpMk id="2" creationId="{87E82BF0-AA65-04F8-99A8-70E8299CF1D0}"/>
          </ac:grpSpMkLst>
        </pc:grpChg>
        <pc:grpChg chg="mod">
          <ac:chgData name="Yossy Made Yulian" userId="238af46a17e978c5" providerId="LiveId" clId="{81D0E4DD-3C63-4A22-BC49-59D4116F773B}" dt="2023-07-22T03:30:40.823" v="297" actId="164"/>
          <ac:grpSpMkLst>
            <pc:docMk/>
            <pc:sldMk cId="1185560274" sldId="286"/>
            <ac:grpSpMk id="14" creationId="{8F3B9AC5-F36D-4027-8D97-DD9D6D2C043C}"/>
          </ac:grpSpMkLst>
        </pc:grpChg>
        <pc:picChg chg="del">
          <ac:chgData name="Yossy Made Yulian" userId="238af46a17e978c5" providerId="LiveId" clId="{81D0E4DD-3C63-4A22-BC49-59D4116F773B}" dt="2023-07-22T03:30:56.519" v="299" actId="478"/>
          <ac:picMkLst>
            <pc:docMk/>
            <pc:sldMk cId="1185560274" sldId="286"/>
            <ac:picMk id="20" creationId="{6CB13557-F1CA-4434-9C98-A655D1E6D1A1}"/>
          </ac:picMkLst>
        </pc:picChg>
        <pc:picChg chg="add mod modCrop">
          <ac:chgData name="Yossy Made Yulian" userId="238af46a17e978c5" providerId="LiveId" clId="{81D0E4DD-3C63-4A22-BC49-59D4116F773B}" dt="2023-07-22T03:31:20.008" v="304" actId="18131"/>
          <ac:picMkLst>
            <pc:docMk/>
            <pc:sldMk cId="1185560274" sldId="286"/>
            <ac:picMk id="31" creationId="{901F8CD9-6C37-1F56-13A2-D3BAA30C887B}"/>
          </ac:picMkLst>
        </pc:picChg>
      </pc:sldChg>
      <pc:sldChg chg="addSp delSp modSp mod">
        <pc:chgData name="Yossy Made Yulian" userId="238af46a17e978c5" providerId="LiveId" clId="{81D0E4DD-3C63-4A22-BC49-59D4116F773B}" dt="2023-07-22T03:31:44.465" v="311" actId="164"/>
        <pc:sldMkLst>
          <pc:docMk/>
          <pc:sldMk cId="2754010847" sldId="287"/>
        </pc:sldMkLst>
        <pc:spChg chg="del mod">
          <ac:chgData name="Yossy Made Yulian" userId="238af46a17e978c5" providerId="LiveId" clId="{81D0E4DD-3C63-4A22-BC49-59D4116F773B}" dt="2023-07-22T03:31:32.865" v="308" actId="478"/>
          <ac:spMkLst>
            <pc:docMk/>
            <pc:sldMk cId="2754010847" sldId="287"/>
            <ac:spMk id="2" creationId="{EDB95237-AAAB-41D9-8FA9-941AC6B23DB8}"/>
          </ac:spMkLst>
        </pc:spChg>
        <pc:spChg chg="mod">
          <ac:chgData name="Yossy Made Yulian" userId="238af46a17e978c5" providerId="LiveId" clId="{81D0E4DD-3C63-4A22-BC49-59D4116F773B}" dt="2023-07-22T03:31:39.005" v="309" actId="14100"/>
          <ac:spMkLst>
            <pc:docMk/>
            <pc:sldMk cId="2754010847" sldId="287"/>
            <ac:spMk id="32" creationId="{36A6E1D6-6EE2-4077-ADC7-BDF870936680}"/>
          </ac:spMkLst>
        </pc:spChg>
        <pc:grpChg chg="add mod">
          <ac:chgData name="Yossy Made Yulian" userId="238af46a17e978c5" providerId="LiveId" clId="{81D0E4DD-3C63-4A22-BC49-59D4116F773B}" dt="2023-07-22T03:31:44.465" v="311" actId="164"/>
          <ac:grpSpMkLst>
            <pc:docMk/>
            <pc:sldMk cId="2754010847" sldId="287"/>
            <ac:grpSpMk id="3" creationId="{3BF66B08-CB03-E400-D99D-6F3BE1B226A8}"/>
          </ac:grpSpMkLst>
        </pc:grpChg>
        <pc:grpChg chg="mod">
          <ac:chgData name="Yossy Made Yulian" userId="238af46a17e978c5" providerId="LiveId" clId="{81D0E4DD-3C63-4A22-BC49-59D4116F773B}" dt="2023-07-22T03:31:44.465" v="311" actId="164"/>
          <ac:grpSpMkLst>
            <pc:docMk/>
            <pc:sldMk cId="2754010847" sldId="287"/>
            <ac:grpSpMk id="27" creationId="{FEC873BF-168F-4B2C-91B0-003D18851663}"/>
          </ac:grpSpMkLst>
        </pc:grpChg>
        <pc:grpChg chg="mod">
          <ac:chgData name="Yossy Made Yulian" userId="238af46a17e978c5" providerId="LiveId" clId="{81D0E4DD-3C63-4A22-BC49-59D4116F773B}" dt="2023-07-22T03:31:44.465" v="311" actId="164"/>
          <ac:grpSpMkLst>
            <pc:docMk/>
            <pc:sldMk cId="2754010847" sldId="287"/>
            <ac:grpSpMk id="37" creationId="{064A0CAF-C752-4F31-95CE-CF4EA50965A9}"/>
          </ac:grpSpMkLst>
        </pc:grpChg>
      </pc:sldChg>
      <pc:sldMasterChg chg="modSp setBg modSldLayout">
        <pc:chgData name="Yossy Made Yulian" userId="238af46a17e978c5" providerId="LiveId" clId="{81D0E4DD-3C63-4A22-BC49-59D4116F773B}" dt="2023-07-22T03:31:30.360" v="307"/>
        <pc:sldMasterMkLst>
          <pc:docMk/>
          <pc:sldMasterMk cId="1568311678" sldId="2147483648"/>
        </pc:sldMasterMkLst>
        <pc:spChg chg="mod">
          <ac:chgData name="Yossy Made Yulian" userId="238af46a17e978c5" providerId="LiveId" clId="{81D0E4DD-3C63-4A22-BC49-59D4116F773B}" dt="2023-07-22T03:12:47.378" v="118" actId="2711"/>
          <ac:spMkLst>
            <pc:docMk/>
            <pc:sldMasterMk cId="1568311678" sldId="2147483648"/>
            <ac:spMk id="2" creationId="{C741CA53-0B27-45E3-A7A4-1EC6AB319158}"/>
          </ac:spMkLst>
        </pc:spChg>
        <pc:spChg chg="mod">
          <ac:chgData name="Yossy Made Yulian" userId="238af46a17e978c5" providerId="LiveId" clId="{81D0E4DD-3C63-4A22-BC49-59D4116F773B}" dt="2023-07-22T03:12:47.378" v="118" actId="2711"/>
          <ac:spMkLst>
            <pc:docMk/>
            <pc:sldMasterMk cId="1568311678" sldId="2147483648"/>
            <ac:spMk id="3" creationId="{6C30A79B-B821-4AD4-B0E2-01AEFF4B2793}"/>
          </ac:spMkLst>
        </pc:spChg>
        <pc:spChg chg="mod">
          <ac:chgData name="Yossy Made Yulian" userId="238af46a17e978c5" providerId="LiveId" clId="{81D0E4DD-3C63-4A22-BC49-59D4116F773B}" dt="2023-07-22T03:12:47.378" v="118" actId="2711"/>
          <ac:spMkLst>
            <pc:docMk/>
            <pc:sldMasterMk cId="1568311678" sldId="2147483648"/>
            <ac:spMk id="4" creationId="{0359091B-D0A0-448D-A35E-0BF439FAC121}"/>
          </ac:spMkLst>
        </pc:spChg>
        <pc:spChg chg="mod">
          <ac:chgData name="Yossy Made Yulian" userId="238af46a17e978c5" providerId="LiveId" clId="{81D0E4DD-3C63-4A22-BC49-59D4116F773B}" dt="2023-07-22T03:12:47.378" v="118" actId="2711"/>
          <ac:spMkLst>
            <pc:docMk/>
            <pc:sldMasterMk cId="1568311678" sldId="2147483648"/>
            <ac:spMk id="5" creationId="{77414F06-6C39-4946-94A0-E7AE28B3BCCE}"/>
          </ac:spMkLst>
        </pc:spChg>
        <pc:spChg chg="mod">
          <ac:chgData name="Yossy Made Yulian" userId="238af46a17e978c5" providerId="LiveId" clId="{81D0E4DD-3C63-4A22-BC49-59D4116F773B}" dt="2023-07-22T03:12:47.378" v="118" actId="2711"/>
          <ac:spMkLst>
            <pc:docMk/>
            <pc:sldMasterMk cId="1568311678" sldId="2147483648"/>
            <ac:spMk id="6" creationId="{4CE28BF7-99C1-4380-AD29-E8869172C68D}"/>
          </ac:spMkLst>
        </pc:spChg>
        <pc:sldLayoutChg chg="delSp modSp mod setBg">
          <pc:chgData name="Yossy Made Yulian" userId="238af46a17e978c5" providerId="LiveId" clId="{81D0E4DD-3C63-4A22-BC49-59D4116F773B}" dt="2023-07-22T03:09:59.385" v="81" actId="478"/>
          <pc:sldLayoutMkLst>
            <pc:docMk/>
            <pc:sldMasterMk cId="1568311678" sldId="2147483648"/>
            <pc:sldLayoutMk cId="3964746534" sldId="2147483649"/>
          </pc:sldLayoutMkLst>
          <pc:spChg chg="del mod">
            <ac:chgData name="Yossy Made Yulian" userId="238af46a17e978c5" providerId="LiveId" clId="{81D0E4DD-3C63-4A22-BC49-59D4116F773B}" dt="2023-07-22T03:09:59.385" v="81" actId="478"/>
            <ac:spMkLst>
              <pc:docMk/>
              <pc:sldMasterMk cId="1568311678" sldId="2147483648"/>
              <pc:sldLayoutMk cId="3964746534" sldId="2147483649"/>
              <ac:spMk id="3" creationId="{B7030FDF-2B92-4933-8CFA-34C2C3C296FA}"/>
            </ac:spMkLst>
          </pc:spChg>
        </pc:sldLayoutChg>
        <pc:sldLayoutChg chg="setBg">
          <pc:chgData name="Yossy Made Yulian" userId="238af46a17e978c5" providerId="LiveId" clId="{81D0E4DD-3C63-4A22-BC49-59D4116F773B}" dt="2023-07-22T03:09:57.883" v="80"/>
          <pc:sldLayoutMkLst>
            <pc:docMk/>
            <pc:sldMasterMk cId="1568311678" sldId="2147483648"/>
            <pc:sldLayoutMk cId="1870744960" sldId="2147483650"/>
          </pc:sldLayoutMkLst>
        </pc:sldLayoutChg>
        <pc:sldLayoutChg chg="delSp mod setBg">
          <pc:chgData name="Yossy Made Yulian" userId="238af46a17e978c5" providerId="LiveId" clId="{81D0E4DD-3C63-4A22-BC49-59D4116F773B}" dt="2023-07-22T03:10:02.640" v="82" actId="478"/>
          <pc:sldLayoutMkLst>
            <pc:docMk/>
            <pc:sldMasterMk cId="1568311678" sldId="2147483648"/>
            <pc:sldLayoutMk cId="3795283021" sldId="2147483651"/>
          </pc:sldLayoutMkLst>
          <pc:spChg chg="del">
            <ac:chgData name="Yossy Made Yulian" userId="238af46a17e978c5" providerId="LiveId" clId="{81D0E4DD-3C63-4A22-BC49-59D4116F773B}" dt="2023-07-22T03:10:02.640" v="82" actId="478"/>
            <ac:spMkLst>
              <pc:docMk/>
              <pc:sldMasterMk cId="1568311678" sldId="2147483648"/>
              <pc:sldLayoutMk cId="3795283021" sldId="2147483651"/>
              <ac:spMk id="5" creationId="{84333960-0889-4929-8B9A-C192F434B8B0}"/>
            </ac:spMkLst>
          </pc:spChg>
        </pc:sldLayoutChg>
        <pc:sldLayoutChg chg="addSp delSp modSp mod setBg">
          <pc:chgData name="Yossy Made Yulian" userId="238af46a17e978c5" providerId="LiveId" clId="{81D0E4DD-3C63-4A22-BC49-59D4116F773B}" dt="2023-07-22T03:09:57.883" v="80"/>
          <pc:sldLayoutMkLst>
            <pc:docMk/>
            <pc:sldMasterMk cId="1568311678" sldId="2147483648"/>
            <pc:sldLayoutMk cId="2926462519" sldId="2147483652"/>
          </pc:sldLayoutMkLst>
          <pc:spChg chg="del mod">
            <ac:chgData name="Yossy Made Yulian" userId="238af46a17e978c5" providerId="LiveId" clId="{81D0E4DD-3C63-4A22-BC49-59D4116F773B}" dt="2023-07-22T03:00:11.707" v="28" actId="478"/>
            <ac:spMkLst>
              <pc:docMk/>
              <pc:sldMasterMk cId="1568311678" sldId="2147483648"/>
              <pc:sldLayoutMk cId="2926462519" sldId="2147483652"/>
              <ac:spMk id="2" creationId="{923C0840-7E2F-45FC-8B98-9B4EAC36257B}"/>
            </ac:spMkLst>
          </pc:spChg>
          <pc:spChg chg="add del mod ord">
            <ac:chgData name="Yossy Made Yulian" userId="238af46a17e978c5" providerId="LiveId" clId="{81D0E4DD-3C63-4A22-BC49-59D4116F773B}" dt="2023-07-22T03:06:20.323" v="63"/>
            <ac:spMkLst>
              <pc:docMk/>
              <pc:sldMasterMk cId="1568311678" sldId="2147483648"/>
              <pc:sldLayoutMk cId="2926462519" sldId="2147483652"/>
              <ac:spMk id="4" creationId="{6FAE6384-2478-5944-5F58-9B5048DE3DE3}"/>
            </ac:spMkLst>
          </pc:spChg>
          <pc:spChg chg="mod">
            <ac:chgData name="Yossy Made Yulian" userId="238af46a17e978c5" providerId="LiveId" clId="{81D0E4DD-3C63-4A22-BC49-59D4116F773B}" dt="2023-07-22T03:06:20.323" v="63"/>
            <ac:spMkLst>
              <pc:docMk/>
              <pc:sldMasterMk cId="1568311678" sldId="2147483648"/>
              <pc:sldLayoutMk cId="2926462519" sldId="2147483652"/>
              <ac:spMk id="5" creationId="{06C20E88-EB1C-3CE8-1DDD-ECA351A310BC}"/>
            </ac:spMkLst>
          </pc:spChg>
          <pc:picChg chg="add del mod">
            <ac:chgData name="Yossy Made Yulian" userId="238af46a17e978c5" providerId="LiveId" clId="{81D0E4DD-3C63-4A22-BC49-59D4116F773B}" dt="2023-07-22T03:06:20.323" v="63"/>
            <ac:picMkLst>
              <pc:docMk/>
              <pc:sldMasterMk cId="1568311678" sldId="2147483648"/>
              <pc:sldLayoutMk cId="2926462519" sldId="2147483652"/>
              <ac:picMk id="3" creationId="{C697D50C-17AA-5C5F-A697-FFC48540E11F}"/>
            </ac:picMkLst>
          </pc:picChg>
        </pc:sldLayoutChg>
        <pc:sldLayoutChg chg="delSp mod setBg">
          <pc:chgData name="Yossy Made Yulian" userId="238af46a17e978c5" providerId="LiveId" clId="{81D0E4DD-3C63-4A22-BC49-59D4116F773B}" dt="2023-07-22T03:10:06.909" v="83" actId="478"/>
          <pc:sldLayoutMkLst>
            <pc:docMk/>
            <pc:sldMasterMk cId="1568311678" sldId="2147483648"/>
            <pc:sldLayoutMk cId="3505445477" sldId="2147483653"/>
          </pc:sldLayoutMkLst>
          <pc:spChg chg="del">
            <ac:chgData name="Yossy Made Yulian" userId="238af46a17e978c5" providerId="LiveId" clId="{81D0E4DD-3C63-4A22-BC49-59D4116F773B}" dt="2023-07-22T03:10:06.909" v="83" actId="478"/>
            <ac:spMkLst>
              <pc:docMk/>
              <pc:sldMasterMk cId="1568311678" sldId="2147483648"/>
              <pc:sldLayoutMk cId="3505445477" sldId="2147483653"/>
              <ac:spMk id="14" creationId="{20FD06AC-83F6-43F3-A04E-A474433B0462}"/>
            </ac:spMkLst>
          </pc:spChg>
        </pc:sldLayoutChg>
        <pc:sldLayoutChg chg="delSp modSp mod setBg">
          <pc:chgData name="Yossy Made Yulian" userId="238af46a17e978c5" providerId="LiveId" clId="{81D0E4DD-3C63-4A22-BC49-59D4116F773B}" dt="2023-07-22T03:10:08.187" v="84" actId="478"/>
          <pc:sldLayoutMkLst>
            <pc:docMk/>
            <pc:sldMasterMk cId="1568311678" sldId="2147483648"/>
            <pc:sldLayoutMk cId="3401263130" sldId="2147483654"/>
          </pc:sldLayoutMkLst>
          <pc:spChg chg="del mod">
            <ac:chgData name="Yossy Made Yulian" userId="238af46a17e978c5" providerId="LiveId" clId="{81D0E4DD-3C63-4A22-BC49-59D4116F773B}" dt="2023-07-22T03:10:08.187" v="84" actId="478"/>
            <ac:spMkLst>
              <pc:docMk/>
              <pc:sldMasterMk cId="1568311678" sldId="2147483648"/>
              <pc:sldLayoutMk cId="3401263130" sldId="2147483654"/>
              <ac:spMk id="2" creationId="{F1E8FE11-A2E3-4315-81AC-3F138BAE8790}"/>
            </ac:spMkLst>
          </pc:spChg>
        </pc:sldLayoutChg>
        <pc:sldLayoutChg chg="delSp modSp mod setBg">
          <pc:chgData name="Yossy Made Yulian" userId="238af46a17e978c5" providerId="LiveId" clId="{81D0E4DD-3C63-4A22-BC49-59D4116F773B}" dt="2023-07-22T03:10:18.415" v="85" actId="478"/>
          <pc:sldLayoutMkLst>
            <pc:docMk/>
            <pc:sldMasterMk cId="1568311678" sldId="2147483648"/>
            <pc:sldLayoutMk cId="2331075338" sldId="2147483655"/>
          </pc:sldLayoutMkLst>
          <pc:spChg chg="del mod">
            <ac:chgData name="Yossy Made Yulian" userId="238af46a17e978c5" providerId="LiveId" clId="{81D0E4DD-3C63-4A22-BC49-59D4116F773B}" dt="2023-07-22T03:10:18.415" v="85" actId="478"/>
            <ac:spMkLst>
              <pc:docMk/>
              <pc:sldMasterMk cId="1568311678" sldId="2147483648"/>
              <pc:sldLayoutMk cId="2331075338" sldId="2147483655"/>
              <ac:spMk id="2" creationId="{85A33E5E-78E5-4C26-9A0F-09DBB08E35B0}"/>
            </ac:spMkLst>
          </pc:spChg>
        </pc:sldLayoutChg>
        <pc:sldLayoutChg chg="delSp mod setBg">
          <pc:chgData name="Yossy Made Yulian" userId="238af46a17e978c5" providerId="LiveId" clId="{81D0E4DD-3C63-4A22-BC49-59D4116F773B}" dt="2023-07-22T03:10:31.313" v="86" actId="478"/>
          <pc:sldLayoutMkLst>
            <pc:docMk/>
            <pc:sldMasterMk cId="1568311678" sldId="2147483648"/>
            <pc:sldLayoutMk cId="3750307726" sldId="2147483656"/>
          </pc:sldLayoutMkLst>
          <pc:spChg chg="del">
            <ac:chgData name="Yossy Made Yulian" userId="238af46a17e978c5" providerId="LiveId" clId="{81D0E4DD-3C63-4A22-BC49-59D4116F773B}" dt="2023-07-22T03:10:31.313" v="86" actId="478"/>
            <ac:spMkLst>
              <pc:docMk/>
              <pc:sldMasterMk cId="1568311678" sldId="2147483648"/>
              <pc:sldLayoutMk cId="3750307726" sldId="2147483656"/>
              <ac:spMk id="3" creationId="{B7030FDF-2B92-4933-8CFA-34C2C3C296FA}"/>
            </ac:spMkLst>
          </pc:spChg>
        </pc:sldLayoutChg>
        <pc:sldLayoutChg chg="addSp delSp modSp mod setBg">
          <pc:chgData name="Yossy Made Yulian" userId="238af46a17e978c5" providerId="LiveId" clId="{81D0E4DD-3C63-4A22-BC49-59D4116F773B}" dt="2023-07-22T03:10:37.778" v="92" actId="478"/>
          <pc:sldLayoutMkLst>
            <pc:docMk/>
            <pc:sldMasterMk cId="1568311678" sldId="2147483648"/>
            <pc:sldLayoutMk cId="2133799254" sldId="2147483657"/>
          </pc:sldLayoutMkLst>
          <pc:spChg chg="del">
            <ac:chgData name="Yossy Made Yulian" userId="238af46a17e978c5" providerId="LiveId" clId="{81D0E4DD-3C63-4A22-BC49-59D4116F773B}" dt="2023-07-22T03:10:37.778" v="92" actId="478"/>
            <ac:spMkLst>
              <pc:docMk/>
              <pc:sldMasterMk cId="1568311678" sldId="2147483648"/>
              <pc:sldLayoutMk cId="2133799254" sldId="2147483657"/>
              <ac:spMk id="3" creationId="{B7030FDF-2B92-4933-8CFA-34C2C3C296FA}"/>
            </ac:spMkLst>
          </pc:spChg>
          <pc:spChg chg="add del mod ord">
            <ac:chgData name="Yossy Made Yulian" userId="238af46a17e978c5" providerId="LiveId" clId="{81D0E4DD-3C63-4A22-BC49-59D4116F773B}" dt="2023-07-22T03:10:36.887" v="91" actId="167"/>
            <ac:spMkLst>
              <pc:docMk/>
              <pc:sldMasterMk cId="1568311678" sldId="2147483648"/>
              <pc:sldLayoutMk cId="2133799254" sldId="2147483657"/>
              <ac:spMk id="7" creationId="{0C19F8CC-67BC-4FCA-B833-C037C5E37F48}"/>
            </ac:spMkLst>
          </pc:spChg>
        </pc:sldLayoutChg>
        <pc:sldLayoutChg chg="delSp mod setBg">
          <pc:chgData name="Yossy Made Yulian" userId="238af46a17e978c5" providerId="LiveId" clId="{81D0E4DD-3C63-4A22-BC49-59D4116F773B}" dt="2023-07-22T03:10:39.797" v="93" actId="478"/>
          <pc:sldLayoutMkLst>
            <pc:docMk/>
            <pc:sldMasterMk cId="1568311678" sldId="2147483648"/>
            <pc:sldLayoutMk cId="3778381978" sldId="2147483658"/>
          </pc:sldLayoutMkLst>
          <pc:spChg chg="del">
            <ac:chgData name="Yossy Made Yulian" userId="238af46a17e978c5" providerId="LiveId" clId="{81D0E4DD-3C63-4A22-BC49-59D4116F773B}" dt="2023-07-22T03:10:39.797" v="93" actId="478"/>
            <ac:spMkLst>
              <pc:docMk/>
              <pc:sldMasterMk cId="1568311678" sldId="2147483648"/>
              <pc:sldLayoutMk cId="3778381978" sldId="2147483658"/>
              <ac:spMk id="3" creationId="{B7030FDF-2B92-4933-8CFA-34C2C3C296FA}"/>
            </ac:spMkLst>
          </pc:spChg>
        </pc:sldLayoutChg>
        <pc:sldLayoutChg chg="delSp mod setBg">
          <pc:chgData name="Yossy Made Yulian" userId="238af46a17e978c5" providerId="LiveId" clId="{81D0E4DD-3C63-4A22-BC49-59D4116F773B}" dt="2023-07-22T03:10:42.494" v="94" actId="478"/>
          <pc:sldLayoutMkLst>
            <pc:docMk/>
            <pc:sldMasterMk cId="1568311678" sldId="2147483648"/>
            <pc:sldLayoutMk cId="4269620600" sldId="2147483659"/>
          </pc:sldLayoutMkLst>
          <pc:spChg chg="del">
            <ac:chgData name="Yossy Made Yulian" userId="238af46a17e978c5" providerId="LiveId" clId="{81D0E4DD-3C63-4A22-BC49-59D4116F773B}" dt="2023-07-22T03:10:42.494" v="94" actId="478"/>
            <ac:spMkLst>
              <pc:docMk/>
              <pc:sldMasterMk cId="1568311678" sldId="2147483648"/>
              <pc:sldLayoutMk cId="4269620600" sldId="2147483659"/>
              <ac:spMk id="3" creationId="{B7030FDF-2B92-4933-8CFA-34C2C3C296FA}"/>
            </ac:spMkLst>
          </pc:spChg>
        </pc:sldLayoutChg>
        <pc:sldLayoutChg chg="delSp mod setBg">
          <pc:chgData name="Yossy Made Yulian" userId="238af46a17e978c5" providerId="LiveId" clId="{81D0E4DD-3C63-4A22-BC49-59D4116F773B}" dt="2023-07-22T03:10:46.792" v="95" actId="478"/>
          <pc:sldLayoutMkLst>
            <pc:docMk/>
            <pc:sldMasterMk cId="1568311678" sldId="2147483648"/>
            <pc:sldLayoutMk cId="4252989551" sldId="2147483660"/>
          </pc:sldLayoutMkLst>
          <pc:spChg chg="del">
            <ac:chgData name="Yossy Made Yulian" userId="238af46a17e978c5" providerId="LiveId" clId="{81D0E4DD-3C63-4A22-BC49-59D4116F773B}" dt="2023-07-22T03:10:46.792" v="95" actId="478"/>
            <ac:spMkLst>
              <pc:docMk/>
              <pc:sldMasterMk cId="1568311678" sldId="2147483648"/>
              <pc:sldLayoutMk cId="4252989551" sldId="2147483660"/>
              <ac:spMk id="3" creationId="{B7030FDF-2B92-4933-8CFA-34C2C3C296FA}"/>
            </ac:spMkLst>
          </pc:spChg>
        </pc:sldLayoutChg>
        <pc:sldLayoutChg chg="delSp modSp mod setBg">
          <pc:chgData name="Yossy Made Yulian" userId="238af46a17e978c5" providerId="LiveId" clId="{81D0E4DD-3C63-4A22-BC49-59D4116F773B}" dt="2023-07-22T03:10:59.993" v="97" actId="478"/>
          <pc:sldLayoutMkLst>
            <pc:docMk/>
            <pc:sldMasterMk cId="1568311678" sldId="2147483648"/>
            <pc:sldLayoutMk cId="3300879915" sldId="2147483661"/>
          </pc:sldLayoutMkLst>
          <pc:spChg chg="del">
            <ac:chgData name="Yossy Made Yulian" userId="238af46a17e978c5" providerId="LiveId" clId="{81D0E4DD-3C63-4A22-BC49-59D4116F773B}" dt="2023-07-22T03:10:59.993" v="97" actId="478"/>
            <ac:spMkLst>
              <pc:docMk/>
              <pc:sldMasterMk cId="1568311678" sldId="2147483648"/>
              <pc:sldLayoutMk cId="3300879915" sldId="2147483661"/>
              <ac:spMk id="3" creationId="{B7030FDF-2B92-4933-8CFA-34C2C3C296FA}"/>
            </ac:spMkLst>
          </pc:spChg>
          <pc:spChg chg="ord">
            <ac:chgData name="Yossy Made Yulian" userId="238af46a17e978c5" providerId="LiveId" clId="{81D0E4DD-3C63-4A22-BC49-59D4116F773B}" dt="2023-07-22T03:10:59.214" v="96" actId="167"/>
            <ac:spMkLst>
              <pc:docMk/>
              <pc:sldMasterMk cId="1568311678" sldId="2147483648"/>
              <pc:sldLayoutMk cId="3300879915" sldId="2147483661"/>
              <ac:spMk id="4" creationId="{1229A4BA-DDF1-409C-93E4-A3A2496328AF}"/>
            </ac:spMkLst>
          </pc:spChg>
        </pc:sldLayoutChg>
        <pc:sldLayoutChg chg="delSp mod setBg">
          <pc:chgData name="Yossy Made Yulian" userId="238af46a17e978c5" providerId="LiveId" clId="{81D0E4DD-3C63-4A22-BC49-59D4116F773B}" dt="2023-07-22T03:11:03.899" v="98" actId="478"/>
          <pc:sldLayoutMkLst>
            <pc:docMk/>
            <pc:sldMasterMk cId="1568311678" sldId="2147483648"/>
            <pc:sldLayoutMk cId="96024257" sldId="2147483662"/>
          </pc:sldLayoutMkLst>
          <pc:spChg chg="del">
            <ac:chgData name="Yossy Made Yulian" userId="238af46a17e978c5" providerId="LiveId" clId="{81D0E4DD-3C63-4A22-BC49-59D4116F773B}" dt="2023-07-22T03:11:03.899" v="98" actId="478"/>
            <ac:spMkLst>
              <pc:docMk/>
              <pc:sldMasterMk cId="1568311678" sldId="2147483648"/>
              <pc:sldLayoutMk cId="96024257" sldId="2147483662"/>
              <ac:spMk id="3" creationId="{B7030FDF-2B92-4933-8CFA-34C2C3C296FA}"/>
            </ac:spMkLst>
          </pc:spChg>
        </pc:sldLayoutChg>
        <pc:sldLayoutChg chg="delSp mod setBg">
          <pc:chgData name="Yossy Made Yulian" userId="238af46a17e978c5" providerId="LiveId" clId="{81D0E4DD-3C63-4A22-BC49-59D4116F773B}" dt="2023-07-22T03:11:12.008" v="99" actId="478"/>
          <pc:sldLayoutMkLst>
            <pc:docMk/>
            <pc:sldMasterMk cId="1568311678" sldId="2147483648"/>
            <pc:sldLayoutMk cId="1492962945" sldId="2147483663"/>
          </pc:sldLayoutMkLst>
          <pc:spChg chg="del">
            <ac:chgData name="Yossy Made Yulian" userId="238af46a17e978c5" providerId="LiveId" clId="{81D0E4DD-3C63-4A22-BC49-59D4116F773B}" dt="2023-07-22T03:11:12.008" v="99" actId="478"/>
            <ac:spMkLst>
              <pc:docMk/>
              <pc:sldMasterMk cId="1568311678" sldId="2147483648"/>
              <pc:sldLayoutMk cId="1492962945" sldId="2147483663"/>
              <ac:spMk id="3" creationId="{B7030FDF-2B92-4933-8CFA-34C2C3C296FA}"/>
            </ac:spMkLst>
          </pc:spChg>
        </pc:sldLayoutChg>
        <pc:sldLayoutChg chg="delSp mod setBg">
          <pc:chgData name="Yossy Made Yulian" userId="238af46a17e978c5" providerId="LiveId" clId="{81D0E4DD-3C63-4A22-BC49-59D4116F773B}" dt="2023-07-22T03:11:14.788" v="100" actId="478"/>
          <pc:sldLayoutMkLst>
            <pc:docMk/>
            <pc:sldMasterMk cId="1568311678" sldId="2147483648"/>
            <pc:sldLayoutMk cId="4051730454" sldId="2147483664"/>
          </pc:sldLayoutMkLst>
          <pc:spChg chg="del">
            <ac:chgData name="Yossy Made Yulian" userId="238af46a17e978c5" providerId="LiveId" clId="{81D0E4DD-3C63-4A22-BC49-59D4116F773B}" dt="2023-07-22T03:11:14.788" v="100" actId="478"/>
            <ac:spMkLst>
              <pc:docMk/>
              <pc:sldMasterMk cId="1568311678" sldId="2147483648"/>
              <pc:sldLayoutMk cId="4051730454" sldId="2147483664"/>
              <ac:spMk id="3" creationId="{B7030FDF-2B92-4933-8CFA-34C2C3C296FA}"/>
            </ac:spMkLst>
          </pc:spChg>
        </pc:sldLayoutChg>
        <pc:sldLayoutChg chg="delSp mod setBg">
          <pc:chgData name="Yossy Made Yulian" userId="238af46a17e978c5" providerId="LiveId" clId="{81D0E4DD-3C63-4A22-BC49-59D4116F773B}" dt="2023-07-22T03:11:31.259" v="101" actId="478"/>
          <pc:sldLayoutMkLst>
            <pc:docMk/>
            <pc:sldMasterMk cId="1568311678" sldId="2147483648"/>
            <pc:sldLayoutMk cId="3051924607" sldId="2147483665"/>
          </pc:sldLayoutMkLst>
          <pc:spChg chg="del">
            <ac:chgData name="Yossy Made Yulian" userId="238af46a17e978c5" providerId="LiveId" clId="{81D0E4DD-3C63-4A22-BC49-59D4116F773B}" dt="2023-07-22T03:11:31.259" v="101" actId="478"/>
            <ac:spMkLst>
              <pc:docMk/>
              <pc:sldMasterMk cId="1568311678" sldId="2147483648"/>
              <pc:sldLayoutMk cId="3051924607" sldId="2147483665"/>
              <ac:spMk id="3" creationId="{B7030FDF-2B92-4933-8CFA-34C2C3C296FA}"/>
            </ac:spMkLst>
          </pc:spChg>
        </pc:sldLayoutChg>
        <pc:sldLayoutChg chg="delSp mod setBg">
          <pc:chgData name="Yossy Made Yulian" userId="238af46a17e978c5" providerId="LiveId" clId="{81D0E4DD-3C63-4A22-BC49-59D4116F773B}" dt="2023-07-22T03:11:33.182" v="102" actId="478"/>
          <pc:sldLayoutMkLst>
            <pc:docMk/>
            <pc:sldMasterMk cId="1568311678" sldId="2147483648"/>
            <pc:sldLayoutMk cId="2363414668" sldId="2147483666"/>
          </pc:sldLayoutMkLst>
          <pc:spChg chg="del">
            <ac:chgData name="Yossy Made Yulian" userId="238af46a17e978c5" providerId="LiveId" clId="{81D0E4DD-3C63-4A22-BC49-59D4116F773B}" dt="2023-07-22T03:11:33.182" v="102" actId="478"/>
            <ac:spMkLst>
              <pc:docMk/>
              <pc:sldMasterMk cId="1568311678" sldId="2147483648"/>
              <pc:sldLayoutMk cId="2363414668" sldId="2147483666"/>
              <ac:spMk id="3" creationId="{B7030FDF-2B92-4933-8CFA-34C2C3C296FA}"/>
            </ac:spMkLst>
          </pc:spChg>
        </pc:sldLayoutChg>
        <pc:sldLayoutChg chg="delSp mod setBg">
          <pc:chgData name="Yossy Made Yulian" userId="238af46a17e978c5" providerId="LiveId" clId="{81D0E4DD-3C63-4A22-BC49-59D4116F773B}" dt="2023-07-22T03:11:35.367" v="103" actId="478"/>
          <pc:sldLayoutMkLst>
            <pc:docMk/>
            <pc:sldMasterMk cId="1568311678" sldId="2147483648"/>
            <pc:sldLayoutMk cId="806867254" sldId="2147483667"/>
          </pc:sldLayoutMkLst>
          <pc:spChg chg="del">
            <ac:chgData name="Yossy Made Yulian" userId="238af46a17e978c5" providerId="LiveId" clId="{81D0E4DD-3C63-4A22-BC49-59D4116F773B}" dt="2023-07-22T03:11:35.367" v="103" actId="478"/>
            <ac:spMkLst>
              <pc:docMk/>
              <pc:sldMasterMk cId="1568311678" sldId="2147483648"/>
              <pc:sldLayoutMk cId="806867254" sldId="2147483667"/>
              <ac:spMk id="3" creationId="{B7030FDF-2B92-4933-8CFA-34C2C3C296FA}"/>
            </ac:spMkLst>
          </pc:spChg>
        </pc:sldLayoutChg>
        <pc:sldLayoutChg chg="delSp mod setBg">
          <pc:chgData name="Yossy Made Yulian" userId="238af46a17e978c5" providerId="LiveId" clId="{81D0E4DD-3C63-4A22-BC49-59D4116F773B}" dt="2023-07-22T03:11:37.776" v="104" actId="478"/>
          <pc:sldLayoutMkLst>
            <pc:docMk/>
            <pc:sldMasterMk cId="1568311678" sldId="2147483648"/>
            <pc:sldLayoutMk cId="836839623" sldId="2147483668"/>
          </pc:sldLayoutMkLst>
          <pc:spChg chg="del">
            <ac:chgData name="Yossy Made Yulian" userId="238af46a17e978c5" providerId="LiveId" clId="{81D0E4DD-3C63-4A22-BC49-59D4116F773B}" dt="2023-07-22T03:11:37.776" v="104" actId="478"/>
            <ac:spMkLst>
              <pc:docMk/>
              <pc:sldMasterMk cId="1568311678" sldId="2147483648"/>
              <pc:sldLayoutMk cId="836839623" sldId="2147483668"/>
              <ac:spMk id="3" creationId="{B7030FDF-2B92-4933-8CFA-34C2C3C296FA}"/>
            </ac:spMkLst>
          </pc:spChg>
        </pc:sldLayoutChg>
        <pc:sldLayoutChg chg="delSp mod setBg">
          <pc:chgData name="Yossy Made Yulian" userId="238af46a17e978c5" providerId="LiveId" clId="{81D0E4DD-3C63-4A22-BC49-59D4116F773B}" dt="2023-07-22T03:11:53.738" v="105" actId="478"/>
          <pc:sldLayoutMkLst>
            <pc:docMk/>
            <pc:sldMasterMk cId="1568311678" sldId="2147483648"/>
            <pc:sldLayoutMk cId="2834761583" sldId="2147483669"/>
          </pc:sldLayoutMkLst>
          <pc:spChg chg="del">
            <ac:chgData name="Yossy Made Yulian" userId="238af46a17e978c5" providerId="LiveId" clId="{81D0E4DD-3C63-4A22-BC49-59D4116F773B}" dt="2023-07-22T03:11:53.738" v="105" actId="478"/>
            <ac:spMkLst>
              <pc:docMk/>
              <pc:sldMasterMk cId="1568311678" sldId="2147483648"/>
              <pc:sldLayoutMk cId="2834761583" sldId="2147483669"/>
              <ac:spMk id="3" creationId="{B7030FDF-2B92-4933-8CFA-34C2C3C296FA}"/>
            </ac:spMkLst>
          </pc:spChg>
        </pc:sldLayoutChg>
        <pc:sldLayoutChg chg="delSp mod setBg">
          <pc:chgData name="Yossy Made Yulian" userId="238af46a17e978c5" providerId="LiveId" clId="{81D0E4DD-3C63-4A22-BC49-59D4116F773B}" dt="2023-07-22T03:12:00.223" v="106" actId="478"/>
          <pc:sldLayoutMkLst>
            <pc:docMk/>
            <pc:sldMasterMk cId="1568311678" sldId="2147483648"/>
            <pc:sldLayoutMk cId="2887074178" sldId="2147483670"/>
          </pc:sldLayoutMkLst>
          <pc:spChg chg="del">
            <ac:chgData name="Yossy Made Yulian" userId="238af46a17e978c5" providerId="LiveId" clId="{81D0E4DD-3C63-4A22-BC49-59D4116F773B}" dt="2023-07-22T03:12:00.223" v="106" actId="478"/>
            <ac:spMkLst>
              <pc:docMk/>
              <pc:sldMasterMk cId="1568311678" sldId="2147483648"/>
              <pc:sldLayoutMk cId="2887074178" sldId="2147483670"/>
              <ac:spMk id="3" creationId="{B7030FDF-2B92-4933-8CFA-34C2C3C296FA}"/>
            </ac:spMkLst>
          </pc:spChg>
        </pc:sldLayoutChg>
        <pc:sldLayoutChg chg="delSp mod setBg">
          <pc:chgData name="Yossy Made Yulian" userId="238af46a17e978c5" providerId="LiveId" clId="{81D0E4DD-3C63-4A22-BC49-59D4116F773B}" dt="2023-07-22T03:12:02.937" v="107" actId="478"/>
          <pc:sldLayoutMkLst>
            <pc:docMk/>
            <pc:sldMasterMk cId="1568311678" sldId="2147483648"/>
            <pc:sldLayoutMk cId="2293425976" sldId="2147483671"/>
          </pc:sldLayoutMkLst>
          <pc:spChg chg="del">
            <ac:chgData name="Yossy Made Yulian" userId="238af46a17e978c5" providerId="LiveId" clId="{81D0E4DD-3C63-4A22-BC49-59D4116F773B}" dt="2023-07-22T03:12:02.937" v="107" actId="478"/>
            <ac:spMkLst>
              <pc:docMk/>
              <pc:sldMasterMk cId="1568311678" sldId="2147483648"/>
              <pc:sldLayoutMk cId="2293425976" sldId="2147483671"/>
              <ac:spMk id="3" creationId="{B7030FDF-2B92-4933-8CFA-34C2C3C296FA}"/>
            </ac:spMkLst>
          </pc:spChg>
        </pc:sldLayoutChg>
        <pc:sldLayoutChg chg="delSp mod setBg">
          <pc:chgData name="Yossy Made Yulian" userId="238af46a17e978c5" providerId="LiveId" clId="{81D0E4DD-3C63-4A22-BC49-59D4116F773B}" dt="2023-07-22T03:12:05.996" v="108" actId="478"/>
          <pc:sldLayoutMkLst>
            <pc:docMk/>
            <pc:sldMasterMk cId="1568311678" sldId="2147483648"/>
            <pc:sldLayoutMk cId="286065146" sldId="2147483672"/>
          </pc:sldLayoutMkLst>
          <pc:spChg chg="del">
            <ac:chgData name="Yossy Made Yulian" userId="238af46a17e978c5" providerId="LiveId" clId="{81D0E4DD-3C63-4A22-BC49-59D4116F773B}" dt="2023-07-22T03:12:05.996" v="108" actId="478"/>
            <ac:spMkLst>
              <pc:docMk/>
              <pc:sldMasterMk cId="1568311678" sldId="2147483648"/>
              <pc:sldLayoutMk cId="286065146" sldId="2147483672"/>
              <ac:spMk id="3" creationId="{B7030FDF-2B92-4933-8CFA-34C2C3C296FA}"/>
            </ac:spMkLst>
          </pc:spChg>
        </pc:sldLayoutChg>
        <pc:sldLayoutChg chg="delSp mod setBg">
          <pc:chgData name="Yossy Made Yulian" userId="238af46a17e978c5" providerId="LiveId" clId="{81D0E4DD-3C63-4A22-BC49-59D4116F773B}" dt="2023-07-22T03:12:08.046" v="109" actId="478"/>
          <pc:sldLayoutMkLst>
            <pc:docMk/>
            <pc:sldMasterMk cId="1568311678" sldId="2147483648"/>
            <pc:sldLayoutMk cId="3911392056" sldId="2147483673"/>
          </pc:sldLayoutMkLst>
          <pc:spChg chg="del">
            <ac:chgData name="Yossy Made Yulian" userId="238af46a17e978c5" providerId="LiveId" clId="{81D0E4DD-3C63-4A22-BC49-59D4116F773B}" dt="2023-07-22T03:12:08.046" v="109" actId="478"/>
            <ac:spMkLst>
              <pc:docMk/>
              <pc:sldMasterMk cId="1568311678" sldId="2147483648"/>
              <pc:sldLayoutMk cId="3911392056" sldId="2147483673"/>
              <ac:spMk id="3" creationId="{B7030FDF-2B92-4933-8CFA-34C2C3C296FA}"/>
            </ac:spMkLst>
          </pc:spChg>
        </pc:sldLayoutChg>
        <pc:sldLayoutChg chg="delSp mod setBg">
          <pc:chgData name="Yossy Made Yulian" userId="238af46a17e978c5" providerId="LiveId" clId="{81D0E4DD-3C63-4A22-BC49-59D4116F773B}" dt="2023-07-22T03:12:10.473" v="110" actId="478"/>
          <pc:sldLayoutMkLst>
            <pc:docMk/>
            <pc:sldMasterMk cId="1568311678" sldId="2147483648"/>
            <pc:sldLayoutMk cId="2637896494" sldId="2147483674"/>
          </pc:sldLayoutMkLst>
          <pc:spChg chg="del">
            <ac:chgData name="Yossy Made Yulian" userId="238af46a17e978c5" providerId="LiveId" clId="{81D0E4DD-3C63-4A22-BC49-59D4116F773B}" dt="2023-07-22T03:12:10.473" v="110" actId="478"/>
            <ac:spMkLst>
              <pc:docMk/>
              <pc:sldMasterMk cId="1568311678" sldId="2147483648"/>
              <pc:sldLayoutMk cId="2637896494" sldId="2147483674"/>
              <ac:spMk id="3" creationId="{B7030FDF-2B92-4933-8CFA-34C2C3C296FA}"/>
            </ac:spMkLst>
          </pc:spChg>
        </pc:sldLayoutChg>
        <pc:sldLayoutChg chg="delSp mod setBg">
          <pc:chgData name="Yossy Made Yulian" userId="238af46a17e978c5" providerId="LiveId" clId="{81D0E4DD-3C63-4A22-BC49-59D4116F773B}" dt="2023-07-22T03:12:14.553" v="111" actId="478"/>
          <pc:sldLayoutMkLst>
            <pc:docMk/>
            <pc:sldMasterMk cId="1568311678" sldId="2147483648"/>
            <pc:sldLayoutMk cId="3449520673" sldId="2147483675"/>
          </pc:sldLayoutMkLst>
          <pc:spChg chg="del">
            <ac:chgData name="Yossy Made Yulian" userId="238af46a17e978c5" providerId="LiveId" clId="{81D0E4DD-3C63-4A22-BC49-59D4116F773B}" dt="2023-07-22T03:12:14.553" v="111" actId="478"/>
            <ac:spMkLst>
              <pc:docMk/>
              <pc:sldMasterMk cId="1568311678" sldId="2147483648"/>
              <pc:sldLayoutMk cId="3449520673" sldId="2147483675"/>
              <ac:spMk id="3" creationId="{B7030FDF-2B92-4933-8CFA-34C2C3C296FA}"/>
            </ac:spMkLst>
          </pc:spChg>
        </pc:sldLayoutChg>
        <pc:sldLayoutChg chg="delSp mod setBg">
          <pc:chgData name="Yossy Made Yulian" userId="238af46a17e978c5" providerId="LiveId" clId="{81D0E4DD-3C63-4A22-BC49-59D4116F773B}" dt="2023-07-22T03:12:16.707" v="112" actId="478"/>
          <pc:sldLayoutMkLst>
            <pc:docMk/>
            <pc:sldMasterMk cId="1568311678" sldId="2147483648"/>
            <pc:sldLayoutMk cId="2266007663" sldId="2147483676"/>
          </pc:sldLayoutMkLst>
          <pc:spChg chg="del">
            <ac:chgData name="Yossy Made Yulian" userId="238af46a17e978c5" providerId="LiveId" clId="{81D0E4DD-3C63-4A22-BC49-59D4116F773B}" dt="2023-07-22T03:12:16.707" v="112" actId="478"/>
            <ac:spMkLst>
              <pc:docMk/>
              <pc:sldMasterMk cId="1568311678" sldId="2147483648"/>
              <pc:sldLayoutMk cId="2266007663" sldId="2147483676"/>
              <ac:spMk id="3" creationId="{B7030FDF-2B92-4933-8CFA-34C2C3C296FA}"/>
            </ac:spMkLst>
          </pc:spChg>
        </pc:sldLayoutChg>
        <pc:sldLayoutChg chg="delSp mod setBg">
          <pc:chgData name="Yossy Made Yulian" userId="238af46a17e978c5" providerId="LiveId" clId="{81D0E4DD-3C63-4A22-BC49-59D4116F773B}" dt="2023-07-22T03:12:19.670" v="113" actId="478"/>
          <pc:sldLayoutMkLst>
            <pc:docMk/>
            <pc:sldMasterMk cId="1568311678" sldId="2147483648"/>
            <pc:sldLayoutMk cId="2352872818" sldId="2147483677"/>
          </pc:sldLayoutMkLst>
          <pc:spChg chg="del">
            <ac:chgData name="Yossy Made Yulian" userId="238af46a17e978c5" providerId="LiveId" clId="{81D0E4DD-3C63-4A22-BC49-59D4116F773B}" dt="2023-07-22T03:12:19.670" v="113" actId="478"/>
            <ac:spMkLst>
              <pc:docMk/>
              <pc:sldMasterMk cId="1568311678" sldId="2147483648"/>
              <pc:sldLayoutMk cId="2352872818" sldId="2147483677"/>
              <ac:spMk id="3" creationId="{B7030FDF-2B92-4933-8CFA-34C2C3C296FA}"/>
            </ac:spMkLst>
          </pc:spChg>
        </pc:sldLayoutChg>
        <pc:sldLayoutChg chg="delSp mod setBg">
          <pc:chgData name="Yossy Made Yulian" userId="238af46a17e978c5" providerId="LiveId" clId="{81D0E4DD-3C63-4A22-BC49-59D4116F773B}" dt="2023-07-22T03:12:22.778" v="114" actId="478"/>
          <pc:sldLayoutMkLst>
            <pc:docMk/>
            <pc:sldMasterMk cId="1568311678" sldId="2147483648"/>
            <pc:sldLayoutMk cId="1541019473" sldId="2147483678"/>
          </pc:sldLayoutMkLst>
          <pc:spChg chg="del">
            <ac:chgData name="Yossy Made Yulian" userId="238af46a17e978c5" providerId="LiveId" clId="{81D0E4DD-3C63-4A22-BC49-59D4116F773B}" dt="2023-07-22T03:12:22.778" v="114" actId="478"/>
            <ac:spMkLst>
              <pc:docMk/>
              <pc:sldMasterMk cId="1568311678" sldId="2147483648"/>
              <pc:sldLayoutMk cId="1541019473" sldId="2147483678"/>
              <ac:spMk id="3" creationId="{B7030FDF-2B92-4933-8CFA-34C2C3C296FA}"/>
            </ac:spMkLst>
          </pc:spChg>
        </pc:sldLayoutChg>
        <pc:sldLayoutChg chg="delSp mod setBg">
          <pc:chgData name="Yossy Made Yulian" userId="238af46a17e978c5" providerId="LiveId" clId="{81D0E4DD-3C63-4A22-BC49-59D4116F773B}" dt="2023-07-22T03:12:25.361" v="115" actId="478"/>
          <pc:sldLayoutMkLst>
            <pc:docMk/>
            <pc:sldMasterMk cId="1568311678" sldId="2147483648"/>
            <pc:sldLayoutMk cId="354997416" sldId="2147483679"/>
          </pc:sldLayoutMkLst>
          <pc:spChg chg="del">
            <ac:chgData name="Yossy Made Yulian" userId="238af46a17e978c5" providerId="LiveId" clId="{81D0E4DD-3C63-4A22-BC49-59D4116F773B}" dt="2023-07-22T03:12:25.361" v="115" actId="478"/>
            <ac:spMkLst>
              <pc:docMk/>
              <pc:sldMasterMk cId="1568311678" sldId="2147483648"/>
              <pc:sldLayoutMk cId="354997416" sldId="2147483679"/>
              <ac:spMk id="3" creationId="{B7030FDF-2B92-4933-8CFA-34C2C3C296FA}"/>
            </ac:spMkLst>
          </pc:spChg>
        </pc:sldLayoutChg>
        <pc:sldLayoutChg chg="delSp mod setBg">
          <pc:chgData name="Yossy Made Yulian" userId="238af46a17e978c5" providerId="LiveId" clId="{81D0E4DD-3C63-4A22-BC49-59D4116F773B}" dt="2023-07-22T03:12:27.475" v="116" actId="478"/>
          <pc:sldLayoutMkLst>
            <pc:docMk/>
            <pc:sldMasterMk cId="1568311678" sldId="2147483648"/>
            <pc:sldLayoutMk cId="1064432887" sldId="2147483680"/>
          </pc:sldLayoutMkLst>
          <pc:spChg chg="del">
            <ac:chgData name="Yossy Made Yulian" userId="238af46a17e978c5" providerId="LiveId" clId="{81D0E4DD-3C63-4A22-BC49-59D4116F773B}" dt="2023-07-22T03:12:27.475" v="116" actId="478"/>
            <ac:spMkLst>
              <pc:docMk/>
              <pc:sldMasterMk cId="1568311678" sldId="2147483648"/>
              <pc:sldLayoutMk cId="1064432887" sldId="2147483680"/>
              <ac:spMk id="3" creationId="{B7030FDF-2B92-4933-8CFA-34C2C3C296FA}"/>
            </ac:spMkLst>
          </pc:spChg>
        </pc:sldLayoutChg>
        <pc:sldLayoutChg chg="delSp mod setBg">
          <pc:chgData name="Yossy Made Yulian" userId="238af46a17e978c5" providerId="LiveId" clId="{81D0E4DD-3C63-4A22-BC49-59D4116F773B}" dt="2023-07-22T03:31:30.360" v="307"/>
          <pc:sldLayoutMkLst>
            <pc:docMk/>
            <pc:sldMasterMk cId="1568311678" sldId="2147483648"/>
            <pc:sldLayoutMk cId="3858036343" sldId="2147483681"/>
          </pc:sldLayoutMkLst>
          <pc:spChg chg="del">
            <ac:chgData name="Yossy Made Yulian" userId="238af46a17e978c5" providerId="LiveId" clId="{81D0E4DD-3C63-4A22-BC49-59D4116F773B}" dt="2023-07-22T03:12:30.035" v="117" actId="478"/>
            <ac:spMkLst>
              <pc:docMk/>
              <pc:sldMasterMk cId="1568311678" sldId="2147483648"/>
              <pc:sldLayoutMk cId="3858036343" sldId="2147483681"/>
              <ac:spMk id="3" creationId="{B7030FDF-2B92-4933-8CFA-34C2C3C296F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DZ"/>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1F7DC703-101E-47D9-A3DD-08B0FEEE2793}" type="datetimeFigureOut">
              <a:rPr lang="ar-DZ" smtClean="0"/>
              <a:t>09-11-1447</a:t>
            </a:fld>
            <a:endParaRPr lang="ar-DZ"/>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DZ"/>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DZ"/>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DZ"/>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2280EBB-3D81-48D8-98F4-62BA9B54E1E2}" type="slidenum">
              <a:rPr lang="ar-DZ" smtClean="0"/>
              <a:t>‹N°›</a:t>
            </a:fld>
            <a:endParaRPr lang="ar-DZ"/>
          </a:p>
        </p:txBody>
      </p:sp>
    </p:spTree>
    <p:extLst>
      <p:ext uri="{BB962C8B-B14F-4D97-AF65-F5344CB8AC3E}">
        <p14:creationId xmlns:p14="http://schemas.microsoft.com/office/powerpoint/2010/main" val="3176800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746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389BF425-7ED6-4BFB-AB8A-FD6E5481F4E0}"/>
              </a:ext>
            </a:extLst>
          </p:cNvPr>
          <p:cNvSpPr>
            <a:spLocks noGrp="1"/>
          </p:cNvSpPr>
          <p:nvPr>
            <p:ph type="pic" sz="quarter" idx="10"/>
          </p:nvPr>
        </p:nvSpPr>
        <p:spPr>
          <a:xfrm>
            <a:off x="8045106" y="991535"/>
            <a:ext cx="2716272" cy="5866467"/>
          </a:xfrm>
          <a:custGeom>
            <a:avLst/>
            <a:gdLst>
              <a:gd name="connsiteX0" fmla="*/ 1357530 w 2716272"/>
              <a:gd name="connsiteY0" fmla="*/ 0 h 5866467"/>
              <a:gd name="connsiteX1" fmla="*/ 2318710 w 2716272"/>
              <a:gd name="connsiteY1" fmla="*/ 397562 h 5866467"/>
              <a:gd name="connsiteX2" fmla="*/ 2716272 w 2716272"/>
              <a:gd name="connsiteY2" fmla="*/ 1356317 h 5866467"/>
              <a:gd name="connsiteX3" fmla="*/ 2716272 w 2716272"/>
              <a:gd name="connsiteY3" fmla="*/ 5866467 h 5866467"/>
              <a:gd name="connsiteX4" fmla="*/ 0 w 2716272"/>
              <a:gd name="connsiteY4" fmla="*/ 5866467 h 5866467"/>
              <a:gd name="connsiteX5" fmla="*/ 0 w 2716272"/>
              <a:gd name="connsiteY5" fmla="*/ 1356317 h 5866467"/>
              <a:gd name="connsiteX6" fmla="*/ 1357530 w 2716272"/>
              <a:gd name="connsiteY6" fmla="*/ 0 h 5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6272" h="5866467">
                <a:moveTo>
                  <a:pt x="1357530" y="0"/>
                </a:moveTo>
                <a:cubicBezTo>
                  <a:pt x="1733275" y="0"/>
                  <a:pt x="2072657" y="151510"/>
                  <a:pt x="2318710" y="397562"/>
                </a:cubicBezTo>
                <a:cubicBezTo>
                  <a:pt x="2563550" y="642402"/>
                  <a:pt x="2716272" y="981784"/>
                  <a:pt x="2716272" y="1356317"/>
                </a:cubicBezTo>
                <a:lnTo>
                  <a:pt x="2716272" y="5866467"/>
                </a:lnTo>
                <a:lnTo>
                  <a:pt x="0" y="5866467"/>
                </a:lnTo>
                <a:lnTo>
                  <a:pt x="0" y="1356317"/>
                </a:lnTo>
                <a:cubicBezTo>
                  <a:pt x="0" y="607252"/>
                  <a:pt x="608464" y="0"/>
                  <a:pt x="1357530" y="0"/>
                </a:cubicBezTo>
                <a:close/>
              </a:path>
            </a:pathLst>
          </a:custGeom>
        </p:spPr>
        <p:txBody>
          <a:bodyPr wrap="square">
            <a:noAutofit/>
          </a:bodyPr>
          <a:lstStyle>
            <a:lvl1pPr>
              <a:defRPr sz="1400"/>
            </a:lvl1pPr>
          </a:lstStyle>
          <a:p>
            <a:endParaRPr lang="en-ID"/>
          </a:p>
        </p:txBody>
      </p:sp>
    </p:spTree>
    <p:extLst>
      <p:ext uri="{BB962C8B-B14F-4D97-AF65-F5344CB8AC3E}">
        <p14:creationId xmlns:p14="http://schemas.microsoft.com/office/powerpoint/2010/main" val="1870744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 xmlns:a16="http://schemas.microsoft.com/office/drawing/2014/main" id="{BF9B0FF9-878C-4BAD-B87F-CBEE5E96AA3D}"/>
              </a:ext>
            </a:extLst>
          </p:cNvPr>
          <p:cNvSpPr>
            <a:spLocks noGrp="1"/>
          </p:cNvSpPr>
          <p:nvPr>
            <p:ph type="pic" sz="quarter" idx="10"/>
          </p:nvPr>
        </p:nvSpPr>
        <p:spPr>
          <a:xfrm>
            <a:off x="953915" y="4940300"/>
            <a:ext cx="1600200" cy="1600200"/>
          </a:xfrm>
          <a:custGeom>
            <a:avLst/>
            <a:gdLst>
              <a:gd name="connsiteX0" fmla="*/ 248799 w 1600200"/>
              <a:gd name="connsiteY0" fmla="*/ 0 h 1600200"/>
              <a:gd name="connsiteX1" fmla="*/ 1351401 w 1600200"/>
              <a:gd name="connsiteY1" fmla="*/ 0 h 1600200"/>
              <a:gd name="connsiteX2" fmla="*/ 1600200 w 1600200"/>
              <a:gd name="connsiteY2" fmla="*/ 248799 h 1600200"/>
              <a:gd name="connsiteX3" fmla="*/ 1600200 w 1600200"/>
              <a:gd name="connsiteY3" fmla="*/ 1351401 h 1600200"/>
              <a:gd name="connsiteX4" fmla="*/ 1351401 w 1600200"/>
              <a:gd name="connsiteY4" fmla="*/ 1600200 h 1600200"/>
              <a:gd name="connsiteX5" fmla="*/ 248799 w 1600200"/>
              <a:gd name="connsiteY5" fmla="*/ 1600200 h 1600200"/>
              <a:gd name="connsiteX6" fmla="*/ 0 w 1600200"/>
              <a:gd name="connsiteY6" fmla="*/ 1351401 h 1600200"/>
              <a:gd name="connsiteX7" fmla="*/ 0 w 1600200"/>
              <a:gd name="connsiteY7" fmla="*/ 248799 h 1600200"/>
              <a:gd name="connsiteX8" fmla="*/ 248799 w 1600200"/>
              <a:gd name="connsiteY8" fmla="*/ 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0200" h="1600200">
                <a:moveTo>
                  <a:pt x="248799" y="0"/>
                </a:moveTo>
                <a:lnTo>
                  <a:pt x="1351401" y="0"/>
                </a:lnTo>
                <a:cubicBezTo>
                  <a:pt x="1488809" y="0"/>
                  <a:pt x="1600200" y="111391"/>
                  <a:pt x="1600200" y="248799"/>
                </a:cubicBezTo>
                <a:lnTo>
                  <a:pt x="1600200" y="1351401"/>
                </a:lnTo>
                <a:cubicBezTo>
                  <a:pt x="1600200" y="1488809"/>
                  <a:pt x="1488809" y="1600200"/>
                  <a:pt x="1351401" y="1600200"/>
                </a:cubicBezTo>
                <a:lnTo>
                  <a:pt x="248799" y="1600200"/>
                </a:lnTo>
                <a:cubicBezTo>
                  <a:pt x="111391" y="1600200"/>
                  <a:pt x="0" y="1488809"/>
                  <a:pt x="0" y="1351401"/>
                </a:cubicBezTo>
                <a:lnTo>
                  <a:pt x="0" y="248799"/>
                </a:lnTo>
                <a:cubicBezTo>
                  <a:pt x="0" y="111391"/>
                  <a:pt x="111391" y="0"/>
                  <a:pt x="248799" y="0"/>
                </a:cubicBezTo>
                <a:close/>
              </a:path>
            </a:pathLst>
          </a:custGeom>
        </p:spPr>
        <p:txBody>
          <a:bodyPr wrap="square">
            <a:noAutofit/>
          </a:bodyPr>
          <a:lstStyle>
            <a:lvl1pPr>
              <a:defRPr lang="en-ID" sz="1400"/>
            </a:lvl1pPr>
          </a:lstStyle>
          <a:p>
            <a:endParaRPr lang="en-ID"/>
          </a:p>
        </p:txBody>
      </p:sp>
      <p:sp>
        <p:nvSpPr>
          <p:cNvPr id="15" name="Picture Placeholder 14">
            <a:extLst>
              <a:ext uri="{FF2B5EF4-FFF2-40B4-BE49-F238E27FC236}">
                <a16:creationId xmlns="" xmlns:a16="http://schemas.microsoft.com/office/drawing/2014/main" id="{A38E988E-A618-4F7C-AD41-1C6FBD8DA155}"/>
              </a:ext>
            </a:extLst>
          </p:cNvPr>
          <p:cNvSpPr>
            <a:spLocks noGrp="1"/>
          </p:cNvSpPr>
          <p:nvPr>
            <p:ph type="pic" sz="quarter" idx="11"/>
          </p:nvPr>
        </p:nvSpPr>
        <p:spPr>
          <a:xfrm>
            <a:off x="6429827" y="4943371"/>
            <a:ext cx="5757778" cy="1593616"/>
          </a:xfrm>
          <a:custGeom>
            <a:avLst/>
            <a:gdLst>
              <a:gd name="connsiteX0" fmla="*/ 247896 w 5757778"/>
              <a:gd name="connsiteY0" fmla="*/ 0 h 1593616"/>
              <a:gd name="connsiteX1" fmla="*/ 5757778 w 5757778"/>
              <a:gd name="connsiteY1" fmla="*/ 0 h 1593616"/>
              <a:gd name="connsiteX2" fmla="*/ 5757778 w 5757778"/>
              <a:gd name="connsiteY2" fmla="*/ 1593616 h 1593616"/>
              <a:gd name="connsiteX3" fmla="*/ 247896 w 5757778"/>
              <a:gd name="connsiteY3" fmla="*/ 1593616 h 1593616"/>
              <a:gd name="connsiteX4" fmla="*/ 0 w 5757778"/>
              <a:gd name="connsiteY4" fmla="*/ 1345721 h 1593616"/>
              <a:gd name="connsiteX5" fmla="*/ 0 w 5757778"/>
              <a:gd name="connsiteY5" fmla="*/ 247896 h 1593616"/>
              <a:gd name="connsiteX6" fmla="*/ 247896 w 5757778"/>
              <a:gd name="connsiteY6" fmla="*/ 0 h 1593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57778" h="1593616">
                <a:moveTo>
                  <a:pt x="247896" y="0"/>
                </a:moveTo>
                <a:lnTo>
                  <a:pt x="5757778" y="0"/>
                </a:lnTo>
                <a:lnTo>
                  <a:pt x="5757778" y="1593616"/>
                </a:lnTo>
                <a:lnTo>
                  <a:pt x="247896" y="1593616"/>
                </a:lnTo>
                <a:cubicBezTo>
                  <a:pt x="111125" y="1593616"/>
                  <a:pt x="0" y="1482491"/>
                  <a:pt x="0" y="1345721"/>
                </a:cubicBezTo>
                <a:lnTo>
                  <a:pt x="0" y="247896"/>
                </a:lnTo>
                <a:cubicBezTo>
                  <a:pt x="0" y="111125"/>
                  <a:pt x="111125" y="0"/>
                  <a:pt x="247896"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795283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06C20E88-EB1C-3CE8-1DDD-ECA351A310BC}"/>
              </a:ext>
            </a:extLst>
          </p:cNvPr>
          <p:cNvSpPr>
            <a:spLocks noGrp="1"/>
          </p:cNvSpPr>
          <p:nvPr>
            <p:ph type="pic" sz="quarter" idx="10"/>
          </p:nvPr>
        </p:nvSpPr>
        <p:spPr>
          <a:xfrm>
            <a:off x="421353" y="362926"/>
            <a:ext cx="4148091" cy="6495074"/>
          </a:xfrm>
          <a:custGeom>
            <a:avLst/>
            <a:gdLst>
              <a:gd name="connsiteX0" fmla="*/ 0 w 4148091"/>
              <a:gd name="connsiteY0" fmla="*/ 0 h 6495074"/>
              <a:gd name="connsiteX1" fmla="*/ 4148091 w 4148091"/>
              <a:gd name="connsiteY1" fmla="*/ 0 h 6495074"/>
              <a:gd name="connsiteX2" fmla="*/ 4148091 w 4148091"/>
              <a:gd name="connsiteY2" fmla="*/ 6495074 h 6495074"/>
              <a:gd name="connsiteX3" fmla="*/ 0 w 4148091"/>
              <a:gd name="connsiteY3" fmla="*/ 6495074 h 6495074"/>
            </a:gdLst>
            <a:ahLst/>
            <a:cxnLst>
              <a:cxn ang="0">
                <a:pos x="connsiteX0" y="connsiteY0"/>
              </a:cxn>
              <a:cxn ang="0">
                <a:pos x="connsiteX1" y="connsiteY1"/>
              </a:cxn>
              <a:cxn ang="0">
                <a:pos x="connsiteX2" y="connsiteY2"/>
              </a:cxn>
              <a:cxn ang="0">
                <a:pos x="connsiteX3" y="connsiteY3"/>
              </a:cxn>
            </a:cxnLst>
            <a:rect l="l" t="t" r="r" b="b"/>
            <a:pathLst>
              <a:path w="4148091" h="6495074">
                <a:moveTo>
                  <a:pt x="0" y="0"/>
                </a:moveTo>
                <a:lnTo>
                  <a:pt x="4148091" y="0"/>
                </a:lnTo>
                <a:lnTo>
                  <a:pt x="4148091" y="6495074"/>
                </a:lnTo>
                <a:lnTo>
                  <a:pt x="0" y="6495074"/>
                </a:lnTo>
                <a:close/>
              </a:path>
            </a:pathLst>
          </a:custGeom>
        </p:spPr>
        <p:txBody>
          <a:bodyPr wrap="square">
            <a:noAutofit/>
          </a:bodyPr>
          <a:lstStyle>
            <a:lvl1pPr>
              <a:defRPr sz="1400"/>
            </a:lvl1pPr>
          </a:lstStyle>
          <a:p>
            <a:endParaRPr lang="en-ID"/>
          </a:p>
        </p:txBody>
      </p:sp>
    </p:spTree>
    <p:extLst>
      <p:ext uri="{BB962C8B-B14F-4D97-AF65-F5344CB8AC3E}">
        <p14:creationId xmlns:p14="http://schemas.microsoft.com/office/powerpoint/2010/main" val="2926462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1" name="Picture Placeholder 10">
            <a:extLst>
              <a:ext uri="{FF2B5EF4-FFF2-40B4-BE49-F238E27FC236}">
                <a16:creationId xmlns="" xmlns:a16="http://schemas.microsoft.com/office/drawing/2014/main" id="{8F4569B0-B7EA-412D-9E7F-53A9B56D36DF}"/>
              </a:ext>
            </a:extLst>
          </p:cNvPr>
          <p:cNvSpPr>
            <a:spLocks noGrp="1"/>
          </p:cNvSpPr>
          <p:nvPr>
            <p:ph type="pic" sz="quarter" idx="10"/>
          </p:nvPr>
        </p:nvSpPr>
        <p:spPr>
          <a:xfrm>
            <a:off x="6008694" y="3542548"/>
            <a:ext cx="2646732" cy="2646732"/>
          </a:xfrm>
          <a:custGeom>
            <a:avLst/>
            <a:gdLst>
              <a:gd name="connsiteX0" fmla="*/ 200516 w 2646732"/>
              <a:gd name="connsiteY0" fmla="*/ 0 h 2646732"/>
              <a:gd name="connsiteX1" fmla="*/ 2446216 w 2646732"/>
              <a:gd name="connsiteY1" fmla="*/ 0 h 2646732"/>
              <a:gd name="connsiteX2" fmla="*/ 2646732 w 2646732"/>
              <a:gd name="connsiteY2" fmla="*/ 200516 h 2646732"/>
              <a:gd name="connsiteX3" fmla="*/ 2646732 w 2646732"/>
              <a:gd name="connsiteY3" fmla="*/ 2446216 h 2646732"/>
              <a:gd name="connsiteX4" fmla="*/ 2446216 w 2646732"/>
              <a:gd name="connsiteY4" fmla="*/ 2646732 h 2646732"/>
              <a:gd name="connsiteX5" fmla="*/ 200516 w 2646732"/>
              <a:gd name="connsiteY5" fmla="*/ 2646732 h 2646732"/>
              <a:gd name="connsiteX6" fmla="*/ 0 w 2646732"/>
              <a:gd name="connsiteY6" fmla="*/ 2446216 h 2646732"/>
              <a:gd name="connsiteX7" fmla="*/ 0 w 2646732"/>
              <a:gd name="connsiteY7" fmla="*/ 200516 h 2646732"/>
              <a:gd name="connsiteX8" fmla="*/ 200516 w 2646732"/>
              <a:gd name="connsiteY8" fmla="*/ 0 h 2646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6732" h="2646732">
                <a:moveTo>
                  <a:pt x="200516" y="0"/>
                </a:moveTo>
                <a:lnTo>
                  <a:pt x="2446216" y="0"/>
                </a:lnTo>
                <a:cubicBezTo>
                  <a:pt x="2556958" y="0"/>
                  <a:pt x="2646732" y="89774"/>
                  <a:pt x="2646732" y="200516"/>
                </a:cubicBezTo>
                <a:lnTo>
                  <a:pt x="2646732" y="2446216"/>
                </a:lnTo>
                <a:cubicBezTo>
                  <a:pt x="2646732" y="2556958"/>
                  <a:pt x="2556958" y="2646732"/>
                  <a:pt x="2446216" y="2646732"/>
                </a:cubicBezTo>
                <a:lnTo>
                  <a:pt x="200516" y="2646732"/>
                </a:lnTo>
                <a:cubicBezTo>
                  <a:pt x="89774" y="2646732"/>
                  <a:pt x="0" y="2556958"/>
                  <a:pt x="0" y="2446216"/>
                </a:cubicBezTo>
                <a:lnTo>
                  <a:pt x="0" y="200516"/>
                </a:lnTo>
                <a:cubicBezTo>
                  <a:pt x="0" y="89774"/>
                  <a:pt x="89774" y="0"/>
                  <a:pt x="200516" y="0"/>
                </a:cubicBezTo>
                <a:close/>
              </a:path>
            </a:pathLst>
          </a:custGeom>
        </p:spPr>
        <p:txBody>
          <a:bodyPr wrap="square">
            <a:noAutofit/>
          </a:bodyPr>
          <a:lstStyle>
            <a:lvl1pPr>
              <a:defRPr lang="en-ID" sz="1400"/>
            </a:lvl1pPr>
          </a:lstStyle>
          <a:p>
            <a:endParaRPr lang="en-ID"/>
          </a:p>
        </p:txBody>
      </p:sp>
      <p:sp>
        <p:nvSpPr>
          <p:cNvPr id="12" name="Picture Placeholder 11">
            <a:extLst>
              <a:ext uri="{FF2B5EF4-FFF2-40B4-BE49-F238E27FC236}">
                <a16:creationId xmlns="" xmlns:a16="http://schemas.microsoft.com/office/drawing/2014/main" id="{69D0C755-96DA-4B6F-BE0A-5FD4DFFBA83A}"/>
              </a:ext>
            </a:extLst>
          </p:cNvPr>
          <p:cNvSpPr>
            <a:spLocks noGrp="1"/>
          </p:cNvSpPr>
          <p:nvPr>
            <p:ph type="pic" sz="quarter" idx="11"/>
          </p:nvPr>
        </p:nvSpPr>
        <p:spPr>
          <a:xfrm>
            <a:off x="6371597" y="1063172"/>
            <a:ext cx="2208689" cy="2208689"/>
          </a:xfrm>
          <a:custGeom>
            <a:avLst/>
            <a:gdLst>
              <a:gd name="connsiteX0" fmla="*/ 167330 w 2208689"/>
              <a:gd name="connsiteY0" fmla="*/ 0 h 2208689"/>
              <a:gd name="connsiteX1" fmla="*/ 2041359 w 2208689"/>
              <a:gd name="connsiteY1" fmla="*/ 0 h 2208689"/>
              <a:gd name="connsiteX2" fmla="*/ 2208689 w 2208689"/>
              <a:gd name="connsiteY2" fmla="*/ 167330 h 2208689"/>
              <a:gd name="connsiteX3" fmla="*/ 2208689 w 2208689"/>
              <a:gd name="connsiteY3" fmla="*/ 2041359 h 2208689"/>
              <a:gd name="connsiteX4" fmla="*/ 2041359 w 2208689"/>
              <a:gd name="connsiteY4" fmla="*/ 2208689 h 2208689"/>
              <a:gd name="connsiteX5" fmla="*/ 167330 w 2208689"/>
              <a:gd name="connsiteY5" fmla="*/ 2208689 h 2208689"/>
              <a:gd name="connsiteX6" fmla="*/ 0 w 2208689"/>
              <a:gd name="connsiteY6" fmla="*/ 2041359 h 2208689"/>
              <a:gd name="connsiteX7" fmla="*/ 0 w 2208689"/>
              <a:gd name="connsiteY7" fmla="*/ 167330 h 2208689"/>
              <a:gd name="connsiteX8" fmla="*/ 167330 w 2208689"/>
              <a:gd name="connsiteY8" fmla="*/ 0 h 220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8689" h="2208689">
                <a:moveTo>
                  <a:pt x="167330" y="0"/>
                </a:moveTo>
                <a:lnTo>
                  <a:pt x="2041359" y="0"/>
                </a:lnTo>
                <a:cubicBezTo>
                  <a:pt x="2133773" y="0"/>
                  <a:pt x="2208689" y="74916"/>
                  <a:pt x="2208689" y="167330"/>
                </a:cubicBezTo>
                <a:lnTo>
                  <a:pt x="2208689" y="2041359"/>
                </a:lnTo>
                <a:cubicBezTo>
                  <a:pt x="2208689" y="2133773"/>
                  <a:pt x="2133773" y="2208689"/>
                  <a:pt x="2041359" y="2208689"/>
                </a:cubicBezTo>
                <a:lnTo>
                  <a:pt x="167330" y="2208689"/>
                </a:lnTo>
                <a:cubicBezTo>
                  <a:pt x="74916" y="2208689"/>
                  <a:pt x="0" y="2133773"/>
                  <a:pt x="0" y="2041359"/>
                </a:cubicBezTo>
                <a:lnTo>
                  <a:pt x="0" y="167330"/>
                </a:lnTo>
                <a:cubicBezTo>
                  <a:pt x="0" y="74916"/>
                  <a:pt x="74916" y="0"/>
                  <a:pt x="167330" y="0"/>
                </a:cubicBezTo>
                <a:close/>
              </a:path>
            </a:pathLst>
          </a:custGeom>
        </p:spPr>
        <p:txBody>
          <a:bodyPr wrap="square">
            <a:noAutofit/>
          </a:bodyPr>
          <a:lstStyle>
            <a:lvl1pPr>
              <a:defRPr lang="en-ID" sz="1400"/>
            </a:lvl1pPr>
          </a:lstStyle>
          <a:p>
            <a:endParaRPr lang="en-ID"/>
          </a:p>
        </p:txBody>
      </p:sp>
      <p:sp>
        <p:nvSpPr>
          <p:cNvPr id="13" name="Picture Placeholder 12">
            <a:extLst>
              <a:ext uri="{FF2B5EF4-FFF2-40B4-BE49-F238E27FC236}">
                <a16:creationId xmlns="" xmlns:a16="http://schemas.microsoft.com/office/drawing/2014/main" id="{030FC150-F8C4-4100-AA37-23ED9E685404}"/>
              </a:ext>
            </a:extLst>
          </p:cNvPr>
          <p:cNvSpPr>
            <a:spLocks noGrp="1"/>
          </p:cNvSpPr>
          <p:nvPr>
            <p:ph type="pic" sz="quarter" idx="12"/>
          </p:nvPr>
        </p:nvSpPr>
        <p:spPr>
          <a:xfrm>
            <a:off x="8882522" y="668720"/>
            <a:ext cx="2646732" cy="2646732"/>
          </a:xfrm>
          <a:custGeom>
            <a:avLst/>
            <a:gdLst>
              <a:gd name="connsiteX0" fmla="*/ 200516 w 2646732"/>
              <a:gd name="connsiteY0" fmla="*/ 0 h 2646732"/>
              <a:gd name="connsiteX1" fmla="*/ 2446216 w 2646732"/>
              <a:gd name="connsiteY1" fmla="*/ 0 h 2646732"/>
              <a:gd name="connsiteX2" fmla="*/ 2646732 w 2646732"/>
              <a:gd name="connsiteY2" fmla="*/ 200516 h 2646732"/>
              <a:gd name="connsiteX3" fmla="*/ 2646732 w 2646732"/>
              <a:gd name="connsiteY3" fmla="*/ 2446216 h 2646732"/>
              <a:gd name="connsiteX4" fmla="*/ 2446216 w 2646732"/>
              <a:gd name="connsiteY4" fmla="*/ 2646732 h 2646732"/>
              <a:gd name="connsiteX5" fmla="*/ 200516 w 2646732"/>
              <a:gd name="connsiteY5" fmla="*/ 2646732 h 2646732"/>
              <a:gd name="connsiteX6" fmla="*/ 0 w 2646732"/>
              <a:gd name="connsiteY6" fmla="*/ 2446216 h 2646732"/>
              <a:gd name="connsiteX7" fmla="*/ 0 w 2646732"/>
              <a:gd name="connsiteY7" fmla="*/ 200516 h 2646732"/>
              <a:gd name="connsiteX8" fmla="*/ 200516 w 2646732"/>
              <a:gd name="connsiteY8" fmla="*/ 0 h 2646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6732" h="2646732">
                <a:moveTo>
                  <a:pt x="200516" y="0"/>
                </a:moveTo>
                <a:lnTo>
                  <a:pt x="2446216" y="0"/>
                </a:lnTo>
                <a:cubicBezTo>
                  <a:pt x="2556958" y="0"/>
                  <a:pt x="2646732" y="89774"/>
                  <a:pt x="2646732" y="200516"/>
                </a:cubicBezTo>
                <a:lnTo>
                  <a:pt x="2646732" y="2446216"/>
                </a:lnTo>
                <a:cubicBezTo>
                  <a:pt x="2646732" y="2556958"/>
                  <a:pt x="2556958" y="2646732"/>
                  <a:pt x="2446216" y="2646732"/>
                </a:cubicBezTo>
                <a:lnTo>
                  <a:pt x="200516" y="2646732"/>
                </a:lnTo>
                <a:cubicBezTo>
                  <a:pt x="89774" y="2646732"/>
                  <a:pt x="0" y="2556958"/>
                  <a:pt x="0" y="2446216"/>
                </a:cubicBezTo>
                <a:lnTo>
                  <a:pt x="0" y="200516"/>
                </a:lnTo>
                <a:cubicBezTo>
                  <a:pt x="0" y="89774"/>
                  <a:pt x="89774" y="0"/>
                  <a:pt x="200516" y="0"/>
                </a:cubicBezTo>
                <a:close/>
              </a:path>
            </a:pathLst>
          </a:custGeom>
        </p:spPr>
        <p:txBody>
          <a:bodyPr wrap="square">
            <a:noAutofit/>
          </a:bodyPr>
          <a:lstStyle>
            <a:lvl1pPr>
              <a:defRPr lang="en-ID" sz="1400"/>
            </a:lvl1pPr>
          </a:lstStyle>
          <a:p>
            <a:endParaRPr lang="en-ID"/>
          </a:p>
        </p:txBody>
      </p:sp>
      <p:sp>
        <p:nvSpPr>
          <p:cNvPr id="10" name="Picture Placeholder 9">
            <a:extLst>
              <a:ext uri="{FF2B5EF4-FFF2-40B4-BE49-F238E27FC236}">
                <a16:creationId xmlns="" xmlns:a16="http://schemas.microsoft.com/office/drawing/2014/main" id="{44EA3BF0-5DA9-4233-BA6E-B6C0B9B0992D}"/>
              </a:ext>
            </a:extLst>
          </p:cNvPr>
          <p:cNvSpPr>
            <a:spLocks noGrp="1"/>
          </p:cNvSpPr>
          <p:nvPr>
            <p:ph type="pic" sz="quarter" idx="13"/>
          </p:nvPr>
        </p:nvSpPr>
        <p:spPr>
          <a:xfrm>
            <a:off x="8957660" y="3634721"/>
            <a:ext cx="1584601" cy="1584601"/>
          </a:xfrm>
          <a:custGeom>
            <a:avLst/>
            <a:gdLst>
              <a:gd name="connsiteX0" fmla="*/ 120049 w 1584601"/>
              <a:gd name="connsiteY0" fmla="*/ 0 h 1584601"/>
              <a:gd name="connsiteX1" fmla="*/ 1464552 w 1584601"/>
              <a:gd name="connsiteY1" fmla="*/ 0 h 1584601"/>
              <a:gd name="connsiteX2" fmla="*/ 1584601 w 1584601"/>
              <a:gd name="connsiteY2" fmla="*/ 120049 h 1584601"/>
              <a:gd name="connsiteX3" fmla="*/ 1584601 w 1584601"/>
              <a:gd name="connsiteY3" fmla="*/ 1464552 h 1584601"/>
              <a:gd name="connsiteX4" fmla="*/ 1464552 w 1584601"/>
              <a:gd name="connsiteY4" fmla="*/ 1584601 h 1584601"/>
              <a:gd name="connsiteX5" fmla="*/ 120049 w 1584601"/>
              <a:gd name="connsiteY5" fmla="*/ 1584601 h 1584601"/>
              <a:gd name="connsiteX6" fmla="*/ 0 w 1584601"/>
              <a:gd name="connsiteY6" fmla="*/ 1464552 h 1584601"/>
              <a:gd name="connsiteX7" fmla="*/ 0 w 1584601"/>
              <a:gd name="connsiteY7" fmla="*/ 120049 h 1584601"/>
              <a:gd name="connsiteX8" fmla="*/ 120049 w 1584601"/>
              <a:gd name="connsiteY8" fmla="*/ 0 h 158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4601" h="1584601">
                <a:moveTo>
                  <a:pt x="120049" y="0"/>
                </a:moveTo>
                <a:lnTo>
                  <a:pt x="1464552" y="0"/>
                </a:lnTo>
                <a:cubicBezTo>
                  <a:pt x="1530853" y="0"/>
                  <a:pt x="1584601" y="53748"/>
                  <a:pt x="1584601" y="120049"/>
                </a:cubicBezTo>
                <a:lnTo>
                  <a:pt x="1584601" y="1464552"/>
                </a:lnTo>
                <a:cubicBezTo>
                  <a:pt x="1584601" y="1530853"/>
                  <a:pt x="1530853" y="1584601"/>
                  <a:pt x="1464552" y="1584601"/>
                </a:cubicBezTo>
                <a:lnTo>
                  <a:pt x="120049" y="1584601"/>
                </a:lnTo>
                <a:cubicBezTo>
                  <a:pt x="53748" y="1584601"/>
                  <a:pt x="0" y="1530853"/>
                  <a:pt x="0" y="1464552"/>
                </a:cubicBezTo>
                <a:lnTo>
                  <a:pt x="0" y="120049"/>
                </a:lnTo>
                <a:cubicBezTo>
                  <a:pt x="0" y="53748"/>
                  <a:pt x="53748" y="0"/>
                  <a:pt x="120049"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505445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82526BB0-7E1E-4E42-82AC-D70B3D1C3427}"/>
              </a:ext>
            </a:extLst>
          </p:cNvPr>
          <p:cNvSpPr>
            <a:spLocks noGrp="1"/>
          </p:cNvSpPr>
          <p:nvPr>
            <p:ph type="pic" sz="quarter" idx="10"/>
          </p:nvPr>
        </p:nvSpPr>
        <p:spPr>
          <a:xfrm>
            <a:off x="650911" y="544683"/>
            <a:ext cx="4835819" cy="5951306"/>
          </a:xfrm>
          <a:custGeom>
            <a:avLst/>
            <a:gdLst>
              <a:gd name="connsiteX0" fmla="*/ 0 w 4835819"/>
              <a:gd name="connsiteY0" fmla="*/ 0 h 5951306"/>
              <a:gd name="connsiteX1" fmla="*/ 4320979 w 4835819"/>
              <a:gd name="connsiteY1" fmla="*/ 0 h 5951306"/>
              <a:gd name="connsiteX2" fmla="*/ 4835819 w 4835819"/>
              <a:gd name="connsiteY2" fmla="*/ 513614 h 5951306"/>
              <a:gd name="connsiteX3" fmla="*/ 4835819 w 4835819"/>
              <a:gd name="connsiteY3" fmla="*/ 5437693 h 5951306"/>
              <a:gd name="connsiteX4" fmla="*/ 4320979 w 4835819"/>
              <a:gd name="connsiteY4" fmla="*/ 5951306 h 5951306"/>
              <a:gd name="connsiteX5" fmla="*/ 0 w 4835819"/>
              <a:gd name="connsiteY5" fmla="*/ 5951306 h 595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35819" h="5951306">
                <a:moveTo>
                  <a:pt x="0" y="0"/>
                </a:moveTo>
                <a:lnTo>
                  <a:pt x="4320979" y="0"/>
                </a:lnTo>
                <a:cubicBezTo>
                  <a:pt x="4605367" y="0"/>
                  <a:pt x="4835819" y="230452"/>
                  <a:pt x="4835819" y="513614"/>
                </a:cubicBezTo>
                <a:lnTo>
                  <a:pt x="4835819" y="5437693"/>
                </a:lnTo>
                <a:cubicBezTo>
                  <a:pt x="4835819" y="5722081"/>
                  <a:pt x="4605367" y="5951306"/>
                  <a:pt x="4320979" y="5951306"/>
                </a:cubicBezTo>
                <a:lnTo>
                  <a:pt x="0" y="5951306"/>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401263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9" name="Picture Placeholder 8">
            <a:extLst>
              <a:ext uri="{FF2B5EF4-FFF2-40B4-BE49-F238E27FC236}">
                <a16:creationId xmlns="" xmlns:a16="http://schemas.microsoft.com/office/drawing/2014/main" id="{20E5F569-FB5D-4007-B024-0850676FAB21}"/>
              </a:ext>
            </a:extLst>
          </p:cNvPr>
          <p:cNvSpPr>
            <a:spLocks noGrp="1"/>
          </p:cNvSpPr>
          <p:nvPr>
            <p:ph type="pic" sz="quarter" idx="10"/>
          </p:nvPr>
        </p:nvSpPr>
        <p:spPr>
          <a:xfrm>
            <a:off x="5263944" y="613604"/>
            <a:ext cx="2105660" cy="5190296"/>
          </a:xfrm>
          <a:custGeom>
            <a:avLst/>
            <a:gdLst>
              <a:gd name="connsiteX0" fmla="*/ 1052830 w 2105660"/>
              <a:gd name="connsiteY0" fmla="*/ 0 h 5190296"/>
              <a:gd name="connsiteX1" fmla="*/ 2105660 w 2105660"/>
              <a:gd name="connsiteY1" fmla="*/ 1052830 h 5190296"/>
              <a:gd name="connsiteX2" fmla="*/ 2105659 w 2105660"/>
              <a:gd name="connsiteY2" fmla="*/ 4137466 h 5190296"/>
              <a:gd name="connsiteX3" fmla="*/ 1052829 w 2105660"/>
              <a:gd name="connsiteY3" fmla="*/ 5190296 h 5190296"/>
              <a:gd name="connsiteX4" fmla="*/ 1052830 w 2105660"/>
              <a:gd name="connsiteY4" fmla="*/ 5190295 h 5190296"/>
              <a:gd name="connsiteX5" fmla="*/ 0 w 2105660"/>
              <a:gd name="connsiteY5" fmla="*/ 4137465 h 5190296"/>
              <a:gd name="connsiteX6" fmla="*/ 0 w 2105660"/>
              <a:gd name="connsiteY6" fmla="*/ 1052830 h 5190296"/>
              <a:gd name="connsiteX7" fmla="*/ 1052830 w 2105660"/>
              <a:gd name="connsiteY7" fmla="*/ 0 h 519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5660" h="5190296">
                <a:moveTo>
                  <a:pt x="1052830" y="0"/>
                </a:moveTo>
                <a:cubicBezTo>
                  <a:pt x="1634292" y="0"/>
                  <a:pt x="2105660" y="471368"/>
                  <a:pt x="2105660" y="1052830"/>
                </a:cubicBezTo>
                <a:cubicBezTo>
                  <a:pt x="2105660" y="2081042"/>
                  <a:pt x="2105659" y="3109254"/>
                  <a:pt x="2105659" y="4137466"/>
                </a:cubicBezTo>
                <a:cubicBezTo>
                  <a:pt x="2105659" y="4718928"/>
                  <a:pt x="1634291" y="5190296"/>
                  <a:pt x="1052829" y="5190296"/>
                </a:cubicBezTo>
                <a:lnTo>
                  <a:pt x="1052830" y="5190295"/>
                </a:lnTo>
                <a:cubicBezTo>
                  <a:pt x="471368" y="5190295"/>
                  <a:pt x="0" y="4718927"/>
                  <a:pt x="0" y="4137465"/>
                </a:cubicBezTo>
                <a:lnTo>
                  <a:pt x="0" y="1052830"/>
                </a:lnTo>
                <a:cubicBezTo>
                  <a:pt x="0" y="471368"/>
                  <a:pt x="471368" y="0"/>
                  <a:pt x="1052830" y="0"/>
                </a:cubicBezTo>
                <a:close/>
              </a:path>
            </a:pathLst>
          </a:custGeom>
        </p:spPr>
        <p:txBody>
          <a:bodyPr wrap="square">
            <a:noAutofit/>
          </a:bodyPr>
          <a:lstStyle>
            <a:lvl1pPr>
              <a:defRPr lang="en-ID" sz="1400"/>
            </a:lvl1pPr>
          </a:lstStyle>
          <a:p>
            <a:endParaRPr lang="en-ID"/>
          </a:p>
        </p:txBody>
      </p:sp>
      <p:sp>
        <p:nvSpPr>
          <p:cNvPr id="10" name="Picture Placeholder 9">
            <a:extLst>
              <a:ext uri="{FF2B5EF4-FFF2-40B4-BE49-F238E27FC236}">
                <a16:creationId xmlns="" xmlns:a16="http://schemas.microsoft.com/office/drawing/2014/main" id="{5C5FAE20-C1CC-41CF-ADFF-5F7E3D17D9BE}"/>
              </a:ext>
            </a:extLst>
          </p:cNvPr>
          <p:cNvSpPr>
            <a:spLocks noGrp="1"/>
          </p:cNvSpPr>
          <p:nvPr>
            <p:ph type="pic" sz="quarter" idx="11"/>
          </p:nvPr>
        </p:nvSpPr>
        <p:spPr>
          <a:xfrm>
            <a:off x="7566284" y="613604"/>
            <a:ext cx="2105660" cy="5190296"/>
          </a:xfrm>
          <a:custGeom>
            <a:avLst/>
            <a:gdLst>
              <a:gd name="connsiteX0" fmla="*/ 1052830 w 2105660"/>
              <a:gd name="connsiteY0" fmla="*/ 0 h 5190296"/>
              <a:gd name="connsiteX1" fmla="*/ 2105660 w 2105660"/>
              <a:gd name="connsiteY1" fmla="*/ 1052830 h 5190296"/>
              <a:gd name="connsiteX2" fmla="*/ 2105659 w 2105660"/>
              <a:gd name="connsiteY2" fmla="*/ 4137466 h 5190296"/>
              <a:gd name="connsiteX3" fmla="*/ 1052829 w 2105660"/>
              <a:gd name="connsiteY3" fmla="*/ 5190296 h 5190296"/>
              <a:gd name="connsiteX4" fmla="*/ 1052830 w 2105660"/>
              <a:gd name="connsiteY4" fmla="*/ 5190295 h 5190296"/>
              <a:gd name="connsiteX5" fmla="*/ 0 w 2105660"/>
              <a:gd name="connsiteY5" fmla="*/ 4137465 h 5190296"/>
              <a:gd name="connsiteX6" fmla="*/ 0 w 2105660"/>
              <a:gd name="connsiteY6" fmla="*/ 1052830 h 5190296"/>
              <a:gd name="connsiteX7" fmla="*/ 1052830 w 2105660"/>
              <a:gd name="connsiteY7" fmla="*/ 0 h 519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5660" h="5190296">
                <a:moveTo>
                  <a:pt x="1052830" y="0"/>
                </a:moveTo>
                <a:cubicBezTo>
                  <a:pt x="1634292" y="0"/>
                  <a:pt x="2105660" y="471368"/>
                  <a:pt x="2105660" y="1052830"/>
                </a:cubicBezTo>
                <a:cubicBezTo>
                  <a:pt x="2105660" y="2081042"/>
                  <a:pt x="2105659" y="3109254"/>
                  <a:pt x="2105659" y="4137466"/>
                </a:cubicBezTo>
                <a:cubicBezTo>
                  <a:pt x="2105659" y="4718928"/>
                  <a:pt x="1634291" y="5190296"/>
                  <a:pt x="1052829" y="5190296"/>
                </a:cubicBezTo>
                <a:lnTo>
                  <a:pt x="1052830" y="5190295"/>
                </a:lnTo>
                <a:cubicBezTo>
                  <a:pt x="471368" y="5190295"/>
                  <a:pt x="0" y="4718927"/>
                  <a:pt x="0" y="4137465"/>
                </a:cubicBezTo>
                <a:lnTo>
                  <a:pt x="0" y="1052830"/>
                </a:lnTo>
                <a:cubicBezTo>
                  <a:pt x="0" y="471368"/>
                  <a:pt x="471368" y="0"/>
                  <a:pt x="1052830" y="0"/>
                </a:cubicBezTo>
                <a:close/>
              </a:path>
            </a:pathLst>
          </a:custGeom>
        </p:spPr>
        <p:txBody>
          <a:bodyPr wrap="square">
            <a:noAutofit/>
          </a:bodyPr>
          <a:lstStyle>
            <a:lvl1pPr>
              <a:defRPr lang="en-ID" sz="1400"/>
            </a:lvl1pPr>
          </a:lstStyle>
          <a:p>
            <a:endParaRPr lang="en-ID"/>
          </a:p>
        </p:txBody>
      </p:sp>
      <p:sp>
        <p:nvSpPr>
          <p:cNvPr id="11" name="Picture Placeholder 10">
            <a:extLst>
              <a:ext uri="{FF2B5EF4-FFF2-40B4-BE49-F238E27FC236}">
                <a16:creationId xmlns="" xmlns:a16="http://schemas.microsoft.com/office/drawing/2014/main" id="{C08B0B2F-7735-468E-8A70-AE52F6321337}"/>
              </a:ext>
            </a:extLst>
          </p:cNvPr>
          <p:cNvSpPr>
            <a:spLocks noGrp="1"/>
          </p:cNvSpPr>
          <p:nvPr>
            <p:ph type="pic" sz="quarter" idx="12"/>
          </p:nvPr>
        </p:nvSpPr>
        <p:spPr>
          <a:xfrm>
            <a:off x="9868626" y="613604"/>
            <a:ext cx="2105660" cy="5190296"/>
          </a:xfrm>
          <a:custGeom>
            <a:avLst/>
            <a:gdLst>
              <a:gd name="connsiteX0" fmla="*/ 1052830 w 2105660"/>
              <a:gd name="connsiteY0" fmla="*/ 0 h 5190296"/>
              <a:gd name="connsiteX1" fmla="*/ 2105660 w 2105660"/>
              <a:gd name="connsiteY1" fmla="*/ 1052830 h 5190296"/>
              <a:gd name="connsiteX2" fmla="*/ 2105659 w 2105660"/>
              <a:gd name="connsiteY2" fmla="*/ 4137466 h 5190296"/>
              <a:gd name="connsiteX3" fmla="*/ 1052829 w 2105660"/>
              <a:gd name="connsiteY3" fmla="*/ 5190296 h 5190296"/>
              <a:gd name="connsiteX4" fmla="*/ 1052830 w 2105660"/>
              <a:gd name="connsiteY4" fmla="*/ 5190295 h 5190296"/>
              <a:gd name="connsiteX5" fmla="*/ 0 w 2105660"/>
              <a:gd name="connsiteY5" fmla="*/ 4137465 h 5190296"/>
              <a:gd name="connsiteX6" fmla="*/ 0 w 2105660"/>
              <a:gd name="connsiteY6" fmla="*/ 1052830 h 5190296"/>
              <a:gd name="connsiteX7" fmla="*/ 1052830 w 2105660"/>
              <a:gd name="connsiteY7" fmla="*/ 0 h 519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5660" h="5190296">
                <a:moveTo>
                  <a:pt x="1052830" y="0"/>
                </a:moveTo>
                <a:cubicBezTo>
                  <a:pt x="1634292" y="0"/>
                  <a:pt x="2105660" y="471368"/>
                  <a:pt x="2105660" y="1052830"/>
                </a:cubicBezTo>
                <a:cubicBezTo>
                  <a:pt x="2105660" y="2081042"/>
                  <a:pt x="2105659" y="3109254"/>
                  <a:pt x="2105659" y="4137466"/>
                </a:cubicBezTo>
                <a:cubicBezTo>
                  <a:pt x="2105659" y="4718928"/>
                  <a:pt x="1634291" y="5190296"/>
                  <a:pt x="1052829" y="5190296"/>
                </a:cubicBezTo>
                <a:lnTo>
                  <a:pt x="1052830" y="5190295"/>
                </a:lnTo>
                <a:cubicBezTo>
                  <a:pt x="471368" y="5190295"/>
                  <a:pt x="0" y="4718927"/>
                  <a:pt x="0" y="4137465"/>
                </a:cubicBezTo>
                <a:lnTo>
                  <a:pt x="0" y="1052830"/>
                </a:lnTo>
                <a:cubicBezTo>
                  <a:pt x="0" y="471368"/>
                  <a:pt x="471368" y="0"/>
                  <a:pt x="1052830"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331075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2" name="Picture Placeholder 11">
            <a:extLst>
              <a:ext uri="{FF2B5EF4-FFF2-40B4-BE49-F238E27FC236}">
                <a16:creationId xmlns="" xmlns:a16="http://schemas.microsoft.com/office/drawing/2014/main" id="{0EA4B079-B2F3-455B-9100-01F960117435}"/>
              </a:ext>
            </a:extLst>
          </p:cNvPr>
          <p:cNvSpPr>
            <a:spLocks noGrp="1"/>
          </p:cNvSpPr>
          <p:nvPr>
            <p:ph type="pic" sz="quarter" idx="10"/>
          </p:nvPr>
        </p:nvSpPr>
        <p:spPr>
          <a:xfrm>
            <a:off x="742181" y="493683"/>
            <a:ext cx="3157884" cy="2400174"/>
          </a:xfrm>
          <a:custGeom>
            <a:avLst/>
            <a:gdLst>
              <a:gd name="connsiteX0" fmla="*/ 63773 w 3157884"/>
              <a:gd name="connsiteY0" fmla="*/ 0 h 2400174"/>
              <a:gd name="connsiteX1" fmla="*/ 3094111 w 3157884"/>
              <a:gd name="connsiteY1" fmla="*/ 0 h 2400174"/>
              <a:gd name="connsiteX2" fmla="*/ 3157884 w 3157884"/>
              <a:gd name="connsiteY2" fmla="*/ 63773 h 2400174"/>
              <a:gd name="connsiteX3" fmla="*/ 3157884 w 3157884"/>
              <a:gd name="connsiteY3" fmla="*/ 2336401 h 2400174"/>
              <a:gd name="connsiteX4" fmla="*/ 3094111 w 3157884"/>
              <a:gd name="connsiteY4" fmla="*/ 2400174 h 2400174"/>
              <a:gd name="connsiteX5" fmla="*/ 63773 w 3157884"/>
              <a:gd name="connsiteY5" fmla="*/ 2400174 h 2400174"/>
              <a:gd name="connsiteX6" fmla="*/ 0 w 3157884"/>
              <a:gd name="connsiteY6" fmla="*/ 2336401 h 2400174"/>
              <a:gd name="connsiteX7" fmla="*/ 0 w 3157884"/>
              <a:gd name="connsiteY7" fmla="*/ 63773 h 2400174"/>
              <a:gd name="connsiteX8" fmla="*/ 63773 w 3157884"/>
              <a:gd name="connsiteY8" fmla="*/ 0 h 24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7884" h="2400174">
                <a:moveTo>
                  <a:pt x="63773" y="0"/>
                </a:moveTo>
                <a:lnTo>
                  <a:pt x="3094111" y="0"/>
                </a:lnTo>
                <a:cubicBezTo>
                  <a:pt x="3129332" y="0"/>
                  <a:pt x="3157884" y="28552"/>
                  <a:pt x="3157884" y="63773"/>
                </a:cubicBezTo>
                <a:lnTo>
                  <a:pt x="3157884" y="2336401"/>
                </a:lnTo>
                <a:cubicBezTo>
                  <a:pt x="3157884" y="2371622"/>
                  <a:pt x="3129332" y="2400174"/>
                  <a:pt x="3094111" y="2400174"/>
                </a:cubicBezTo>
                <a:lnTo>
                  <a:pt x="63773" y="2400174"/>
                </a:lnTo>
                <a:cubicBezTo>
                  <a:pt x="28552" y="2400174"/>
                  <a:pt x="0" y="2371622"/>
                  <a:pt x="0" y="2336401"/>
                </a:cubicBezTo>
                <a:lnTo>
                  <a:pt x="0" y="63773"/>
                </a:lnTo>
                <a:cubicBezTo>
                  <a:pt x="0" y="28552"/>
                  <a:pt x="28552" y="0"/>
                  <a:pt x="63773" y="0"/>
                </a:cubicBezTo>
                <a:close/>
              </a:path>
            </a:pathLst>
          </a:custGeom>
        </p:spPr>
        <p:txBody>
          <a:bodyPr wrap="square">
            <a:noAutofit/>
          </a:bodyPr>
          <a:lstStyle>
            <a:lvl1pPr>
              <a:defRPr lang="en-ID" sz="1400"/>
            </a:lvl1pPr>
          </a:lstStyle>
          <a:p>
            <a:endParaRPr lang="en-ID"/>
          </a:p>
        </p:txBody>
      </p:sp>
      <p:sp>
        <p:nvSpPr>
          <p:cNvPr id="11" name="Picture Placeholder 10">
            <a:extLst>
              <a:ext uri="{FF2B5EF4-FFF2-40B4-BE49-F238E27FC236}">
                <a16:creationId xmlns="" xmlns:a16="http://schemas.microsoft.com/office/drawing/2014/main" id="{B2E04AB5-1654-4BFF-945F-A4B01D9BECA6}"/>
              </a:ext>
            </a:extLst>
          </p:cNvPr>
          <p:cNvSpPr>
            <a:spLocks noGrp="1"/>
          </p:cNvSpPr>
          <p:nvPr>
            <p:ph type="pic" sz="quarter" idx="11"/>
          </p:nvPr>
        </p:nvSpPr>
        <p:spPr>
          <a:xfrm>
            <a:off x="4517058" y="493683"/>
            <a:ext cx="3157884" cy="2400174"/>
          </a:xfrm>
          <a:custGeom>
            <a:avLst/>
            <a:gdLst>
              <a:gd name="connsiteX0" fmla="*/ 63773 w 3157884"/>
              <a:gd name="connsiteY0" fmla="*/ 0 h 2400174"/>
              <a:gd name="connsiteX1" fmla="*/ 3094111 w 3157884"/>
              <a:gd name="connsiteY1" fmla="*/ 0 h 2400174"/>
              <a:gd name="connsiteX2" fmla="*/ 3157884 w 3157884"/>
              <a:gd name="connsiteY2" fmla="*/ 63773 h 2400174"/>
              <a:gd name="connsiteX3" fmla="*/ 3157884 w 3157884"/>
              <a:gd name="connsiteY3" fmla="*/ 2336401 h 2400174"/>
              <a:gd name="connsiteX4" fmla="*/ 3094111 w 3157884"/>
              <a:gd name="connsiteY4" fmla="*/ 2400174 h 2400174"/>
              <a:gd name="connsiteX5" fmla="*/ 63773 w 3157884"/>
              <a:gd name="connsiteY5" fmla="*/ 2400174 h 2400174"/>
              <a:gd name="connsiteX6" fmla="*/ 0 w 3157884"/>
              <a:gd name="connsiteY6" fmla="*/ 2336401 h 2400174"/>
              <a:gd name="connsiteX7" fmla="*/ 0 w 3157884"/>
              <a:gd name="connsiteY7" fmla="*/ 63773 h 2400174"/>
              <a:gd name="connsiteX8" fmla="*/ 63773 w 3157884"/>
              <a:gd name="connsiteY8" fmla="*/ 0 h 24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7884" h="2400174">
                <a:moveTo>
                  <a:pt x="63773" y="0"/>
                </a:moveTo>
                <a:lnTo>
                  <a:pt x="3094111" y="0"/>
                </a:lnTo>
                <a:cubicBezTo>
                  <a:pt x="3129332" y="0"/>
                  <a:pt x="3157884" y="28552"/>
                  <a:pt x="3157884" y="63773"/>
                </a:cubicBezTo>
                <a:lnTo>
                  <a:pt x="3157884" y="2336401"/>
                </a:lnTo>
                <a:cubicBezTo>
                  <a:pt x="3157884" y="2371622"/>
                  <a:pt x="3129332" y="2400174"/>
                  <a:pt x="3094111" y="2400174"/>
                </a:cubicBezTo>
                <a:lnTo>
                  <a:pt x="63773" y="2400174"/>
                </a:lnTo>
                <a:cubicBezTo>
                  <a:pt x="28552" y="2400174"/>
                  <a:pt x="0" y="2371622"/>
                  <a:pt x="0" y="2336401"/>
                </a:cubicBezTo>
                <a:lnTo>
                  <a:pt x="0" y="63773"/>
                </a:lnTo>
                <a:cubicBezTo>
                  <a:pt x="0" y="28552"/>
                  <a:pt x="28552" y="0"/>
                  <a:pt x="63773" y="0"/>
                </a:cubicBezTo>
                <a:close/>
              </a:path>
            </a:pathLst>
          </a:custGeom>
        </p:spPr>
        <p:txBody>
          <a:bodyPr wrap="square">
            <a:noAutofit/>
          </a:bodyPr>
          <a:lstStyle>
            <a:lvl1pPr>
              <a:defRPr lang="en-ID" sz="1400"/>
            </a:lvl1pPr>
          </a:lstStyle>
          <a:p>
            <a:endParaRPr lang="en-ID"/>
          </a:p>
        </p:txBody>
      </p:sp>
      <p:sp>
        <p:nvSpPr>
          <p:cNvPr id="10" name="Picture Placeholder 9">
            <a:extLst>
              <a:ext uri="{FF2B5EF4-FFF2-40B4-BE49-F238E27FC236}">
                <a16:creationId xmlns="" xmlns:a16="http://schemas.microsoft.com/office/drawing/2014/main" id="{C5CA05E0-DCD1-4064-998F-945D5B86A9EA}"/>
              </a:ext>
            </a:extLst>
          </p:cNvPr>
          <p:cNvSpPr>
            <a:spLocks noGrp="1"/>
          </p:cNvSpPr>
          <p:nvPr>
            <p:ph type="pic" sz="quarter" idx="12"/>
          </p:nvPr>
        </p:nvSpPr>
        <p:spPr>
          <a:xfrm>
            <a:off x="8291935" y="493683"/>
            <a:ext cx="3157884" cy="2400174"/>
          </a:xfrm>
          <a:custGeom>
            <a:avLst/>
            <a:gdLst>
              <a:gd name="connsiteX0" fmla="*/ 63773 w 3157884"/>
              <a:gd name="connsiteY0" fmla="*/ 0 h 2400174"/>
              <a:gd name="connsiteX1" fmla="*/ 3094111 w 3157884"/>
              <a:gd name="connsiteY1" fmla="*/ 0 h 2400174"/>
              <a:gd name="connsiteX2" fmla="*/ 3157884 w 3157884"/>
              <a:gd name="connsiteY2" fmla="*/ 63773 h 2400174"/>
              <a:gd name="connsiteX3" fmla="*/ 3157884 w 3157884"/>
              <a:gd name="connsiteY3" fmla="*/ 2336401 h 2400174"/>
              <a:gd name="connsiteX4" fmla="*/ 3094111 w 3157884"/>
              <a:gd name="connsiteY4" fmla="*/ 2400174 h 2400174"/>
              <a:gd name="connsiteX5" fmla="*/ 63773 w 3157884"/>
              <a:gd name="connsiteY5" fmla="*/ 2400174 h 2400174"/>
              <a:gd name="connsiteX6" fmla="*/ 0 w 3157884"/>
              <a:gd name="connsiteY6" fmla="*/ 2336401 h 2400174"/>
              <a:gd name="connsiteX7" fmla="*/ 0 w 3157884"/>
              <a:gd name="connsiteY7" fmla="*/ 63773 h 2400174"/>
              <a:gd name="connsiteX8" fmla="*/ 63773 w 3157884"/>
              <a:gd name="connsiteY8" fmla="*/ 0 h 24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7884" h="2400174">
                <a:moveTo>
                  <a:pt x="63773" y="0"/>
                </a:moveTo>
                <a:lnTo>
                  <a:pt x="3094111" y="0"/>
                </a:lnTo>
                <a:cubicBezTo>
                  <a:pt x="3129332" y="0"/>
                  <a:pt x="3157884" y="28552"/>
                  <a:pt x="3157884" y="63773"/>
                </a:cubicBezTo>
                <a:lnTo>
                  <a:pt x="3157884" y="2336401"/>
                </a:lnTo>
                <a:cubicBezTo>
                  <a:pt x="3157884" y="2371622"/>
                  <a:pt x="3129332" y="2400174"/>
                  <a:pt x="3094111" y="2400174"/>
                </a:cubicBezTo>
                <a:lnTo>
                  <a:pt x="63773" y="2400174"/>
                </a:lnTo>
                <a:cubicBezTo>
                  <a:pt x="28552" y="2400174"/>
                  <a:pt x="0" y="2371622"/>
                  <a:pt x="0" y="2336401"/>
                </a:cubicBezTo>
                <a:lnTo>
                  <a:pt x="0" y="63773"/>
                </a:lnTo>
                <a:cubicBezTo>
                  <a:pt x="0" y="28552"/>
                  <a:pt x="28552" y="0"/>
                  <a:pt x="63773"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750307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7" name="Picture Placeholder 6">
            <a:extLst>
              <a:ext uri="{FF2B5EF4-FFF2-40B4-BE49-F238E27FC236}">
                <a16:creationId xmlns="" xmlns:a16="http://schemas.microsoft.com/office/drawing/2014/main" id="{0C19F8CC-67BC-4FCA-B833-C037C5E37F48}"/>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133799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13" name="Picture Placeholder 12">
            <a:extLst>
              <a:ext uri="{FF2B5EF4-FFF2-40B4-BE49-F238E27FC236}">
                <a16:creationId xmlns="" xmlns:a16="http://schemas.microsoft.com/office/drawing/2014/main" id="{1FE8545D-1904-4733-B1DA-6EC78D472503}"/>
              </a:ext>
            </a:extLst>
          </p:cNvPr>
          <p:cNvSpPr>
            <a:spLocks noGrp="1"/>
          </p:cNvSpPr>
          <p:nvPr>
            <p:ph type="pic" sz="quarter" idx="12"/>
          </p:nvPr>
        </p:nvSpPr>
        <p:spPr>
          <a:xfrm>
            <a:off x="10244805" y="0"/>
            <a:ext cx="1947195" cy="6858000"/>
          </a:xfrm>
          <a:custGeom>
            <a:avLst/>
            <a:gdLst>
              <a:gd name="connsiteX0" fmla="*/ 0 w 1947195"/>
              <a:gd name="connsiteY0" fmla="*/ 0 h 6858000"/>
              <a:gd name="connsiteX1" fmla="*/ 1947195 w 1947195"/>
              <a:gd name="connsiteY1" fmla="*/ 0 h 6858000"/>
              <a:gd name="connsiteX2" fmla="*/ 1947195 w 1947195"/>
              <a:gd name="connsiteY2" fmla="*/ 6858000 h 6858000"/>
              <a:gd name="connsiteX3" fmla="*/ 0 w 194719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947195" h="6858000">
                <a:moveTo>
                  <a:pt x="0" y="0"/>
                </a:moveTo>
                <a:lnTo>
                  <a:pt x="1947195" y="0"/>
                </a:lnTo>
                <a:lnTo>
                  <a:pt x="1947195" y="6858000"/>
                </a:lnTo>
                <a:lnTo>
                  <a:pt x="0" y="6858000"/>
                </a:lnTo>
                <a:close/>
              </a:path>
            </a:pathLst>
          </a:custGeom>
        </p:spPr>
        <p:txBody>
          <a:bodyPr wrap="square">
            <a:noAutofit/>
          </a:bodyPr>
          <a:lstStyle>
            <a:lvl1pPr>
              <a:defRPr lang="en-ID" sz="1400"/>
            </a:lvl1pPr>
          </a:lstStyle>
          <a:p>
            <a:endParaRPr lang="en-ID"/>
          </a:p>
        </p:txBody>
      </p:sp>
      <p:sp>
        <p:nvSpPr>
          <p:cNvPr id="11" name="Picture Placeholder 10">
            <a:extLst>
              <a:ext uri="{FF2B5EF4-FFF2-40B4-BE49-F238E27FC236}">
                <a16:creationId xmlns="" xmlns:a16="http://schemas.microsoft.com/office/drawing/2014/main" id="{8C2FFD09-9BB7-49C2-BA1A-2F068CD9EF92}"/>
              </a:ext>
            </a:extLst>
          </p:cNvPr>
          <p:cNvSpPr>
            <a:spLocks noGrp="1"/>
          </p:cNvSpPr>
          <p:nvPr>
            <p:ph type="pic" sz="quarter" idx="10"/>
          </p:nvPr>
        </p:nvSpPr>
        <p:spPr>
          <a:xfrm>
            <a:off x="759937" y="2322211"/>
            <a:ext cx="3910491" cy="2374473"/>
          </a:xfrm>
          <a:custGeom>
            <a:avLst/>
            <a:gdLst>
              <a:gd name="connsiteX0" fmla="*/ 0 w 3910491"/>
              <a:gd name="connsiteY0" fmla="*/ 0 h 2374473"/>
              <a:gd name="connsiteX1" fmla="*/ 3527838 w 3910491"/>
              <a:gd name="connsiteY1" fmla="*/ 0 h 2374473"/>
              <a:gd name="connsiteX2" fmla="*/ 3910491 w 3910491"/>
              <a:gd name="connsiteY2" fmla="*/ 396159 h 2374473"/>
              <a:gd name="connsiteX3" fmla="*/ 3910491 w 3910491"/>
              <a:gd name="connsiteY3" fmla="*/ 1978314 h 2374473"/>
              <a:gd name="connsiteX4" fmla="*/ 3527838 w 3910491"/>
              <a:gd name="connsiteY4" fmla="*/ 2374473 h 2374473"/>
              <a:gd name="connsiteX5" fmla="*/ 0 w 3910491"/>
              <a:gd name="connsiteY5" fmla="*/ 2374473 h 237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91" h="2374473">
                <a:moveTo>
                  <a:pt x="0" y="0"/>
                </a:moveTo>
                <a:lnTo>
                  <a:pt x="3527838" y="0"/>
                </a:lnTo>
                <a:cubicBezTo>
                  <a:pt x="3738957" y="0"/>
                  <a:pt x="3910491" y="177589"/>
                  <a:pt x="3910491" y="396159"/>
                </a:cubicBezTo>
                <a:lnTo>
                  <a:pt x="3910491" y="1978314"/>
                </a:lnTo>
                <a:cubicBezTo>
                  <a:pt x="3910491" y="2196884"/>
                  <a:pt x="3738957" y="2374473"/>
                  <a:pt x="3527838" y="2374473"/>
                </a:cubicBezTo>
                <a:lnTo>
                  <a:pt x="0" y="2374473"/>
                </a:lnTo>
                <a:close/>
              </a:path>
            </a:pathLst>
          </a:custGeom>
        </p:spPr>
        <p:txBody>
          <a:bodyPr wrap="square">
            <a:noAutofit/>
          </a:bodyPr>
          <a:lstStyle>
            <a:lvl1pPr>
              <a:defRPr lang="en-ID" sz="1400"/>
            </a:lvl1pPr>
          </a:lstStyle>
          <a:p>
            <a:endParaRPr lang="en-ID"/>
          </a:p>
        </p:txBody>
      </p:sp>
      <p:sp>
        <p:nvSpPr>
          <p:cNvPr id="12" name="Picture Placeholder 11">
            <a:extLst>
              <a:ext uri="{FF2B5EF4-FFF2-40B4-BE49-F238E27FC236}">
                <a16:creationId xmlns="" xmlns:a16="http://schemas.microsoft.com/office/drawing/2014/main" id="{12DCC61A-2AA0-4B00-9869-C2571F5BBCBB}"/>
              </a:ext>
            </a:extLst>
          </p:cNvPr>
          <p:cNvSpPr>
            <a:spLocks noGrp="1"/>
          </p:cNvSpPr>
          <p:nvPr>
            <p:ph type="pic" sz="quarter" idx="11"/>
          </p:nvPr>
        </p:nvSpPr>
        <p:spPr>
          <a:xfrm>
            <a:off x="5442892" y="2322211"/>
            <a:ext cx="3910491" cy="2374473"/>
          </a:xfrm>
          <a:custGeom>
            <a:avLst/>
            <a:gdLst>
              <a:gd name="connsiteX0" fmla="*/ 0 w 3910491"/>
              <a:gd name="connsiteY0" fmla="*/ 0 h 2374473"/>
              <a:gd name="connsiteX1" fmla="*/ 3527838 w 3910491"/>
              <a:gd name="connsiteY1" fmla="*/ 0 h 2374473"/>
              <a:gd name="connsiteX2" fmla="*/ 3910491 w 3910491"/>
              <a:gd name="connsiteY2" fmla="*/ 396159 h 2374473"/>
              <a:gd name="connsiteX3" fmla="*/ 3910491 w 3910491"/>
              <a:gd name="connsiteY3" fmla="*/ 1978314 h 2374473"/>
              <a:gd name="connsiteX4" fmla="*/ 3527838 w 3910491"/>
              <a:gd name="connsiteY4" fmla="*/ 2374473 h 2374473"/>
              <a:gd name="connsiteX5" fmla="*/ 0 w 3910491"/>
              <a:gd name="connsiteY5" fmla="*/ 2374473 h 237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91" h="2374473">
                <a:moveTo>
                  <a:pt x="0" y="0"/>
                </a:moveTo>
                <a:lnTo>
                  <a:pt x="3527838" y="0"/>
                </a:lnTo>
                <a:cubicBezTo>
                  <a:pt x="3738957" y="0"/>
                  <a:pt x="3910491" y="177589"/>
                  <a:pt x="3910491" y="396159"/>
                </a:cubicBezTo>
                <a:lnTo>
                  <a:pt x="3910491" y="1978314"/>
                </a:lnTo>
                <a:cubicBezTo>
                  <a:pt x="3910491" y="2196884"/>
                  <a:pt x="3738957" y="2374473"/>
                  <a:pt x="3527838" y="2374473"/>
                </a:cubicBezTo>
                <a:lnTo>
                  <a:pt x="0" y="2374473"/>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778381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a:extLst>
              <a:ext uri="{FF2B5EF4-FFF2-40B4-BE49-F238E27FC236}">
                <a16:creationId xmlns="" xmlns:a16="http://schemas.microsoft.com/office/drawing/2014/main" id="{8A83DB32-1AF9-4944-B313-B653E716F183}"/>
              </a:ext>
            </a:extLst>
          </p:cNvPr>
          <p:cNvSpPr>
            <a:spLocks noGrp="1"/>
          </p:cNvSpPr>
          <p:nvPr>
            <p:ph type="pic" sz="quarter" idx="10"/>
          </p:nvPr>
        </p:nvSpPr>
        <p:spPr>
          <a:xfrm>
            <a:off x="4191000" y="4306112"/>
            <a:ext cx="2524762" cy="2006717"/>
          </a:xfrm>
          <a:custGeom>
            <a:avLst/>
            <a:gdLst>
              <a:gd name="connsiteX0" fmla="*/ 69954 w 2524762"/>
              <a:gd name="connsiteY0" fmla="*/ 0 h 2006717"/>
              <a:gd name="connsiteX1" fmla="*/ 2454808 w 2524762"/>
              <a:gd name="connsiteY1" fmla="*/ 0 h 2006717"/>
              <a:gd name="connsiteX2" fmla="*/ 2524762 w 2524762"/>
              <a:gd name="connsiteY2" fmla="*/ 69954 h 2006717"/>
              <a:gd name="connsiteX3" fmla="*/ 2524762 w 2524762"/>
              <a:gd name="connsiteY3" fmla="*/ 1936763 h 2006717"/>
              <a:gd name="connsiteX4" fmla="*/ 2454808 w 2524762"/>
              <a:gd name="connsiteY4" fmla="*/ 2006717 h 2006717"/>
              <a:gd name="connsiteX5" fmla="*/ 69954 w 2524762"/>
              <a:gd name="connsiteY5" fmla="*/ 2006717 h 2006717"/>
              <a:gd name="connsiteX6" fmla="*/ 0 w 2524762"/>
              <a:gd name="connsiteY6" fmla="*/ 1936763 h 2006717"/>
              <a:gd name="connsiteX7" fmla="*/ 0 w 2524762"/>
              <a:gd name="connsiteY7" fmla="*/ 69954 h 2006717"/>
              <a:gd name="connsiteX8" fmla="*/ 69954 w 2524762"/>
              <a:gd name="connsiteY8" fmla="*/ 0 h 200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4762" h="2006717">
                <a:moveTo>
                  <a:pt x="69954" y="0"/>
                </a:moveTo>
                <a:lnTo>
                  <a:pt x="2454808" y="0"/>
                </a:lnTo>
                <a:cubicBezTo>
                  <a:pt x="2493443" y="0"/>
                  <a:pt x="2524762" y="31319"/>
                  <a:pt x="2524762" y="69954"/>
                </a:cubicBezTo>
                <a:lnTo>
                  <a:pt x="2524762" y="1936763"/>
                </a:lnTo>
                <a:cubicBezTo>
                  <a:pt x="2524762" y="1975398"/>
                  <a:pt x="2493443" y="2006717"/>
                  <a:pt x="2454808" y="2006717"/>
                </a:cubicBezTo>
                <a:lnTo>
                  <a:pt x="69954" y="2006717"/>
                </a:lnTo>
                <a:cubicBezTo>
                  <a:pt x="31319" y="2006717"/>
                  <a:pt x="0" y="1975398"/>
                  <a:pt x="0" y="1936763"/>
                </a:cubicBezTo>
                <a:lnTo>
                  <a:pt x="0" y="69954"/>
                </a:lnTo>
                <a:cubicBezTo>
                  <a:pt x="0" y="31319"/>
                  <a:pt x="31319" y="0"/>
                  <a:pt x="69954" y="0"/>
                </a:cubicBezTo>
                <a:close/>
              </a:path>
            </a:pathLst>
          </a:custGeom>
        </p:spPr>
        <p:txBody>
          <a:bodyPr wrap="square">
            <a:noAutofit/>
          </a:bodyPr>
          <a:lstStyle>
            <a:lvl1pPr>
              <a:defRPr lang="en-ID" sz="1400"/>
            </a:lvl1pPr>
          </a:lstStyle>
          <a:p>
            <a:endParaRPr lang="en-ID"/>
          </a:p>
        </p:txBody>
      </p:sp>
      <p:sp>
        <p:nvSpPr>
          <p:cNvPr id="13" name="Picture Placeholder 12">
            <a:extLst>
              <a:ext uri="{FF2B5EF4-FFF2-40B4-BE49-F238E27FC236}">
                <a16:creationId xmlns="" xmlns:a16="http://schemas.microsoft.com/office/drawing/2014/main" id="{2BC1B4D7-3E6E-4EB7-AD83-DEEFE507D58F}"/>
              </a:ext>
            </a:extLst>
          </p:cNvPr>
          <p:cNvSpPr>
            <a:spLocks noGrp="1"/>
          </p:cNvSpPr>
          <p:nvPr>
            <p:ph type="pic" sz="quarter" idx="11"/>
          </p:nvPr>
        </p:nvSpPr>
        <p:spPr>
          <a:xfrm>
            <a:off x="463525" y="545173"/>
            <a:ext cx="2098835" cy="3632600"/>
          </a:xfrm>
          <a:custGeom>
            <a:avLst/>
            <a:gdLst>
              <a:gd name="connsiteX0" fmla="*/ 73165 w 2098835"/>
              <a:gd name="connsiteY0" fmla="*/ 0 h 3632600"/>
              <a:gd name="connsiteX1" fmla="*/ 2025670 w 2098835"/>
              <a:gd name="connsiteY1" fmla="*/ 0 h 3632600"/>
              <a:gd name="connsiteX2" fmla="*/ 2098835 w 2098835"/>
              <a:gd name="connsiteY2" fmla="*/ 73165 h 3632600"/>
              <a:gd name="connsiteX3" fmla="*/ 2098835 w 2098835"/>
              <a:gd name="connsiteY3" fmla="*/ 3559435 h 3632600"/>
              <a:gd name="connsiteX4" fmla="*/ 2025670 w 2098835"/>
              <a:gd name="connsiteY4" fmla="*/ 3632600 h 3632600"/>
              <a:gd name="connsiteX5" fmla="*/ 73165 w 2098835"/>
              <a:gd name="connsiteY5" fmla="*/ 3632600 h 3632600"/>
              <a:gd name="connsiteX6" fmla="*/ 0 w 2098835"/>
              <a:gd name="connsiteY6" fmla="*/ 3559435 h 3632600"/>
              <a:gd name="connsiteX7" fmla="*/ 0 w 2098835"/>
              <a:gd name="connsiteY7" fmla="*/ 73165 h 3632600"/>
              <a:gd name="connsiteX8" fmla="*/ 73165 w 2098835"/>
              <a:gd name="connsiteY8" fmla="*/ 0 h 363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8835" h="3632600">
                <a:moveTo>
                  <a:pt x="73165" y="0"/>
                </a:moveTo>
                <a:lnTo>
                  <a:pt x="2025670" y="0"/>
                </a:lnTo>
                <a:cubicBezTo>
                  <a:pt x="2066078" y="0"/>
                  <a:pt x="2098835" y="32757"/>
                  <a:pt x="2098835" y="73165"/>
                </a:cubicBezTo>
                <a:lnTo>
                  <a:pt x="2098835" y="3559435"/>
                </a:lnTo>
                <a:cubicBezTo>
                  <a:pt x="2098835" y="3599843"/>
                  <a:pt x="2066078" y="3632600"/>
                  <a:pt x="2025670" y="3632600"/>
                </a:cubicBezTo>
                <a:lnTo>
                  <a:pt x="73165" y="3632600"/>
                </a:lnTo>
                <a:cubicBezTo>
                  <a:pt x="32757" y="3632600"/>
                  <a:pt x="0" y="3599843"/>
                  <a:pt x="0" y="3559435"/>
                </a:cubicBezTo>
                <a:lnTo>
                  <a:pt x="0" y="73165"/>
                </a:lnTo>
                <a:cubicBezTo>
                  <a:pt x="0" y="32757"/>
                  <a:pt x="32757" y="0"/>
                  <a:pt x="73165" y="0"/>
                </a:cubicBezTo>
                <a:close/>
              </a:path>
            </a:pathLst>
          </a:custGeom>
        </p:spPr>
        <p:txBody>
          <a:bodyPr wrap="square">
            <a:noAutofit/>
          </a:bodyPr>
          <a:lstStyle>
            <a:lvl1pPr>
              <a:defRPr lang="en-ID" sz="1400"/>
            </a:lvl1pPr>
          </a:lstStyle>
          <a:p>
            <a:endParaRPr lang="en-ID"/>
          </a:p>
        </p:txBody>
      </p:sp>
      <p:sp>
        <p:nvSpPr>
          <p:cNvPr id="14" name="Picture Placeholder 13">
            <a:extLst>
              <a:ext uri="{FF2B5EF4-FFF2-40B4-BE49-F238E27FC236}">
                <a16:creationId xmlns="" xmlns:a16="http://schemas.microsoft.com/office/drawing/2014/main" id="{DFC72E20-93C0-4030-BF8E-5DD3CD790D1B}"/>
              </a:ext>
            </a:extLst>
          </p:cNvPr>
          <p:cNvSpPr>
            <a:spLocks noGrp="1"/>
          </p:cNvSpPr>
          <p:nvPr>
            <p:ph type="pic" sz="quarter" idx="12"/>
          </p:nvPr>
        </p:nvSpPr>
        <p:spPr>
          <a:xfrm>
            <a:off x="2695140" y="545173"/>
            <a:ext cx="4020623" cy="3632600"/>
          </a:xfrm>
          <a:custGeom>
            <a:avLst/>
            <a:gdLst>
              <a:gd name="connsiteX0" fmla="*/ 126632 w 4020623"/>
              <a:gd name="connsiteY0" fmla="*/ 0 h 3632600"/>
              <a:gd name="connsiteX1" fmla="*/ 3893991 w 4020623"/>
              <a:gd name="connsiteY1" fmla="*/ 0 h 3632600"/>
              <a:gd name="connsiteX2" fmla="*/ 4020623 w 4020623"/>
              <a:gd name="connsiteY2" fmla="*/ 126632 h 3632600"/>
              <a:gd name="connsiteX3" fmla="*/ 4020623 w 4020623"/>
              <a:gd name="connsiteY3" fmla="*/ 3505968 h 3632600"/>
              <a:gd name="connsiteX4" fmla="*/ 3893991 w 4020623"/>
              <a:gd name="connsiteY4" fmla="*/ 3632600 h 3632600"/>
              <a:gd name="connsiteX5" fmla="*/ 126632 w 4020623"/>
              <a:gd name="connsiteY5" fmla="*/ 3632600 h 3632600"/>
              <a:gd name="connsiteX6" fmla="*/ 0 w 4020623"/>
              <a:gd name="connsiteY6" fmla="*/ 3505968 h 3632600"/>
              <a:gd name="connsiteX7" fmla="*/ 0 w 4020623"/>
              <a:gd name="connsiteY7" fmla="*/ 126632 h 3632600"/>
              <a:gd name="connsiteX8" fmla="*/ 126632 w 4020623"/>
              <a:gd name="connsiteY8" fmla="*/ 0 h 363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0623" h="3632600">
                <a:moveTo>
                  <a:pt x="126632" y="0"/>
                </a:moveTo>
                <a:lnTo>
                  <a:pt x="3893991" y="0"/>
                </a:lnTo>
                <a:cubicBezTo>
                  <a:pt x="3963928" y="0"/>
                  <a:pt x="4020623" y="56695"/>
                  <a:pt x="4020623" y="126632"/>
                </a:cubicBezTo>
                <a:lnTo>
                  <a:pt x="4020623" y="3505968"/>
                </a:lnTo>
                <a:cubicBezTo>
                  <a:pt x="4020623" y="3575905"/>
                  <a:pt x="3963928" y="3632600"/>
                  <a:pt x="3893991" y="3632600"/>
                </a:cubicBezTo>
                <a:lnTo>
                  <a:pt x="126632" y="3632600"/>
                </a:lnTo>
                <a:cubicBezTo>
                  <a:pt x="56695" y="3632600"/>
                  <a:pt x="0" y="3575905"/>
                  <a:pt x="0" y="3505968"/>
                </a:cubicBezTo>
                <a:lnTo>
                  <a:pt x="0" y="126632"/>
                </a:lnTo>
                <a:cubicBezTo>
                  <a:pt x="0" y="56695"/>
                  <a:pt x="56695" y="0"/>
                  <a:pt x="126632"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4269620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2DA4E6D5-6A32-4325-9384-2BDBBFCAB9BB}"/>
              </a:ext>
            </a:extLst>
          </p:cNvPr>
          <p:cNvSpPr>
            <a:spLocks noGrp="1"/>
          </p:cNvSpPr>
          <p:nvPr>
            <p:ph type="pic" sz="quarter" idx="10"/>
          </p:nvPr>
        </p:nvSpPr>
        <p:spPr>
          <a:xfrm>
            <a:off x="0" y="4280893"/>
            <a:ext cx="12192000" cy="2577106"/>
          </a:xfrm>
          <a:custGeom>
            <a:avLst/>
            <a:gdLst>
              <a:gd name="connsiteX0" fmla="*/ 0 w 12192000"/>
              <a:gd name="connsiteY0" fmla="*/ 0 h 2577106"/>
              <a:gd name="connsiteX1" fmla="*/ 12192000 w 12192000"/>
              <a:gd name="connsiteY1" fmla="*/ 0 h 2577106"/>
              <a:gd name="connsiteX2" fmla="*/ 12192000 w 12192000"/>
              <a:gd name="connsiteY2" fmla="*/ 2577106 h 2577106"/>
              <a:gd name="connsiteX3" fmla="*/ 0 w 12192000"/>
              <a:gd name="connsiteY3" fmla="*/ 2577106 h 2577106"/>
            </a:gdLst>
            <a:ahLst/>
            <a:cxnLst>
              <a:cxn ang="0">
                <a:pos x="connsiteX0" y="connsiteY0"/>
              </a:cxn>
              <a:cxn ang="0">
                <a:pos x="connsiteX1" y="connsiteY1"/>
              </a:cxn>
              <a:cxn ang="0">
                <a:pos x="connsiteX2" y="connsiteY2"/>
              </a:cxn>
              <a:cxn ang="0">
                <a:pos x="connsiteX3" y="connsiteY3"/>
              </a:cxn>
            </a:cxnLst>
            <a:rect l="l" t="t" r="r" b="b"/>
            <a:pathLst>
              <a:path w="12192000" h="2577106">
                <a:moveTo>
                  <a:pt x="0" y="0"/>
                </a:moveTo>
                <a:lnTo>
                  <a:pt x="12192000" y="0"/>
                </a:lnTo>
                <a:lnTo>
                  <a:pt x="12192000" y="2577106"/>
                </a:lnTo>
                <a:lnTo>
                  <a:pt x="0" y="2577106"/>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425298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4" name="Picture Placeholder 3">
            <a:extLst>
              <a:ext uri="{FF2B5EF4-FFF2-40B4-BE49-F238E27FC236}">
                <a16:creationId xmlns="" xmlns:a16="http://schemas.microsoft.com/office/drawing/2014/main" id="{1229A4BA-DDF1-409C-93E4-A3A2496328AF}"/>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lvl1pPr>
              <a:defRPr lang="en-ID" sz="1400"/>
            </a:lvl1pPr>
          </a:lstStyle>
          <a:p>
            <a:endParaRPr lang="en-ID"/>
          </a:p>
        </p:txBody>
      </p:sp>
      <p:sp>
        <p:nvSpPr>
          <p:cNvPr id="7" name="Picture Placeholder 6">
            <a:extLst>
              <a:ext uri="{FF2B5EF4-FFF2-40B4-BE49-F238E27FC236}">
                <a16:creationId xmlns="" xmlns:a16="http://schemas.microsoft.com/office/drawing/2014/main" id="{7FFD8588-1492-4066-9B6A-9A8D093D43DC}"/>
              </a:ext>
            </a:extLst>
          </p:cNvPr>
          <p:cNvSpPr>
            <a:spLocks noGrp="1"/>
          </p:cNvSpPr>
          <p:nvPr>
            <p:ph type="pic" sz="quarter" idx="11"/>
          </p:nvPr>
        </p:nvSpPr>
        <p:spPr>
          <a:xfrm>
            <a:off x="363416" y="869060"/>
            <a:ext cx="1319118" cy="1319118"/>
          </a:xfrm>
          <a:custGeom>
            <a:avLst/>
            <a:gdLst>
              <a:gd name="connsiteX0" fmla="*/ 659559 w 1319118"/>
              <a:gd name="connsiteY0" fmla="*/ 0 h 1319118"/>
              <a:gd name="connsiteX1" fmla="*/ 1319118 w 1319118"/>
              <a:gd name="connsiteY1" fmla="*/ 659559 h 1319118"/>
              <a:gd name="connsiteX2" fmla="*/ 659559 w 1319118"/>
              <a:gd name="connsiteY2" fmla="*/ 1319118 h 1319118"/>
              <a:gd name="connsiteX3" fmla="*/ 0 w 1319118"/>
              <a:gd name="connsiteY3" fmla="*/ 659559 h 1319118"/>
              <a:gd name="connsiteX4" fmla="*/ 659559 w 1319118"/>
              <a:gd name="connsiteY4" fmla="*/ 0 h 1319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118" h="1319118">
                <a:moveTo>
                  <a:pt x="659559" y="0"/>
                </a:moveTo>
                <a:cubicBezTo>
                  <a:pt x="1023823" y="0"/>
                  <a:pt x="1319118" y="295295"/>
                  <a:pt x="1319118" y="659559"/>
                </a:cubicBezTo>
                <a:cubicBezTo>
                  <a:pt x="1319118" y="1023823"/>
                  <a:pt x="1023823" y="1319118"/>
                  <a:pt x="659559" y="1319118"/>
                </a:cubicBezTo>
                <a:cubicBezTo>
                  <a:pt x="295295" y="1319118"/>
                  <a:pt x="0" y="1023823"/>
                  <a:pt x="0" y="659559"/>
                </a:cubicBezTo>
                <a:cubicBezTo>
                  <a:pt x="0" y="295295"/>
                  <a:pt x="295295" y="0"/>
                  <a:pt x="659559"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300879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A857EF44-6385-46B5-8725-9FE5C4842036}"/>
              </a:ext>
            </a:extLst>
          </p:cNvPr>
          <p:cNvSpPr>
            <a:spLocks noGrp="1"/>
          </p:cNvSpPr>
          <p:nvPr>
            <p:ph type="pic" sz="quarter" idx="10"/>
          </p:nvPr>
        </p:nvSpPr>
        <p:spPr>
          <a:xfrm>
            <a:off x="6501003" y="3580166"/>
            <a:ext cx="4656795" cy="2578848"/>
          </a:xfrm>
          <a:custGeom>
            <a:avLst/>
            <a:gdLst>
              <a:gd name="connsiteX0" fmla="*/ 1219057 w 4656795"/>
              <a:gd name="connsiteY0" fmla="*/ 0 h 2578848"/>
              <a:gd name="connsiteX1" fmla="*/ 3437739 w 4656795"/>
              <a:gd name="connsiteY1" fmla="*/ 0 h 2578848"/>
              <a:gd name="connsiteX2" fmla="*/ 4656795 w 4656795"/>
              <a:gd name="connsiteY2" fmla="*/ 1289424 h 2578848"/>
              <a:gd name="connsiteX3" fmla="*/ 3437739 w 4656795"/>
              <a:gd name="connsiteY3" fmla="*/ 2578848 h 2578848"/>
              <a:gd name="connsiteX4" fmla="*/ 1219057 w 4656795"/>
              <a:gd name="connsiteY4" fmla="*/ 2578848 h 2578848"/>
              <a:gd name="connsiteX5" fmla="*/ 0 w 4656795"/>
              <a:gd name="connsiteY5" fmla="*/ 1289424 h 2578848"/>
              <a:gd name="connsiteX6" fmla="*/ 1219057 w 4656795"/>
              <a:gd name="connsiteY6" fmla="*/ 0 h 257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6795" h="2578848">
                <a:moveTo>
                  <a:pt x="1219057" y="0"/>
                </a:moveTo>
                <a:lnTo>
                  <a:pt x="3437739" y="0"/>
                </a:lnTo>
                <a:cubicBezTo>
                  <a:pt x="4110658" y="0"/>
                  <a:pt x="4656795" y="577529"/>
                  <a:pt x="4656795" y="1289424"/>
                </a:cubicBezTo>
                <a:cubicBezTo>
                  <a:pt x="4656795" y="2001320"/>
                  <a:pt x="4110658" y="2578848"/>
                  <a:pt x="3437739" y="2578848"/>
                </a:cubicBezTo>
                <a:lnTo>
                  <a:pt x="1219057" y="2578848"/>
                </a:lnTo>
                <a:cubicBezTo>
                  <a:pt x="546138" y="2578848"/>
                  <a:pt x="0" y="2001320"/>
                  <a:pt x="0" y="1289424"/>
                </a:cubicBezTo>
                <a:cubicBezTo>
                  <a:pt x="0" y="577529"/>
                  <a:pt x="546138" y="0"/>
                  <a:pt x="1219057" y="0"/>
                </a:cubicBezTo>
                <a:close/>
              </a:path>
            </a:pathLst>
          </a:custGeom>
        </p:spPr>
        <p:txBody>
          <a:bodyPr wrap="square">
            <a:noAutofit/>
          </a:bodyPr>
          <a:lstStyle>
            <a:lvl1pPr>
              <a:defRPr lang="en-ID" sz="1400"/>
            </a:lvl1pPr>
          </a:lstStyle>
          <a:p>
            <a:endParaRPr lang="en-ID"/>
          </a:p>
        </p:txBody>
      </p:sp>
      <p:sp>
        <p:nvSpPr>
          <p:cNvPr id="9" name="Picture Placeholder 8">
            <a:extLst>
              <a:ext uri="{FF2B5EF4-FFF2-40B4-BE49-F238E27FC236}">
                <a16:creationId xmlns="" xmlns:a16="http://schemas.microsoft.com/office/drawing/2014/main" id="{2D8F9F75-0200-4942-A84F-1C82B4C1B2DA}"/>
              </a:ext>
            </a:extLst>
          </p:cNvPr>
          <p:cNvSpPr>
            <a:spLocks noGrp="1"/>
          </p:cNvSpPr>
          <p:nvPr>
            <p:ph type="pic" sz="quarter" idx="11"/>
          </p:nvPr>
        </p:nvSpPr>
        <p:spPr>
          <a:xfrm>
            <a:off x="6501003" y="698991"/>
            <a:ext cx="4656795" cy="2578850"/>
          </a:xfrm>
          <a:custGeom>
            <a:avLst/>
            <a:gdLst>
              <a:gd name="connsiteX0" fmla="*/ 1219057 w 4656795"/>
              <a:gd name="connsiteY0" fmla="*/ 0 h 2578850"/>
              <a:gd name="connsiteX1" fmla="*/ 3437739 w 4656795"/>
              <a:gd name="connsiteY1" fmla="*/ 0 h 2578850"/>
              <a:gd name="connsiteX2" fmla="*/ 4656795 w 4656795"/>
              <a:gd name="connsiteY2" fmla="*/ 1289425 h 2578850"/>
              <a:gd name="connsiteX3" fmla="*/ 3437739 w 4656795"/>
              <a:gd name="connsiteY3" fmla="*/ 2578848 h 2578850"/>
              <a:gd name="connsiteX4" fmla="*/ 1219057 w 4656795"/>
              <a:gd name="connsiteY4" fmla="*/ 2578848 h 2578850"/>
              <a:gd name="connsiteX5" fmla="*/ 0 w 4656795"/>
              <a:gd name="connsiteY5" fmla="*/ 1289425 h 2578850"/>
              <a:gd name="connsiteX6" fmla="*/ 1219057 w 4656795"/>
              <a:gd name="connsiteY6" fmla="*/ 0 h 257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6795" h="2578850">
                <a:moveTo>
                  <a:pt x="1219057" y="0"/>
                </a:moveTo>
                <a:lnTo>
                  <a:pt x="3437739" y="0"/>
                </a:lnTo>
                <a:cubicBezTo>
                  <a:pt x="4110658" y="0"/>
                  <a:pt x="4656795" y="577529"/>
                  <a:pt x="4656795" y="1289425"/>
                </a:cubicBezTo>
                <a:cubicBezTo>
                  <a:pt x="4656795" y="2001320"/>
                  <a:pt x="4110658" y="2578848"/>
                  <a:pt x="3437739" y="2578848"/>
                </a:cubicBezTo>
                <a:lnTo>
                  <a:pt x="1219057" y="2578848"/>
                </a:lnTo>
                <a:cubicBezTo>
                  <a:pt x="546138" y="2580140"/>
                  <a:pt x="0" y="2002613"/>
                  <a:pt x="0" y="1289425"/>
                </a:cubicBezTo>
                <a:cubicBezTo>
                  <a:pt x="0" y="577529"/>
                  <a:pt x="546138" y="0"/>
                  <a:pt x="1219057"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96024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678FF98B-250F-4B58-BF89-247589DDC365}"/>
              </a:ext>
            </a:extLst>
          </p:cNvPr>
          <p:cNvSpPr>
            <a:spLocks noGrp="1"/>
          </p:cNvSpPr>
          <p:nvPr>
            <p:ph type="pic" sz="quarter" idx="10"/>
          </p:nvPr>
        </p:nvSpPr>
        <p:spPr>
          <a:xfrm>
            <a:off x="276036" y="1"/>
            <a:ext cx="1626093" cy="6858000"/>
          </a:xfrm>
          <a:custGeom>
            <a:avLst/>
            <a:gdLst>
              <a:gd name="connsiteX0" fmla="*/ 0 w 1626093"/>
              <a:gd name="connsiteY0" fmla="*/ 0 h 6858000"/>
              <a:gd name="connsiteX1" fmla="*/ 1626093 w 1626093"/>
              <a:gd name="connsiteY1" fmla="*/ 0 h 6858000"/>
              <a:gd name="connsiteX2" fmla="*/ 1626093 w 1626093"/>
              <a:gd name="connsiteY2" fmla="*/ 6858000 h 6858000"/>
              <a:gd name="connsiteX3" fmla="*/ 0 w 162609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626093" h="6858000">
                <a:moveTo>
                  <a:pt x="0" y="0"/>
                </a:moveTo>
                <a:lnTo>
                  <a:pt x="1626093" y="0"/>
                </a:lnTo>
                <a:lnTo>
                  <a:pt x="1626093" y="6858000"/>
                </a:lnTo>
                <a:lnTo>
                  <a:pt x="0" y="6858000"/>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1492962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7304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10" name="Picture Placeholder 9">
            <a:extLst>
              <a:ext uri="{FF2B5EF4-FFF2-40B4-BE49-F238E27FC236}">
                <a16:creationId xmlns="" xmlns:a16="http://schemas.microsoft.com/office/drawing/2014/main" id="{94E0C279-7E0C-45BC-8AEA-6F40FAD8B94D}"/>
              </a:ext>
            </a:extLst>
          </p:cNvPr>
          <p:cNvSpPr>
            <a:spLocks noGrp="1"/>
          </p:cNvSpPr>
          <p:nvPr>
            <p:ph type="pic" sz="quarter" idx="10"/>
          </p:nvPr>
        </p:nvSpPr>
        <p:spPr>
          <a:xfrm>
            <a:off x="839127" y="3241376"/>
            <a:ext cx="10513747" cy="1157588"/>
          </a:xfrm>
          <a:custGeom>
            <a:avLst/>
            <a:gdLst>
              <a:gd name="connsiteX0" fmla="*/ 0 w 10513747"/>
              <a:gd name="connsiteY0" fmla="*/ 0 h 1157588"/>
              <a:gd name="connsiteX1" fmla="*/ 10513747 w 10513747"/>
              <a:gd name="connsiteY1" fmla="*/ 0 h 1157588"/>
              <a:gd name="connsiteX2" fmla="*/ 10513747 w 10513747"/>
              <a:gd name="connsiteY2" fmla="*/ 1157588 h 1157588"/>
              <a:gd name="connsiteX3" fmla="*/ 0 w 10513747"/>
              <a:gd name="connsiteY3" fmla="*/ 1157588 h 1157588"/>
            </a:gdLst>
            <a:ahLst/>
            <a:cxnLst>
              <a:cxn ang="0">
                <a:pos x="connsiteX0" y="connsiteY0"/>
              </a:cxn>
              <a:cxn ang="0">
                <a:pos x="connsiteX1" y="connsiteY1"/>
              </a:cxn>
              <a:cxn ang="0">
                <a:pos x="connsiteX2" y="connsiteY2"/>
              </a:cxn>
              <a:cxn ang="0">
                <a:pos x="connsiteX3" y="connsiteY3"/>
              </a:cxn>
            </a:cxnLst>
            <a:rect l="l" t="t" r="r" b="b"/>
            <a:pathLst>
              <a:path w="10513747" h="1157588">
                <a:moveTo>
                  <a:pt x="0" y="0"/>
                </a:moveTo>
                <a:lnTo>
                  <a:pt x="10513747" y="0"/>
                </a:lnTo>
                <a:lnTo>
                  <a:pt x="10513747" y="1157588"/>
                </a:lnTo>
                <a:lnTo>
                  <a:pt x="0" y="1157588"/>
                </a:lnTo>
                <a:close/>
              </a:path>
            </a:pathLst>
          </a:custGeom>
        </p:spPr>
        <p:txBody>
          <a:bodyPr wrap="square">
            <a:noAutofit/>
          </a:bodyPr>
          <a:lstStyle>
            <a:lvl1pPr>
              <a:defRPr lang="en-ID" sz="1400"/>
            </a:lvl1pPr>
          </a:lstStyle>
          <a:p>
            <a:endParaRPr lang="en-ID"/>
          </a:p>
        </p:txBody>
      </p:sp>
      <p:sp>
        <p:nvSpPr>
          <p:cNvPr id="11" name="Picture Placeholder 10">
            <a:extLst>
              <a:ext uri="{FF2B5EF4-FFF2-40B4-BE49-F238E27FC236}">
                <a16:creationId xmlns="" xmlns:a16="http://schemas.microsoft.com/office/drawing/2014/main" id="{FC7F86E9-1D37-4D7C-8C6F-A73369808CDA}"/>
              </a:ext>
            </a:extLst>
          </p:cNvPr>
          <p:cNvSpPr>
            <a:spLocks noGrp="1"/>
          </p:cNvSpPr>
          <p:nvPr>
            <p:ph type="pic" sz="quarter" idx="11"/>
          </p:nvPr>
        </p:nvSpPr>
        <p:spPr>
          <a:xfrm>
            <a:off x="839127" y="1874363"/>
            <a:ext cx="10513747" cy="1157588"/>
          </a:xfrm>
          <a:custGeom>
            <a:avLst/>
            <a:gdLst>
              <a:gd name="connsiteX0" fmla="*/ 0 w 10513747"/>
              <a:gd name="connsiteY0" fmla="*/ 0 h 1157588"/>
              <a:gd name="connsiteX1" fmla="*/ 10513747 w 10513747"/>
              <a:gd name="connsiteY1" fmla="*/ 0 h 1157588"/>
              <a:gd name="connsiteX2" fmla="*/ 10513747 w 10513747"/>
              <a:gd name="connsiteY2" fmla="*/ 1157588 h 1157588"/>
              <a:gd name="connsiteX3" fmla="*/ 0 w 10513747"/>
              <a:gd name="connsiteY3" fmla="*/ 1157588 h 1157588"/>
            </a:gdLst>
            <a:ahLst/>
            <a:cxnLst>
              <a:cxn ang="0">
                <a:pos x="connsiteX0" y="connsiteY0"/>
              </a:cxn>
              <a:cxn ang="0">
                <a:pos x="connsiteX1" y="connsiteY1"/>
              </a:cxn>
              <a:cxn ang="0">
                <a:pos x="connsiteX2" y="connsiteY2"/>
              </a:cxn>
              <a:cxn ang="0">
                <a:pos x="connsiteX3" y="connsiteY3"/>
              </a:cxn>
            </a:cxnLst>
            <a:rect l="l" t="t" r="r" b="b"/>
            <a:pathLst>
              <a:path w="10513747" h="1157588">
                <a:moveTo>
                  <a:pt x="0" y="0"/>
                </a:moveTo>
                <a:lnTo>
                  <a:pt x="10513747" y="0"/>
                </a:lnTo>
                <a:lnTo>
                  <a:pt x="10513747" y="1157588"/>
                </a:lnTo>
                <a:lnTo>
                  <a:pt x="0" y="1157588"/>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051924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19" name="Picture Placeholder 18">
            <a:extLst>
              <a:ext uri="{FF2B5EF4-FFF2-40B4-BE49-F238E27FC236}">
                <a16:creationId xmlns="" xmlns:a16="http://schemas.microsoft.com/office/drawing/2014/main" id="{EA77F25E-3898-4E7B-BDA7-D05942601DF4}"/>
              </a:ext>
            </a:extLst>
          </p:cNvPr>
          <p:cNvSpPr>
            <a:spLocks noGrp="1"/>
          </p:cNvSpPr>
          <p:nvPr>
            <p:ph type="pic" sz="quarter" idx="13"/>
          </p:nvPr>
        </p:nvSpPr>
        <p:spPr>
          <a:xfrm>
            <a:off x="8816806" y="495953"/>
            <a:ext cx="990412" cy="990412"/>
          </a:xfrm>
          <a:custGeom>
            <a:avLst/>
            <a:gdLst>
              <a:gd name="connsiteX0" fmla="*/ 495206 w 990412"/>
              <a:gd name="connsiteY0" fmla="*/ 0 h 990412"/>
              <a:gd name="connsiteX1" fmla="*/ 990412 w 990412"/>
              <a:gd name="connsiteY1" fmla="*/ 495206 h 990412"/>
              <a:gd name="connsiteX2" fmla="*/ 495206 w 990412"/>
              <a:gd name="connsiteY2" fmla="*/ 990412 h 990412"/>
              <a:gd name="connsiteX3" fmla="*/ 0 w 990412"/>
              <a:gd name="connsiteY3" fmla="*/ 495206 h 990412"/>
              <a:gd name="connsiteX4" fmla="*/ 495206 w 990412"/>
              <a:gd name="connsiteY4" fmla="*/ 0 h 99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412" h="990412">
                <a:moveTo>
                  <a:pt x="495206" y="0"/>
                </a:moveTo>
                <a:cubicBezTo>
                  <a:pt x="768701" y="0"/>
                  <a:pt x="990412" y="221711"/>
                  <a:pt x="990412" y="495206"/>
                </a:cubicBezTo>
                <a:cubicBezTo>
                  <a:pt x="990412" y="768701"/>
                  <a:pt x="768701" y="990412"/>
                  <a:pt x="495206" y="990412"/>
                </a:cubicBezTo>
                <a:cubicBezTo>
                  <a:pt x="221711" y="990412"/>
                  <a:pt x="0" y="768701"/>
                  <a:pt x="0" y="495206"/>
                </a:cubicBezTo>
                <a:cubicBezTo>
                  <a:pt x="0" y="221711"/>
                  <a:pt x="221711" y="0"/>
                  <a:pt x="495206" y="0"/>
                </a:cubicBezTo>
                <a:close/>
              </a:path>
            </a:pathLst>
          </a:custGeom>
        </p:spPr>
        <p:txBody>
          <a:bodyPr wrap="square">
            <a:noAutofit/>
          </a:bodyPr>
          <a:lstStyle>
            <a:lvl1pPr>
              <a:defRPr lang="en-ID" sz="1400"/>
            </a:lvl1pPr>
          </a:lstStyle>
          <a:p>
            <a:endParaRPr lang="en-ID"/>
          </a:p>
        </p:txBody>
      </p:sp>
      <p:sp>
        <p:nvSpPr>
          <p:cNvPr id="20" name="Picture Placeholder 19">
            <a:extLst>
              <a:ext uri="{FF2B5EF4-FFF2-40B4-BE49-F238E27FC236}">
                <a16:creationId xmlns="" xmlns:a16="http://schemas.microsoft.com/office/drawing/2014/main" id="{AB503744-3834-4F90-8B6A-9DC48FE8A233}"/>
              </a:ext>
            </a:extLst>
          </p:cNvPr>
          <p:cNvSpPr>
            <a:spLocks noGrp="1"/>
          </p:cNvSpPr>
          <p:nvPr>
            <p:ph type="pic" sz="quarter" idx="14"/>
          </p:nvPr>
        </p:nvSpPr>
        <p:spPr>
          <a:xfrm>
            <a:off x="9670836" y="495953"/>
            <a:ext cx="990412" cy="990412"/>
          </a:xfrm>
          <a:custGeom>
            <a:avLst/>
            <a:gdLst>
              <a:gd name="connsiteX0" fmla="*/ 495206 w 990412"/>
              <a:gd name="connsiteY0" fmla="*/ 0 h 990412"/>
              <a:gd name="connsiteX1" fmla="*/ 990412 w 990412"/>
              <a:gd name="connsiteY1" fmla="*/ 495206 h 990412"/>
              <a:gd name="connsiteX2" fmla="*/ 495206 w 990412"/>
              <a:gd name="connsiteY2" fmla="*/ 990412 h 990412"/>
              <a:gd name="connsiteX3" fmla="*/ 0 w 990412"/>
              <a:gd name="connsiteY3" fmla="*/ 495206 h 990412"/>
              <a:gd name="connsiteX4" fmla="*/ 495206 w 990412"/>
              <a:gd name="connsiteY4" fmla="*/ 0 h 99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412" h="990412">
                <a:moveTo>
                  <a:pt x="495206" y="0"/>
                </a:moveTo>
                <a:cubicBezTo>
                  <a:pt x="768701" y="0"/>
                  <a:pt x="990412" y="221711"/>
                  <a:pt x="990412" y="495206"/>
                </a:cubicBezTo>
                <a:cubicBezTo>
                  <a:pt x="990412" y="768701"/>
                  <a:pt x="768701" y="990412"/>
                  <a:pt x="495206" y="990412"/>
                </a:cubicBezTo>
                <a:cubicBezTo>
                  <a:pt x="221711" y="990412"/>
                  <a:pt x="0" y="768701"/>
                  <a:pt x="0" y="495206"/>
                </a:cubicBezTo>
                <a:cubicBezTo>
                  <a:pt x="0" y="221711"/>
                  <a:pt x="221711" y="0"/>
                  <a:pt x="495206" y="0"/>
                </a:cubicBezTo>
                <a:close/>
              </a:path>
            </a:pathLst>
          </a:custGeom>
        </p:spPr>
        <p:txBody>
          <a:bodyPr wrap="square">
            <a:noAutofit/>
          </a:bodyPr>
          <a:lstStyle>
            <a:lvl1pPr>
              <a:defRPr lang="en-ID" sz="1400"/>
            </a:lvl1pPr>
          </a:lstStyle>
          <a:p>
            <a:endParaRPr lang="en-ID"/>
          </a:p>
        </p:txBody>
      </p:sp>
      <p:sp>
        <p:nvSpPr>
          <p:cNvPr id="21" name="Picture Placeholder 20">
            <a:extLst>
              <a:ext uri="{FF2B5EF4-FFF2-40B4-BE49-F238E27FC236}">
                <a16:creationId xmlns="" xmlns:a16="http://schemas.microsoft.com/office/drawing/2014/main" id="{1AC555F7-1E83-4AA7-A0D0-CCB3BA4727E1}"/>
              </a:ext>
            </a:extLst>
          </p:cNvPr>
          <p:cNvSpPr>
            <a:spLocks noGrp="1"/>
          </p:cNvSpPr>
          <p:nvPr>
            <p:ph type="pic" sz="quarter" idx="15"/>
          </p:nvPr>
        </p:nvSpPr>
        <p:spPr>
          <a:xfrm>
            <a:off x="10551572" y="495953"/>
            <a:ext cx="990412" cy="990412"/>
          </a:xfrm>
          <a:custGeom>
            <a:avLst/>
            <a:gdLst>
              <a:gd name="connsiteX0" fmla="*/ 495206 w 990412"/>
              <a:gd name="connsiteY0" fmla="*/ 0 h 990412"/>
              <a:gd name="connsiteX1" fmla="*/ 990412 w 990412"/>
              <a:gd name="connsiteY1" fmla="*/ 495206 h 990412"/>
              <a:gd name="connsiteX2" fmla="*/ 495206 w 990412"/>
              <a:gd name="connsiteY2" fmla="*/ 990412 h 990412"/>
              <a:gd name="connsiteX3" fmla="*/ 0 w 990412"/>
              <a:gd name="connsiteY3" fmla="*/ 495206 h 990412"/>
              <a:gd name="connsiteX4" fmla="*/ 495206 w 990412"/>
              <a:gd name="connsiteY4" fmla="*/ 0 h 99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412" h="990412">
                <a:moveTo>
                  <a:pt x="495206" y="0"/>
                </a:moveTo>
                <a:cubicBezTo>
                  <a:pt x="768701" y="0"/>
                  <a:pt x="990412" y="221711"/>
                  <a:pt x="990412" y="495206"/>
                </a:cubicBezTo>
                <a:cubicBezTo>
                  <a:pt x="990412" y="768701"/>
                  <a:pt x="768701" y="990412"/>
                  <a:pt x="495206" y="990412"/>
                </a:cubicBezTo>
                <a:cubicBezTo>
                  <a:pt x="221711" y="990412"/>
                  <a:pt x="0" y="768701"/>
                  <a:pt x="0" y="495206"/>
                </a:cubicBezTo>
                <a:cubicBezTo>
                  <a:pt x="0" y="221711"/>
                  <a:pt x="221711" y="0"/>
                  <a:pt x="495206" y="0"/>
                </a:cubicBezTo>
                <a:close/>
              </a:path>
            </a:pathLst>
          </a:custGeom>
        </p:spPr>
        <p:txBody>
          <a:bodyPr wrap="square">
            <a:noAutofit/>
          </a:bodyPr>
          <a:lstStyle>
            <a:lvl1pPr>
              <a:defRPr lang="en-ID" sz="1400"/>
            </a:lvl1pPr>
          </a:lstStyle>
          <a:p>
            <a:endParaRPr lang="en-ID"/>
          </a:p>
        </p:txBody>
      </p:sp>
      <p:sp>
        <p:nvSpPr>
          <p:cNvPr id="13" name="Picture Placeholder 12">
            <a:extLst>
              <a:ext uri="{FF2B5EF4-FFF2-40B4-BE49-F238E27FC236}">
                <a16:creationId xmlns="" xmlns:a16="http://schemas.microsoft.com/office/drawing/2014/main" id="{17D374F9-9EDC-4116-8B8B-295A1EB1D7D1}"/>
              </a:ext>
            </a:extLst>
          </p:cNvPr>
          <p:cNvSpPr>
            <a:spLocks noGrp="1"/>
          </p:cNvSpPr>
          <p:nvPr>
            <p:ph type="pic" sz="quarter" idx="10"/>
          </p:nvPr>
        </p:nvSpPr>
        <p:spPr>
          <a:xfrm>
            <a:off x="727791" y="2286001"/>
            <a:ext cx="3409006" cy="2453055"/>
          </a:xfrm>
          <a:custGeom>
            <a:avLst/>
            <a:gdLst>
              <a:gd name="connsiteX0" fmla="*/ 168598 w 3409006"/>
              <a:gd name="connsiteY0" fmla="*/ 0 h 2453055"/>
              <a:gd name="connsiteX1" fmla="*/ 3240408 w 3409006"/>
              <a:gd name="connsiteY1" fmla="*/ 0 h 2453055"/>
              <a:gd name="connsiteX2" fmla="*/ 3409006 w 3409006"/>
              <a:gd name="connsiteY2" fmla="*/ 168598 h 2453055"/>
              <a:gd name="connsiteX3" fmla="*/ 3409006 w 3409006"/>
              <a:gd name="connsiteY3" fmla="*/ 2284457 h 2453055"/>
              <a:gd name="connsiteX4" fmla="*/ 3240408 w 3409006"/>
              <a:gd name="connsiteY4" fmla="*/ 2453055 h 2453055"/>
              <a:gd name="connsiteX5" fmla="*/ 168598 w 3409006"/>
              <a:gd name="connsiteY5" fmla="*/ 2453055 h 2453055"/>
              <a:gd name="connsiteX6" fmla="*/ 0 w 3409006"/>
              <a:gd name="connsiteY6" fmla="*/ 2284457 h 2453055"/>
              <a:gd name="connsiteX7" fmla="*/ 0 w 3409006"/>
              <a:gd name="connsiteY7" fmla="*/ 168598 h 2453055"/>
              <a:gd name="connsiteX8" fmla="*/ 168598 w 3409006"/>
              <a:gd name="connsiteY8" fmla="*/ 0 h 245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09006" h="2453055">
                <a:moveTo>
                  <a:pt x="168598" y="0"/>
                </a:moveTo>
                <a:lnTo>
                  <a:pt x="3240408" y="0"/>
                </a:lnTo>
                <a:cubicBezTo>
                  <a:pt x="3333522" y="0"/>
                  <a:pt x="3409006" y="75484"/>
                  <a:pt x="3409006" y="168598"/>
                </a:cubicBezTo>
                <a:lnTo>
                  <a:pt x="3409006" y="2284457"/>
                </a:lnTo>
                <a:cubicBezTo>
                  <a:pt x="3409006" y="2377571"/>
                  <a:pt x="3333522" y="2453055"/>
                  <a:pt x="3240408" y="2453055"/>
                </a:cubicBezTo>
                <a:lnTo>
                  <a:pt x="168598" y="2453055"/>
                </a:lnTo>
                <a:cubicBezTo>
                  <a:pt x="75484" y="2453055"/>
                  <a:pt x="0" y="2377571"/>
                  <a:pt x="0" y="2284457"/>
                </a:cubicBezTo>
                <a:lnTo>
                  <a:pt x="0" y="168598"/>
                </a:lnTo>
                <a:cubicBezTo>
                  <a:pt x="0" y="75484"/>
                  <a:pt x="75484" y="0"/>
                  <a:pt x="168598" y="0"/>
                </a:cubicBezTo>
                <a:close/>
              </a:path>
            </a:pathLst>
          </a:custGeom>
        </p:spPr>
        <p:txBody>
          <a:bodyPr wrap="square">
            <a:noAutofit/>
          </a:bodyPr>
          <a:lstStyle>
            <a:lvl1pPr>
              <a:defRPr lang="en-ID" sz="1400"/>
            </a:lvl1pPr>
          </a:lstStyle>
          <a:p>
            <a:endParaRPr lang="en-ID"/>
          </a:p>
        </p:txBody>
      </p:sp>
      <p:sp>
        <p:nvSpPr>
          <p:cNvPr id="14" name="Picture Placeholder 13">
            <a:extLst>
              <a:ext uri="{FF2B5EF4-FFF2-40B4-BE49-F238E27FC236}">
                <a16:creationId xmlns="" xmlns:a16="http://schemas.microsoft.com/office/drawing/2014/main" id="{9B093975-FCA8-4EB9-ABB4-E8E4162CE6CA}"/>
              </a:ext>
            </a:extLst>
          </p:cNvPr>
          <p:cNvSpPr>
            <a:spLocks noGrp="1"/>
          </p:cNvSpPr>
          <p:nvPr>
            <p:ph type="pic" sz="quarter" idx="11"/>
          </p:nvPr>
        </p:nvSpPr>
        <p:spPr>
          <a:xfrm>
            <a:off x="4391497" y="2286001"/>
            <a:ext cx="3409006" cy="2453055"/>
          </a:xfrm>
          <a:custGeom>
            <a:avLst/>
            <a:gdLst>
              <a:gd name="connsiteX0" fmla="*/ 168598 w 3409006"/>
              <a:gd name="connsiteY0" fmla="*/ 0 h 2453055"/>
              <a:gd name="connsiteX1" fmla="*/ 3240408 w 3409006"/>
              <a:gd name="connsiteY1" fmla="*/ 0 h 2453055"/>
              <a:gd name="connsiteX2" fmla="*/ 3409006 w 3409006"/>
              <a:gd name="connsiteY2" fmla="*/ 168598 h 2453055"/>
              <a:gd name="connsiteX3" fmla="*/ 3409006 w 3409006"/>
              <a:gd name="connsiteY3" fmla="*/ 2284457 h 2453055"/>
              <a:gd name="connsiteX4" fmla="*/ 3240408 w 3409006"/>
              <a:gd name="connsiteY4" fmla="*/ 2453055 h 2453055"/>
              <a:gd name="connsiteX5" fmla="*/ 168598 w 3409006"/>
              <a:gd name="connsiteY5" fmla="*/ 2453055 h 2453055"/>
              <a:gd name="connsiteX6" fmla="*/ 0 w 3409006"/>
              <a:gd name="connsiteY6" fmla="*/ 2284457 h 2453055"/>
              <a:gd name="connsiteX7" fmla="*/ 0 w 3409006"/>
              <a:gd name="connsiteY7" fmla="*/ 168598 h 2453055"/>
              <a:gd name="connsiteX8" fmla="*/ 168598 w 3409006"/>
              <a:gd name="connsiteY8" fmla="*/ 0 h 245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09006" h="2453055">
                <a:moveTo>
                  <a:pt x="168598" y="0"/>
                </a:moveTo>
                <a:lnTo>
                  <a:pt x="3240408" y="0"/>
                </a:lnTo>
                <a:cubicBezTo>
                  <a:pt x="3333522" y="0"/>
                  <a:pt x="3409006" y="75484"/>
                  <a:pt x="3409006" y="168598"/>
                </a:cubicBezTo>
                <a:lnTo>
                  <a:pt x="3409006" y="2284457"/>
                </a:lnTo>
                <a:cubicBezTo>
                  <a:pt x="3409006" y="2377571"/>
                  <a:pt x="3333522" y="2453055"/>
                  <a:pt x="3240408" y="2453055"/>
                </a:cubicBezTo>
                <a:lnTo>
                  <a:pt x="168598" y="2453055"/>
                </a:lnTo>
                <a:cubicBezTo>
                  <a:pt x="75484" y="2453055"/>
                  <a:pt x="0" y="2377571"/>
                  <a:pt x="0" y="2284457"/>
                </a:cubicBezTo>
                <a:lnTo>
                  <a:pt x="0" y="168598"/>
                </a:lnTo>
                <a:cubicBezTo>
                  <a:pt x="0" y="75484"/>
                  <a:pt x="75484" y="0"/>
                  <a:pt x="168598" y="0"/>
                </a:cubicBezTo>
                <a:close/>
              </a:path>
            </a:pathLst>
          </a:custGeom>
        </p:spPr>
        <p:txBody>
          <a:bodyPr wrap="square">
            <a:noAutofit/>
          </a:bodyPr>
          <a:lstStyle>
            <a:lvl1pPr>
              <a:defRPr lang="en-ID" sz="1400"/>
            </a:lvl1pPr>
          </a:lstStyle>
          <a:p>
            <a:endParaRPr lang="en-ID"/>
          </a:p>
        </p:txBody>
      </p:sp>
      <p:sp>
        <p:nvSpPr>
          <p:cNvPr id="15" name="Picture Placeholder 14">
            <a:extLst>
              <a:ext uri="{FF2B5EF4-FFF2-40B4-BE49-F238E27FC236}">
                <a16:creationId xmlns="" xmlns:a16="http://schemas.microsoft.com/office/drawing/2014/main" id="{615375B5-889A-41B5-B72C-74A65C260B5C}"/>
              </a:ext>
            </a:extLst>
          </p:cNvPr>
          <p:cNvSpPr>
            <a:spLocks noGrp="1"/>
          </p:cNvSpPr>
          <p:nvPr>
            <p:ph type="pic" sz="quarter" idx="12"/>
          </p:nvPr>
        </p:nvSpPr>
        <p:spPr>
          <a:xfrm>
            <a:off x="8055203" y="2286001"/>
            <a:ext cx="3409006" cy="2453055"/>
          </a:xfrm>
          <a:custGeom>
            <a:avLst/>
            <a:gdLst>
              <a:gd name="connsiteX0" fmla="*/ 168598 w 3409006"/>
              <a:gd name="connsiteY0" fmla="*/ 0 h 2453055"/>
              <a:gd name="connsiteX1" fmla="*/ 3240408 w 3409006"/>
              <a:gd name="connsiteY1" fmla="*/ 0 h 2453055"/>
              <a:gd name="connsiteX2" fmla="*/ 3409006 w 3409006"/>
              <a:gd name="connsiteY2" fmla="*/ 168598 h 2453055"/>
              <a:gd name="connsiteX3" fmla="*/ 3409006 w 3409006"/>
              <a:gd name="connsiteY3" fmla="*/ 2284457 h 2453055"/>
              <a:gd name="connsiteX4" fmla="*/ 3240408 w 3409006"/>
              <a:gd name="connsiteY4" fmla="*/ 2453055 h 2453055"/>
              <a:gd name="connsiteX5" fmla="*/ 168598 w 3409006"/>
              <a:gd name="connsiteY5" fmla="*/ 2453055 h 2453055"/>
              <a:gd name="connsiteX6" fmla="*/ 0 w 3409006"/>
              <a:gd name="connsiteY6" fmla="*/ 2284457 h 2453055"/>
              <a:gd name="connsiteX7" fmla="*/ 0 w 3409006"/>
              <a:gd name="connsiteY7" fmla="*/ 168598 h 2453055"/>
              <a:gd name="connsiteX8" fmla="*/ 168598 w 3409006"/>
              <a:gd name="connsiteY8" fmla="*/ 0 h 245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09006" h="2453055">
                <a:moveTo>
                  <a:pt x="168598" y="0"/>
                </a:moveTo>
                <a:lnTo>
                  <a:pt x="3240408" y="0"/>
                </a:lnTo>
                <a:cubicBezTo>
                  <a:pt x="3333522" y="0"/>
                  <a:pt x="3409006" y="75484"/>
                  <a:pt x="3409006" y="168598"/>
                </a:cubicBezTo>
                <a:lnTo>
                  <a:pt x="3409006" y="2284457"/>
                </a:lnTo>
                <a:cubicBezTo>
                  <a:pt x="3409006" y="2377571"/>
                  <a:pt x="3333522" y="2453055"/>
                  <a:pt x="3240408" y="2453055"/>
                </a:cubicBezTo>
                <a:lnTo>
                  <a:pt x="168598" y="2453055"/>
                </a:lnTo>
                <a:cubicBezTo>
                  <a:pt x="75484" y="2453055"/>
                  <a:pt x="0" y="2377571"/>
                  <a:pt x="0" y="2284457"/>
                </a:cubicBezTo>
                <a:lnTo>
                  <a:pt x="0" y="168598"/>
                </a:lnTo>
                <a:cubicBezTo>
                  <a:pt x="0" y="75484"/>
                  <a:pt x="75484" y="0"/>
                  <a:pt x="168598"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3634146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D21DBE36-562E-47C2-88B1-AEC34849D405}"/>
              </a:ext>
            </a:extLst>
          </p:cNvPr>
          <p:cNvSpPr>
            <a:spLocks noGrp="1"/>
          </p:cNvSpPr>
          <p:nvPr>
            <p:ph type="pic" sz="quarter" idx="11"/>
          </p:nvPr>
        </p:nvSpPr>
        <p:spPr>
          <a:xfrm>
            <a:off x="4231628" y="452562"/>
            <a:ext cx="3155432" cy="4361724"/>
          </a:xfrm>
          <a:custGeom>
            <a:avLst/>
            <a:gdLst>
              <a:gd name="connsiteX0" fmla="*/ 216873 w 3155432"/>
              <a:gd name="connsiteY0" fmla="*/ 0 h 4361724"/>
              <a:gd name="connsiteX1" fmla="*/ 2938559 w 3155432"/>
              <a:gd name="connsiteY1" fmla="*/ 0 h 4361724"/>
              <a:gd name="connsiteX2" fmla="*/ 3155432 w 3155432"/>
              <a:gd name="connsiteY2" fmla="*/ 216873 h 4361724"/>
              <a:gd name="connsiteX3" fmla="*/ 3155432 w 3155432"/>
              <a:gd name="connsiteY3" fmla="*/ 4144851 h 4361724"/>
              <a:gd name="connsiteX4" fmla="*/ 2938559 w 3155432"/>
              <a:gd name="connsiteY4" fmla="*/ 4361724 h 4361724"/>
              <a:gd name="connsiteX5" fmla="*/ 216873 w 3155432"/>
              <a:gd name="connsiteY5" fmla="*/ 4361724 h 4361724"/>
              <a:gd name="connsiteX6" fmla="*/ 0 w 3155432"/>
              <a:gd name="connsiteY6" fmla="*/ 4144851 h 4361724"/>
              <a:gd name="connsiteX7" fmla="*/ 0 w 3155432"/>
              <a:gd name="connsiteY7" fmla="*/ 216873 h 4361724"/>
              <a:gd name="connsiteX8" fmla="*/ 216873 w 3155432"/>
              <a:gd name="connsiteY8" fmla="*/ 0 h 4361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5432" h="4361724">
                <a:moveTo>
                  <a:pt x="216873" y="0"/>
                </a:moveTo>
                <a:lnTo>
                  <a:pt x="2938559" y="0"/>
                </a:lnTo>
                <a:cubicBezTo>
                  <a:pt x="3058335" y="0"/>
                  <a:pt x="3155432" y="97097"/>
                  <a:pt x="3155432" y="216873"/>
                </a:cubicBezTo>
                <a:lnTo>
                  <a:pt x="3155432" y="4144851"/>
                </a:lnTo>
                <a:cubicBezTo>
                  <a:pt x="3155432" y="4264627"/>
                  <a:pt x="3058335" y="4361724"/>
                  <a:pt x="2938559" y="4361724"/>
                </a:cubicBezTo>
                <a:lnTo>
                  <a:pt x="216873" y="4361724"/>
                </a:lnTo>
                <a:cubicBezTo>
                  <a:pt x="97097" y="4361724"/>
                  <a:pt x="0" y="4264627"/>
                  <a:pt x="0" y="4144851"/>
                </a:cubicBezTo>
                <a:lnTo>
                  <a:pt x="0" y="216873"/>
                </a:lnTo>
                <a:cubicBezTo>
                  <a:pt x="0" y="97097"/>
                  <a:pt x="97097" y="0"/>
                  <a:pt x="216873" y="0"/>
                </a:cubicBezTo>
                <a:close/>
              </a:path>
            </a:pathLst>
          </a:custGeom>
        </p:spPr>
        <p:txBody>
          <a:bodyPr wrap="square">
            <a:noAutofit/>
          </a:bodyPr>
          <a:lstStyle>
            <a:lvl1pPr>
              <a:defRPr lang="en-ID" sz="1400"/>
            </a:lvl1pPr>
          </a:lstStyle>
          <a:p>
            <a:endParaRPr lang="en-ID"/>
          </a:p>
        </p:txBody>
      </p:sp>
      <p:sp>
        <p:nvSpPr>
          <p:cNvPr id="9" name="Picture Placeholder 8">
            <a:extLst>
              <a:ext uri="{FF2B5EF4-FFF2-40B4-BE49-F238E27FC236}">
                <a16:creationId xmlns="" xmlns:a16="http://schemas.microsoft.com/office/drawing/2014/main" id="{8E36CB03-7A2F-47AE-9E6B-9F1BA12A6056}"/>
              </a:ext>
            </a:extLst>
          </p:cNvPr>
          <p:cNvSpPr>
            <a:spLocks noGrp="1"/>
          </p:cNvSpPr>
          <p:nvPr>
            <p:ph type="pic" sz="quarter" idx="12"/>
          </p:nvPr>
        </p:nvSpPr>
        <p:spPr>
          <a:xfrm>
            <a:off x="530483" y="452562"/>
            <a:ext cx="3155432" cy="4361724"/>
          </a:xfrm>
          <a:custGeom>
            <a:avLst/>
            <a:gdLst>
              <a:gd name="connsiteX0" fmla="*/ 216873 w 3155432"/>
              <a:gd name="connsiteY0" fmla="*/ 0 h 4361724"/>
              <a:gd name="connsiteX1" fmla="*/ 2938559 w 3155432"/>
              <a:gd name="connsiteY1" fmla="*/ 0 h 4361724"/>
              <a:gd name="connsiteX2" fmla="*/ 3155432 w 3155432"/>
              <a:gd name="connsiteY2" fmla="*/ 216873 h 4361724"/>
              <a:gd name="connsiteX3" fmla="*/ 3155432 w 3155432"/>
              <a:gd name="connsiteY3" fmla="*/ 4144851 h 4361724"/>
              <a:gd name="connsiteX4" fmla="*/ 2938559 w 3155432"/>
              <a:gd name="connsiteY4" fmla="*/ 4361724 h 4361724"/>
              <a:gd name="connsiteX5" fmla="*/ 216873 w 3155432"/>
              <a:gd name="connsiteY5" fmla="*/ 4361724 h 4361724"/>
              <a:gd name="connsiteX6" fmla="*/ 0 w 3155432"/>
              <a:gd name="connsiteY6" fmla="*/ 4144851 h 4361724"/>
              <a:gd name="connsiteX7" fmla="*/ 0 w 3155432"/>
              <a:gd name="connsiteY7" fmla="*/ 216873 h 4361724"/>
              <a:gd name="connsiteX8" fmla="*/ 216873 w 3155432"/>
              <a:gd name="connsiteY8" fmla="*/ 0 h 4361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5432" h="4361724">
                <a:moveTo>
                  <a:pt x="216873" y="0"/>
                </a:moveTo>
                <a:lnTo>
                  <a:pt x="2938559" y="0"/>
                </a:lnTo>
                <a:cubicBezTo>
                  <a:pt x="3058335" y="0"/>
                  <a:pt x="3155432" y="97097"/>
                  <a:pt x="3155432" y="216873"/>
                </a:cubicBezTo>
                <a:lnTo>
                  <a:pt x="3155432" y="4144851"/>
                </a:lnTo>
                <a:cubicBezTo>
                  <a:pt x="3155432" y="4264627"/>
                  <a:pt x="3058335" y="4361724"/>
                  <a:pt x="2938559" y="4361724"/>
                </a:cubicBezTo>
                <a:lnTo>
                  <a:pt x="216873" y="4361724"/>
                </a:lnTo>
                <a:cubicBezTo>
                  <a:pt x="97097" y="4361724"/>
                  <a:pt x="0" y="4264627"/>
                  <a:pt x="0" y="4144851"/>
                </a:cubicBezTo>
                <a:lnTo>
                  <a:pt x="0" y="216873"/>
                </a:lnTo>
                <a:cubicBezTo>
                  <a:pt x="0" y="97097"/>
                  <a:pt x="97097" y="0"/>
                  <a:pt x="216873"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8068672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434BAC90-1C67-4D2C-9C10-82BDC73D70D2}"/>
              </a:ext>
            </a:extLst>
          </p:cNvPr>
          <p:cNvSpPr>
            <a:spLocks noGrp="1"/>
          </p:cNvSpPr>
          <p:nvPr>
            <p:ph type="pic" sz="quarter" idx="11"/>
          </p:nvPr>
        </p:nvSpPr>
        <p:spPr>
          <a:xfrm>
            <a:off x="5852887" y="0"/>
            <a:ext cx="6339114" cy="6858000"/>
          </a:xfrm>
          <a:custGeom>
            <a:avLst/>
            <a:gdLst>
              <a:gd name="connsiteX0" fmla="*/ 0 w 6339114"/>
              <a:gd name="connsiteY0" fmla="*/ 0 h 6858000"/>
              <a:gd name="connsiteX1" fmla="*/ 6339114 w 6339114"/>
              <a:gd name="connsiteY1" fmla="*/ 0 h 6858000"/>
              <a:gd name="connsiteX2" fmla="*/ 6339114 w 6339114"/>
              <a:gd name="connsiteY2" fmla="*/ 6858000 h 6858000"/>
              <a:gd name="connsiteX3" fmla="*/ 0 w 63391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39114" h="6858000">
                <a:moveTo>
                  <a:pt x="0" y="0"/>
                </a:moveTo>
                <a:lnTo>
                  <a:pt x="6339114" y="0"/>
                </a:lnTo>
                <a:lnTo>
                  <a:pt x="6339114" y="6858000"/>
                </a:lnTo>
                <a:lnTo>
                  <a:pt x="0" y="6858000"/>
                </a:lnTo>
                <a:close/>
              </a:path>
            </a:pathLst>
          </a:custGeom>
        </p:spPr>
        <p:txBody>
          <a:bodyPr wrap="square">
            <a:noAutofit/>
          </a:bodyPr>
          <a:lstStyle>
            <a:lvl1pPr>
              <a:defRPr lang="en-ID" sz="1400"/>
            </a:lvl1pPr>
          </a:lstStyle>
          <a:p>
            <a:endParaRPr lang="en-ID"/>
          </a:p>
        </p:txBody>
      </p:sp>
      <p:sp>
        <p:nvSpPr>
          <p:cNvPr id="9" name="Picture Placeholder 8">
            <a:extLst>
              <a:ext uri="{FF2B5EF4-FFF2-40B4-BE49-F238E27FC236}">
                <a16:creationId xmlns="" xmlns:a16="http://schemas.microsoft.com/office/drawing/2014/main" id="{3113E156-9A2A-4E9D-BF0C-E9CCCC2DF321}"/>
              </a:ext>
            </a:extLst>
          </p:cNvPr>
          <p:cNvSpPr>
            <a:spLocks noGrp="1"/>
          </p:cNvSpPr>
          <p:nvPr>
            <p:ph type="pic" sz="quarter" idx="12"/>
          </p:nvPr>
        </p:nvSpPr>
        <p:spPr>
          <a:xfrm>
            <a:off x="848690" y="4460127"/>
            <a:ext cx="1235010" cy="1235010"/>
          </a:xfrm>
          <a:custGeom>
            <a:avLst/>
            <a:gdLst>
              <a:gd name="connsiteX0" fmla="*/ 617505 w 1235010"/>
              <a:gd name="connsiteY0" fmla="*/ 0 h 1235010"/>
              <a:gd name="connsiteX1" fmla="*/ 1235010 w 1235010"/>
              <a:gd name="connsiteY1" fmla="*/ 617505 h 1235010"/>
              <a:gd name="connsiteX2" fmla="*/ 617505 w 1235010"/>
              <a:gd name="connsiteY2" fmla="*/ 1235010 h 1235010"/>
              <a:gd name="connsiteX3" fmla="*/ 0 w 1235010"/>
              <a:gd name="connsiteY3" fmla="*/ 617505 h 1235010"/>
              <a:gd name="connsiteX4" fmla="*/ 617505 w 1235010"/>
              <a:gd name="connsiteY4" fmla="*/ 0 h 123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5010" h="1235010">
                <a:moveTo>
                  <a:pt x="617505" y="0"/>
                </a:moveTo>
                <a:cubicBezTo>
                  <a:pt x="958544" y="0"/>
                  <a:pt x="1235010" y="276466"/>
                  <a:pt x="1235010" y="617505"/>
                </a:cubicBezTo>
                <a:cubicBezTo>
                  <a:pt x="1235010" y="958544"/>
                  <a:pt x="958544" y="1235010"/>
                  <a:pt x="617505" y="1235010"/>
                </a:cubicBezTo>
                <a:cubicBezTo>
                  <a:pt x="276466" y="1235010"/>
                  <a:pt x="0" y="958544"/>
                  <a:pt x="0" y="617505"/>
                </a:cubicBezTo>
                <a:cubicBezTo>
                  <a:pt x="0" y="276466"/>
                  <a:pt x="276466" y="0"/>
                  <a:pt x="617505"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836839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8">
            <a:extLst>
              <a:ext uri="{FF2B5EF4-FFF2-40B4-BE49-F238E27FC236}">
                <a16:creationId xmlns="" xmlns:a16="http://schemas.microsoft.com/office/drawing/2014/main" id="{BE57F8DD-8602-4CC8-B5D7-5A300FBA71DD}"/>
              </a:ext>
            </a:extLst>
          </p:cNvPr>
          <p:cNvSpPr>
            <a:spLocks noGrp="1"/>
          </p:cNvSpPr>
          <p:nvPr>
            <p:ph type="pic" sz="quarter" idx="11"/>
          </p:nvPr>
        </p:nvSpPr>
        <p:spPr>
          <a:xfrm>
            <a:off x="1" y="0"/>
            <a:ext cx="3495972" cy="6858000"/>
          </a:xfrm>
          <a:custGeom>
            <a:avLst/>
            <a:gdLst>
              <a:gd name="connsiteX0" fmla="*/ 0 w 3495972"/>
              <a:gd name="connsiteY0" fmla="*/ 0 h 6858000"/>
              <a:gd name="connsiteX1" fmla="*/ 3495972 w 3495972"/>
              <a:gd name="connsiteY1" fmla="*/ 0 h 6858000"/>
              <a:gd name="connsiteX2" fmla="*/ 3495972 w 3495972"/>
              <a:gd name="connsiteY2" fmla="*/ 6858000 h 6858000"/>
              <a:gd name="connsiteX3" fmla="*/ 0 w 34959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495972" h="6858000">
                <a:moveTo>
                  <a:pt x="0" y="0"/>
                </a:moveTo>
                <a:lnTo>
                  <a:pt x="3495972" y="0"/>
                </a:lnTo>
                <a:lnTo>
                  <a:pt x="3495972" y="6858000"/>
                </a:lnTo>
                <a:lnTo>
                  <a:pt x="0" y="6858000"/>
                </a:lnTo>
                <a:close/>
              </a:path>
            </a:pathLst>
          </a:custGeom>
        </p:spPr>
        <p:txBody>
          <a:bodyPr wrap="square">
            <a:noAutofit/>
          </a:bodyPr>
          <a:lstStyle>
            <a:lvl1pPr>
              <a:defRPr lang="en-ID" sz="1400"/>
            </a:lvl1pPr>
          </a:lstStyle>
          <a:p>
            <a:endParaRPr lang="en-ID"/>
          </a:p>
        </p:txBody>
      </p:sp>
      <p:sp>
        <p:nvSpPr>
          <p:cNvPr id="8" name="Picture Placeholder 7">
            <a:extLst>
              <a:ext uri="{FF2B5EF4-FFF2-40B4-BE49-F238E27FC236}">
                <a16:creationId xmlns="" xmlns:a16="http://schemas.microsoft.com/office/drawing/2014/main" id="{3F59B514-6996-4479-89A2-293FE923C92E}"/>
              </a:ext>
            </a:extLst>
          </p:cNvPr>
          <p:cNvSpPr>
            <a:spLocks noGrp="1"/>
          </p:cNvSpPr>
          <p:nvPr>
            <p:ph type="pic" sz="quarter" idx="12"/>
          </p:nvPr>
        </p:nvSpPr>
        <p:spPr>
          <a:xfrm>
            <a:off x="2696903" y="928643"/>
            <a:ext cx="1379010" cy="1379010"/>
          </a:xfrm>
          <a:custGeom>
            <a:avLst/>
            <a:gdLst>
              <a:gd name="connsiteX0" fmla="*/ 689505 w 1379010"/>
              <a:gd name="connsiteY0" fmla="*/ 0 h 1379010"/>
              <a:gd name="connsiteX1" fmla="*/ 1379010 w 1379010"/>
              <a:gd name="connsiteY1" fmla="*/ 689505 h 1379010"/>
              <a:gd name="connsiteX2" fmla="*/ 689505 w 1379010"/>
              <a:gd name="connsiteY2" fmla="*/ 1379010 h 1379010"/>
              <a:gd name="connsiteX3" fmla="*/ 0 w 1379010"/>
              <a:gd name="connsiteY3" fmla="*/ 689505 h 1379010"/>
              <a:gd name="connsiteX4" fmla="*/ 689505 w 1379010"/>
              <a:gd name="connsiteY4" fmla="*/ 0 h 1379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010" h="1379010">
                <a:moveTo>
                  <a:pt x="689505" y="0"/>
                </a:moveTo>
                <a:cubicBezTo>
                  <a:pt x="1070308" y="0"/>
                  <a:pt x="1379010" y="308702"/>
                  <a:pt x="1379010" y="689505"/>
                </a:cubicBezTo>
                <a:cubicBezTo>
                  <a:pt x="1379010" y="1070308"/>
                  <a:pt x="1070308" y="1379010"/>
                  <a:pt x="689505" y="1379010"/>
                </a:cubicBezTo>
                <a:cubicBezTo>
                  <a:pt x="308702" y="1379010"/>
                  <a:pt x="0" y="1070308"/>
                  <a:pt x="0" y="689505"/>
                </a:cubicBezTo>
                <a:cubicBezTo>
                  <a:pt x="0" y="308702"/>
                  <a:pt x="308702" y="0"/>
                  <a:pt x="689505"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834761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3C34F9CA-4068-4DC3-98BC-619C9A95E12D}"/>
              </a:ext>
            </a:extLst>
          </p:cNvPr>
          <p:cNvSpPr>
            <a:spLocks noGrp="1"/>
          </p:cNvSpPr>
          <p:nvPr>
            <p:ph type="pic" sz="quarter" idx="11"/>
          </p:nvPr>
        </p:nvSpPr>
        <p:spPr>
          <a:xfrm>
            <a:off x="0" y="3761156"/>
            <a:ext cx="5145941" cy="3096845"/>
          </a:xfrm>
          <a:custGeom>
            <a:avLst/>
            <a:gdLst>
              <a:gd name="connsiteX0" fmla="*/ 0 w 5145941"/>
              <a:gd name="connsiteY0" fmla="*/ 0 h 3096845"/>
              <a:gd name="connsiteX1" fmla="*/ 5145941 w 5145941"/>
              <a:gd name="connsiteY1" fmla="*/ 0 h 3096845"/>
              <a:gd name="connsiteX2" fmla="*/ 5145941 w 5145941"/>
              <a:gd name="connsiteY2" fmla="*/ 3096845 h 3096845"/>
              <a:gd name="connsiteX3" fmla="*/ 0 w 5145941"/>
              <a:gd name="connsiteY3" fmla="*/ 3096845 h 3096845"/>
            </a:gdLst>
            <a:ahLst/>
            <a:cxnLst>
              <a:cxn ang="0">
                <a:pos x="connsiteX0" y="connsiteY0"/>
              </a:cxn>
              <a:cxn ang="0">
                <a:pos x="connsiteX1" y="connsiteY1"/>
              </a:cxn>
              <a:cxn ang="0">
                <a:pos x="connsiteX2" y="connsiteY2"/>
              </a:cxn>
              <a:cxn ang="0">
                <a:pos x="connsiteX3" y="connsiteY3"/>
              </a:cxn>
            </a:cxnLst>
            <a:rect l="l" t="t" r="r" b="b"/>
            <a:pathLst>
              <a:path w="5145941" h="3096845">
                <a:moveTo>
                  <a:pt x="0" y="0"/>
                </a:moveTo>
                <a:lnTo>
                  <a:pt x="5145941" y="0"/>
                </a:lnTo>
                <a:lnTo>
                  <a:pt x="5145941" y="3096845"/>
                </a:lnTo>
                <a:lnTo>
                  <a:pt x="0" y="3096845"/>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88707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CD994DB9-2FFD-490E-A93E-CF3A171B43EA}"/>
              </a:ext>
            </a:extLst>
          </p:cNvPr>
          <p:cNvSpPr>
            <a:spLocks noGrp="1"/>
          </p:cNvSpPr>
          <p:nvPr>
            <p:ph type="pic" sz="quarter" idx="11"/>
          </p:nvPr>
        </p:nvSpPr>
        <p:spPr>
          <a:xfrm>
            <a:off x="476251" y="504825"/>
            <a:ext cx="5384392" cy="4476750"/>
          </a:xfrm>
          <a:custGeom>
            <a:avLst/>
            <a:gdLst>
              <a:gd name="connsiteX0" fmla="*/ 0 w 5384392"/>
              <a:gd name="connsiteY0" fmla="*/ 0 h 4476750"/>
              <a:gd name="connsiteX1" fmla="*/ 5384392 w 5384392"/>
              <a:gd name="connsiteY1" fmla="*/ 0 h 4476750"/>
              <a:gd name="connsiteX2" fmla="*/ 5384392 w 5384392"/>
              <a:gd name="connsiteY2" fmla="*/ 4476750 h 4476750"/>
              <a:gd name="connsiteX3" fmla="*/ 0 w 5384392"/>
              <a:gd name="connsiteY3" fmla="*/ 4476750 h 4476750"/>
            </a:gdLst>
            <a:ahLst/>
            <a:cxnLst>
              <a:cxn ang="0">
                <a:pos x="connsiteX0" y="connsiteY0"/>
              </a:cxn>
              <a:cxn ang="0">
                <a:pos x="connsiteX1" y="connsiteY1"/>
              </a:cxn>
              <a:cxn ang="0">
                <a:pos x="connsiteX2" y="connsiteY2"/>
              </a:cxn>
              <a:cxn ang="0">
                <a:pos x="connsiteX3" y="connsiteY3"/>
              </a:cxn>
            </a:cxnLst>
            <a:rect l="l" t="t" r="r" b="b"/>
            <a:pathLst>
              <a:path w="5384392" h="4476750">
                <a:moveTo>
                  <a:pt x="0" y="0"/>
                </a:moveTo>
                <a:lnTo>
                  <a:pt x="5384392" y="0"/>
                </a:lnTo>
                <a:lnTo>
                  <a:pt x="5384392" y="4476750"/>
                </a:lnTo>
                <a:lnTo>
                  <a:pt x="0" y="4476750"/>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2934259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315DA37D-A881-4BB0-B5FA-CA9EB3D49C47}"/>
              </a:ext>
            </a:extLst>
          </p:cNvPr>
          <p:cNvSpPr>
            <a:spLocks noGrp="1"/>
          </p:cNvSpPr>
          <p:nvPr>
            <p:ph type="pic" sz="quarter" idx="11"/>
          </p:nvPr>
        </p:nvSpPr>
        <p:spPr>
          <a:xfrm>
            <a:off x="362857" y="319314"/>
            <a:ext cx="11466286" cy="3033391"/>
          </a:xfrm>
          <a:custGeom>
            <a:avLst/>
            <a:gdLst>
              <a:gd name="connsiteX0" fmla="*/ 0 w 11466286"/>
              <a:gd name="connsiteY0" fmla="*/ 0 h 3033391"/>
              <a:gd name="connsiteX1" fmla="*/ 11466286 w 11466286"/>
              <a:gd name="connsiteY1" fmla="*/ 0 h 3033391"/>
              <a:gd name="connsiteX2" fmla="*/ 11466286 w 11466286"/>
              <a:gd name="connsiteY2" fmla="*/ 3033391 h 3033391"/>
              <a:gd name="connsiteX3" fmla="*/ 0 w 11466286"/>
              <a:gd name="connsiteY3" fmla="*/ 3033391 h 3033391"/>
            </a:gdLst>
            <a:ahLst/>
            <a:cxnLst>
              <a:cxn ang="0">
                <a:pos x="connsiteX0" y="connsiteY0"/>
              </a:cxn>
              <a:cxn ang="0">
                <a:pos x="connsiteX1" y="connsiteY1"/>
              </a:cxn>
              <a:cxn ang="0">
                <a:pos x="connsiteX2" y="connsiteY2"/>
              </a:cxn>
              <a:cxn ang="0">
                <a:pos x="connsiteX3" y="connsiteY3"/>
              </a:cxn>
            </a:cxnLst>
            <a:rect l="l" t="t" r="r" b="b"/>
            <a:pathLst>
              <a:path w="11466286" h="3033391">
                <a:moveTo>
                  <a:pt x="0" y="0"/>
                </a:moveTo>
                <a:lnTo>
                  <a:pt x="11466286" y="0"/>
                </a:lnTo>
                <a:lnTo>
                  <a:pt x="11466286" y="3033391"/>
                </a:lnTo>
                <a:lnTo>
                  <a:pt x="0" y="3033391"/>
                </a:lnTo>
                <a:close/>
              </a:path>
            </a:pathLst>
          </a:custGeom>
        </p:spPr>
        <p:txBody>
          <a:bodyPr wrap="square">
            <a:noAutofit/>
          </a:bodyPr>
          <a:lstStyle>
            <a:lvl1pPr>
              <a:defRPr lang="en-ID" sz="1400"/>
            </a:lvl1pPr>
          </a:lstStyle>
          <a:p>
            <a:endParaRPr lang="en-ID"/>
          </a:p>
        </p:txBody>
      </p:sp>
      <p:sp>
        <p:nvSpPr>
          <p:cNvPr id="9" name="Picture Placeholder 8">
            <a:extLst>
              <a:ext uri="{FF2B5EF4-FFF2-40B4-BE49-F238E27FC236}">
                <a16:creationId xmlns="" xmlns:a16="http://schemas.microsoft.com/office/drawing/2014/main" id="{D68BB4A4-0D73-4A53-8935-5C3572E7A4C8}"/>
              </a:ext>
            </a:extLst>
          </p:cNvPr>
          <p:cNvSpPr>
            <a:spLocks noGrp="1"/>
          </p:cNvSpPr>
          <p:nvPr>
            <p:ph type="pic" sz="quarter" idx="12"/>
          </p:nvPr>
        </p:nvSpPr>
        <p:spPr>
          <a:xfrm>
            <a:off x="1665426" y="2201866"/>
            <a:ext cx="1379010" cy="1379010"/>
          </a:xfrm>
          <a:custGeom>
            <a:avLst/>
            <a:gdLst>
              <a:gd name="connsiteX0" fmla="*/ 689505 w 1379010"/>
              <a:gd name="connsiteY0" fmla="*/ 0 h 1379010"/>
              <a:gd name="connsiteX1" fmla="*/ 1379010 w 1379010"/>
              <a:gd name="connsiteY1" fmla="*/ 689505 h 1379010"/>
              <a:gd name="connsiteX2" fmla="*/ 689505 w 1379010"/>
              <a:gd name="connsiteY2" fmla="*/ 1379010 h 1379010"/>
              <a:gd name="connsiteX3" fmla="*/ 0 w 1379010"/>
              <a:gd name="connsiteY3" fmla="*/ 689505 h 1379010"/>
              <a:gd name="connsiteX4" fmla="*/ 689505 w 1379010"/>
              <a:gd name="connsiteY4" fmla="*/ 0 h 1379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010" h="1379010">
                <a:moveTo>
                  <a:pt x="689505" y="0"/>
                </a:moveTo>
                <a:cubicBezTo>
                  <a:pt x="1070308" y="0"/>
                  <a:pt x="1379010" y="308702"/>
                  <a:pt x="1379010" y="689505"/>
                </a:cubicBezTo>
                <a:cubicBezTo>
                  <a:pt x="1379010" y="1070308"/>
                  <a:pt x="1070308" y="1379010"/>
                  <a:pt x="689505" y="1379010"/>
                </a:cubicBezTo>
                <a:cubicBezTo>
                  <a:pt x="308702" y="1379010"/>
                  <a:pt x="0" y="1070308"/>
                  <a:pt x="0" y="689505"/>
                </a:cubicBezTo>
                <a:cubicBezTo>
                  <a:pt x="0" y="308702"/>
                  <a:pt x="308702" y="0"/>
                  <a:pt x="689505"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860651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09861EB9-B149-425C-8050-1C48EC89B8F5}"/>
              </a:ext>
            </a:extLst>
          </p:cNvPr>
          <p:cNvSpPr>
            <a:spLocks noGrp="1"/>
          </p:cNvSpPr>
          <p:nvPr>
            <p:ph type="pic" sz="quarter" idx="11"/>
          </p:nvPr>
        </p:nvSpPr>
        <p:spPr>
          <a:xfrm>
            <a:off x="1" y="1"/>
            <a:ext cx="12191999" cy="3715657"/>
          </a:xfrm>
          <a:custGeom>
            <a:avLst/>
            <a:gdLst>
              <a:gd name="connsiteX0" fmla="*/ 0 w 12191999"/>
              <a:gd name="connsiteY0" fmla="*/ 0 h 3715657"/>
              <a:gd name="connsiteX1" fmla="*/ 12191999 w 12191999"/>
              <a:gd name="connsiteY1" fmla="*/ 0 h 3715657"/>
              <a:gd name="connsiteX2" fmla="*/ 12191999 w 12191999"/>
              <a:gd name="connsiteY2" fmla="*/ 3715657 h 3715657"/>
              <a:gd name="connsiteX3" fmla="*/ 0 w 12191999"/>
              <a:gd name="connsiteY3" fmla="*/ 3715657 h 3715657"/>
            </a:gdLst>
            <a:ahLst/>
            <a:cxnLst>
              <a:cxn ang="0">
                <a:pos x="connsiteX0" y="connsiteY0"/>
              </a:cxn>
              <a:cxn ang="0">
                <a:pos x="connsiteX1" y="connsiteY1"/>
              </a:cxn>
              <a:cxn ang="0">
                <a:pos x="connsiteX2" y="connsiteY2"/>
              </a:cxn>
              <a:cxn ang="0">
                <a:pos x="connsiteX3" y="connsiteY3"/>
              </a:cxn>
            </a:cxnLst>
            <a:rect l="l" t="t" r="r" b="b"/>
            <a:pathLst>
              <a:path w="12191999" h="3715657">
                <a:moveTo>
                  <a:pt x="0" y="0"/>
                </a:moveTo>
                <a:lnTo>
                  <a:pt x="12191999" y="0"/>
                </a:lnTo>
                <a:lnTo>
                  <a:pt x="12191999" y="3715657"/>
                </a:lnTo>
                <a:lnTo>
                  <a:pt x="0" y="3715657"/>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9113920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12" name="Picture Placeholder 11">
            <a:extLst>
              <a:ext uri="{FF2B5EF4-FFF2-40B4-BE49-F238E27FC236}">
                <a16:creationId xmlns="" xmlns:a16="http://schemas.microsoft.com/office/drawing/2014/main" id="{31C970C7-C07C-4E61-B55E-02EBDB436A66}"/>
              </a:ext>
            </a:extLst>
          </p:cNvPr>
          <p:cNvSpPr>
            <a:spLocks noGrp="1"/>
          </p:cNvSpPr>
          <p:nvPr>
            <p:ph type="pic" sz="quarter" idx="11"/>
          </p:nvPr>
        </p:nvSpPr>
        <p:spPr>
          <a:xfrm>
            <a:off x="1028623" y="2583247"/>
            <a:ext cx="1473966" cy="1473966"/>
          </a:xfrm>
          <a:custGeom>
            <a:avLst/>
            <a:gdLst>
              <a:gd name="connsiteX0" fmla="*/ 736983 w 1473966"/>
              <a:gd name="connsiteY0" fmla="*/ 0 h 1473966"/>
              <a:gd name="connsiteX1" fmla="*/ 1473966 w 1473966"/>
              <a:gd name="connsiteY1" fmla="*/ 736983 h 1473966"/>
              <a:gd name="connsiteX2" fmla="*/ 736983 w 1473966"/>
              <a:gd name="connsiteY2" fmla="*/ 1473966 h 1473966"/>
              <a:gd name="connsiteX3" fmla="*/ 0 w 1473966"/>
              <a:gd name="connsiteY3" fmla="*/ 736983 h 1473966"/>
              <a:gd name="connsiteX4" fmla="*/ 736983 w 1473966"/>
              <a:gd name="connsiteY4" fmla="*/ 0 h 1473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66" h="1473966">
                <a:moveTo>
                  <a:pt x="736983" y="0"/>
                </a:moveTo>
                <a:cubicBezTo>
                  <a:pt x="1144007" y="0"/>
                  <a:pt x="1473966" y="329959"/>
                  <a:pt x="1473966" y="736983"/>
                </a:cubicBezTo>
                <a:cubicBezTo>
                  <a:pt x="1473966" y="1144007"/>
                  <a:pt x="1144007" y="1473966"/>
                  <a:pt x="736983" y="1473966"/>
                </a:cubicBezTo>
                <a:cubicBezTo>
                  <a:pt x="329959" y="1473966"/>
                  <a:pt x="0" y="1144007"/>
                  <a:pt x="0" y="736983"/>
                </a:cubicBezTo>
                <a:cubicBezTo>
                  <a:pt x="0" y="329959"/>
                  <a:pt x="329959" y="0"/>
                  <a:pt x="736983" y="0"/>
                </a:cubicBezTo>
                <a:close/>
              </a:path>
            </a:pathLst>
          </a:custGeom>
        </p:spPr>
        <p:txBody>
          <a:bodyPr wrap="square">
            <a:noAutofit/>
          </a:bodyPr>
          <a:lstStyle>
            <a:lvl1pPr>
              <a:defRPr lang="en-ID" sz="1400"/>
            </a:lvl1pPr>
          </a:lstStyle>
          <a:p>
            <a:endParaRPr lang="en-ID"/>
          </a:p>
        </p:txBody>
      </p:sp>
      <p:sp>
        <p:nvSpPr>
          <p:cNvPr id="13" name="Picture Placeholder 12">
            <a:extLst>
              <a:ext uri="{FF2B5EF4-FFF2-40B4-BE49-F238E27FC236}">
                <a16:creationId xmlns="" xmlns:a16="http://schemas.microsoft.com/office/drawing/2014/main" id="{662F0663-3576-4553-82D7-142B384859AB}"/>
              </a:ext>
            </a:extLst>
          </p:cNvPr>
          <p:cNvSpPr>
            <a:spLocks noGrp="1"/>
          </p:cNvSpPr>
          <p:nvPr>
            <p:ph type="pic" sz="quarter" idx="12"/>
          </p:nvPr>
        </p:nvSpPr>
        <p:spPr>
          <a:xfrm>
            <a:off x="3928558" y="2583247"/>
            <a:ext cx="1473966" cy="1473966"/>
          </a:xfrm>
          <a:custGeom>
            <a:avLst/>
            <a:gdLst>
              <a:gd name="connsiteX0" fmla="*/ 736983 w 1473966"/>
              <a:gd name="connsiteY0" fmla="*/ 0 h 1473966"/>
              <a:gd name="connsiteX1" fmla="*/ 1473966 w 1473966"/>
              <a:gd name="connsiteY1" fmla="*/ 736983 h 1473966"/>
              <a:gd name="connsiteX2" fmla="*/ 736983 w 1473966"/>
              <a:gd name="connsiteY2" fmla="*/ 1473966 h 1473966"/>
              <a:gd name="connsiteX3" fmla="*/ 0 w 1473966"/>
              <a:gd name="connsiteY3" fmla="*/ 736983 h 1473966"/>
              <a:gd name="connsiteX4" fmla="*/ 736983 w 1473966"/>
              <a:gd name="connsiteY4" fmla="*/ 0 h 1473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66" h="1473966">
                <a:moveTo>
                  <a:pt x="736983" y="0"/>
                </a:moveTo>
                <a:cubicBezTo>
                  <a:pt x="1144007" y="0"/>
                  <a:pt x="1473966" y="329959"/>
                  <a:pt x="1473966" y="736983"/>
                </a:cubicBezTo>
                <a:cubicBezTo>
                  <a:pt x="1473966" y="1144007"/>
                  <a:pt x="1144007" y="1473966"/>
                  <a:pt x="736983" y="1473966"/>
                </a:cubicBezTo>
                <a:cubicBezTo>
                  <a:pt x="329959" y="1473966"/>
                  <a:pt x="0" y="1144007"/>
                  <a:pt x="0" y="736983"/>
                </a:cubicBezTo>
                <a:cubicBezTo>
                  <a:pt x="0" y="329959"/>
                  <a:pt x="329959" y="0"/>
                  <a:pt x="736983" y="0"/>
                </a:cubicBezTo>
                <a:close/>
              </a:path>
            </a:pathLst>
          </a:custGeom>
        </p:spPr>
        <p:txBody>
          <a:bodyPr wrap="square">
            <a:noAutofit/>
          </a:bodyPr>
          <a:lstStyle>
            <a:lvl1pPr>
              <a:defRPr lang="en-ID" sz="1400"/>
            </a:lvl1pPr>
          </a:lstStyle>
          <a:p>
            <a:endParaRPr lang="en-ID"/>
          </a:p>
        </p:txBody>
      </p:sp>
      <p:sp>
        <p:nvSpPr>
          <p:cNvPr id="14" name="Picture Placeholder 13">
            <a:extLst>
              <a:ext uri="{FF2B5EF4-FFF2-40B4-BE49-F238E27FC236}">
                <a16:creationId xmlns="" xmlns:a16="http://schemas.microsoft.com/office/drawing/2014/main" id="{478D918D-D0BB-439B-B59B-1578D48641D3}"/>
              </a:ext>
            </a:extLst>
          </p:cNvPr>
          <p:cNvSpPr>
            <a:spLocks noGrp="1"/>
          </p:cNvSpPr>
          <p:nvPr>
            <p:ph type="pic" sz="quarter" idx="13"/>
          </p:nvPr>
        </p:nvSpPr>
        <p:spPr>
          <a:xfrm>
            <a:off x="6798105" y="2583247"/>
            <a:ext cx="1473966" cy="1473966"/>
          </a:xfrm>
          <a:custGeom>
            <a:avLst/>
            <a:gdLst>
              <a:gd name="connsiteX0" fmla="*/ 736983 w 1473966"/>
              <a:gd name="connsiteY0" fmla="*/ 0 h 1473966"/>
              <a:gd name="connsiteX1" fmla="*/ 1473966 w 1473966"/>
              <a:gd name="connsiteY1" fmla="*/ 736983 h 1473966"/>
              <a:gd name="connsiteX2" fmla="*/ 736983 w 1473966"/>
              <a:gd name="connsiteY2" fmla="*/ 1473966 h 1473966"/>
              <a:gd name="connsiteX3" fmla="*/ 0 w 1473966"/>
              <a:gd name="connsiteY3" fmla="*/ 736983 h 1473966"/>
              <a:gd name="connsiteX4" fmla="*/ 736983 w 1473966"/>
              <a:gd name="connsiteY4" fmla="*/ 0 h 1473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66" h="1473966">
                <a:moveTo>
                  <a:pt x="736983" y="0"/>
                </a:moveTo>
                <a:cubicBezTo>
                  <a:pt x="1144007" y="0"/>
                  <a:pt x="1473966" y="329959"/>
                  <a:pt x="1473966" y="736983"/>
                </a:cubicBezTo>
                <a:cubicBezTo>
                  <a:pt x="1473966" y="1144007"/>
                  <a:pt x="1144007" y="1473966"/>
                  <a:pt x="736983" y="1473966"/>
                </a:cubicBezTo>
                <a:cubicBezTo>
                  <a:pt x="329959" y="1473966"/>
                  <a:pt x="0" y="1144007"/>
                  <a:pt x="0" y="736983"/>
                </a:cubicBezTo>
                <a:cubicBezTo>
                  <a:pt x="0" y="329959"/>
                  <a:pt x="329959" y="0"/>
                  <a:pt x="736983" y="0"/>
                </a:cubicBezTo>
                <a:close/>
              </a:path>
            </a:pathLst>
          </a:custGeom>
        </p:spPr>
        <p:txBody>
          <a:bodyPr wrap="square">
            <a:noAutofit/>
          </a:bodyPr>
          <a:lstStyle>
            <a:lvl1pPr>
              <a:defRPr lang="en-ID" sz="1400"/>
            </a:lvl1pPr>
          </a:lstStyle>
          <a:p>
            <a:endParaRPr lang="en-ID"/>
          </a:p>
        </p:txBody>
      </p:sp>
      <p:sp>
        <p:nvSpPr>
          <p:cNvPr id="15" name="Picture Placeholder 14">
            <a:extLst>
              <a:ext uri="{FF2B5EF4-FFF2-40B4-BE49-F238E27FC236}">
                <a16:creationId xmlns="" xmlns:a16="http://schemas.microsoft.com/office/drawing/2014/main" id="{5B94909A-CBDD-45A5-8637-B3E5B17C797A}"/>
              </a:ext>
            </a:extLst>
          </p:cNvPr>
          <p:cNvSpPr>
            <a:spLocks noGrp="1"/>
          </p:cNvSpPr>
          <p:nvPr>
            <p:ph type="pic" sz="quarter" idx="14"/>
          </p:nvPr>
        </p:nvSpPr>
        <p:spPr>
          <a:xfrm>
            <a:off x="9693787" y="2583247"/>
            <a:ext cx="1473966" cy="1473966"/>
          </a:xfrm>
          <a:custGeom>
            <a:avLst/>
            <a:gdLst>
              <a:gd name="connsiteX0" fmla="*/ 736983 w 1473966"/>
              <a:gd name="connsiteY0" fmla="*/ 0 h 1473966"/>
              <a:gd name="connsiteX1" fmla="*/ 1473966 w 1473966"/>
              <a:gd name="connsiteY1" fmla="*/ 736983 h 1473966"/>
              <a:gd name="connsiteX2" fmla="*/ 736983 w 1473966"/>
              <a:gd name="connsiteY2" fmla="*/ 1473966 h 1473966"/>
              <a:gd name="connsiteX3" fmla="*/ 0 w 1473966"/>
              <a:gd name="connsiteY3" fmla="*/ 736983 h 1473966"/>
              <a:gd name="connsiteX4" fmla="*/ 736983 w 1473966"/>
              <a:gd name="connsiteY4" fmla="*/ 0 h 1473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66" h="1473966">
                <a:moveTo>
                  <a:pt x="736983" y="0"/>
                </a:moveTo>
                <a:cubicBezTo>
                  <a:pt x="1144007" y="0"/>
                  <a:pt x="1473966" y="329959"/>
                  <a:pt x="1473966" y="736983"/>
                </a:cubicBezTo>
                <a:cubicBezTo>
                  <a:pt x="1473966" y="1144007"/>
                  <a:pt x="1144007" y="1473966"/>
                  <a:pt x="736983" y="1473966"/>
                </a:cubicBezTo>
                <a:cubicBezTo>
                  <a:pt x="329959" y="1473966"/>
                  <a:pt x="0" y="1144007"/>
                  <a:pt x="0" y="736983"/>
                </a:cubicBezTo>
                <a:cubicBezTo>
                  <a:pt x="0" y="329959"/>
                  <a:pt x="329959" y="0"/>
                  <a:pt x="736983"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6378964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sp>
        <p:nvSpPr>
          <p:cNvPr id="16" name="Picture Placeholder 15">
            <a:extLst>
              <a:ext uri="{FF2B5EF4-FFF2-40B4-BE49-F238E27FC236}">
                <a16:creationId xmlns="" xmlns:a16="http://schemas.microsoft.com/office/drawing/2014/main" id="{26E37A78-6BCA-4AC2-B8AE-09C3B153CF88}"/>
              </a:ext>
            </a:extLst>
          </p:cNvPr>
          <p:cNvSpPr>
            <a:spLocks noGrp="1"/>
          </p:cNvSpPr>
          <p:nvPr>
            <p:ph type="pic" sz="quarter" idx="12"/>
          </p:nvPr>
        </p:nvSpPr>
        <p:spPr>
          <a:xfrm>
            <a:off x="8467875" y="446871"/>
            <a:ext cx="1189796" cy="1189796"/>
          </a:xfrm>
          <a:custGeom>
            <a:avLst/>
            <a:gdLst>
              <a:gd name="connsiteX0" fmla="*/ 594898 w 1189796"/>
              <a:gd name="connsiteY0" fmla="*/ 0 h 1189796"/>
              <a:gd name="connsiteX1" fmla="*/ 1189796 w 1189796"/>
              <a:gd name="connsiteY1" fmla="*/ 594898 h 1189796"/>
              <a:gd name="connsiteX2" fmla="*/ 594898 w 1189796"/>
              <a:gd name="connsiteY2" fmla="*/ 1189796 h 1189796"/>
              <a:gd name="connsiteX3" fmla="*/ 0 w 1189796"/>
              <a:gd name="connsiteY3" fmla="*/ 594898 h 1189796"/>
              <a:gd name="connsiteX4" fmla="*/ 594898 w 1189796"/>
              <a:gd name="connsiteY4" fmla="*/ 0 h 1189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796" h="1189796">
                <a:moveTo>
                  <a:pt x="594898" y="0"/>
                </a:moveTo>
                <a:cubicBezTo>
                  <a:pt x="923451" y="0"/>
                  <a:pt x="1189796" y="266345"/>
                  <a:pt x="1189796" y="594898"/>
                </a:cubicBezTo>
                <a:cubicBezTo>
                  <a:pt x="1189796" y="923451"/>
                  <a:pt x="923451" y="1189796"/>
                  <a:pt x="594898" y="1189796"/>
                </a:cubicBezTo>
                <a:cubicBezTo>
                  <a:pt x="266345" y="1189796"/>
                  <a:pt x="0" y="923451"/>
                  <a:pt x="0" y="594898"/>
                </a:cubicBezTo>
                <a:cubicBezTo>
                  <a:pt x="0" y="266345"/>
                  <a:pt x="266345" y="0"/>
                  <a:pt x="594898" y="0"/>
                </a:cubicBezTo>
                <a:close/>
              </a:path>
            </a:pathLst>
          </a:custGeom>
        </p:spPr>
        <p:txBody>
          <a:bodyPr wrap="square">
            <a:noAutofit/>
          </a:bodyPr>
          <a:lstStyle>
            <a:lvl1pPr>
              <a:defRPr lang="en-ID" sz="1400"/>
            </a:lvl1pPr>
          </a:lstStyle>
          <a:p>
            <a:endParaRPr lang="en-ID"/>
          </a:p>
        </p:txBody>
      </p:sp>
      <p:sp>
        <p:nvSpPr>
          <p:cNvPr id="19" name="Picture Placeholder 18">
            <a:extLst>
              <a:ext uri="{FF2B5EF4-FFF2-40B4-BE49-F238E27FC236}">
                <a16:creationId xmlns="" xmlns:a16="http://schemas.microsoft.com/office/drawing/2014/main" id="{F423A80A-118E-4860-8BBF-5D6A3BB8F551}"/>
              </a:ext>
            </a:extLst>
          </p:cNvPr>
          <p:cNvSpPr>
            <a:spLocks noGrp="1"/>
          </p:cNvSpPr>
          <p:nvPr>
            <p:ph type="pic" sz="quarter" idx="11"/>
          </p:nvPr>
        </p:nvSpPr>
        <p:spPr>
          <a:xfrm>
            <a:off x="9177835" y="2912111"/>
            <a:ext cx="3035901" cy="3402188"/>
          </a:xfrm>
          <a:custGeom>
            <a:avLst/>
            <a:gdLst>
              <a:gd name="connsiteX0" fmla="*/ 0 w 3035901"/>
              <a:gd name="connsiteY0" fmla="*/ 0 h 3402188"/>
              <a:gd name="connsiteX1" fmla="*/ 3035901 w 3035901"/>
              <a:gd name="connsiteY1" fmla="*/ 0 h 3402188"/>
              <a:gd name="connsiteX2" fmla="*/ 3035901 w 3035901"/>
              <a:gd name="connsiteY2" fmla="*/ 3402188 h 3402188"/>
              <a:gd name="connsiteX3" fmla="*/ 0 w 3035901"/>
              <a:gd name="connsiteY3" fmla="*/ 3402188 h 3402188"/>
            </a:gdLst>
            <a:ahLst/>
            <a:cxnLst>
              <a:cxn ang="0">
                <a:pos x="connsiteX0" y="connsiteY0"/>
              </a:cxn>
              <a:cxn ang="0">
                <a:pos x="connsiteX1" y="connsiteY1"/>
              </a:cxn>
              <a:cxn ang="0">
                <a:pos x="connsiteX2" y="connsiteY2"/>
              </a:cxn>
              <a:cxn ang="0">
                <a:pos x="connsiteX3" y="connsiteY3"/>
              </a:cxn>
            </a:cxnLst>
            <a:rect l="l" t="t" r="r" b="b"/>
            <a:pathLst>
              <a:path w="3035901" h="3402188">
                <a:moveTo>
                  <a:pt x="0" y="0"/>
                </a:moveTo>
                <a:lnTo>
                  <a:pt x="3035901" y="0"/>
                </a:lnTo>
                <a:lnTo>
                  <a:pt x="3035901" y="3402188"/>
                </a:lnTo>
                <a:lnTo>
                  <a:pt x="0" y="3402188"/>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4495206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Title Slide">
    <p:spTree>
      <p:nvGrpSpPr>
        <p:cNvPr id="1" name=""/>
        <p:cNvGrpSpPr/>
        <p:nvPr/>
      </p:nvGrpSpPr>
      <p:grpSpPr>
        <a:xfrm>
          <a:off x="0" y="0"/>
          <a:ext cx="0" cy="0"/>
          <a:chOff x="0" y="0"/>
          <a:chExt cx="0" cy="0"/>
        </a:xfrm>
      </p:grpSpPr>
      <p:sp>
        <p:nvSpPr>
          <p:cNvPr id="10" name="Picture Placeholder 9">
            <a:extLst>
              <a:ext uri="{FF2B5EF4-FFF2-40B4-BE49-F238E27FC236}">
                <a16:creationId xmlns="" xmlns:a16="http://schemas.microsoft.com/office/drawing/2014/main" id="{8AE397C9-E39C-45F4-8897-BC8E638C4606}"/>
              </a:ext>
            </a:extLst>
          </p:cNvPr>
          <p:cNvSpPr>
            <a:spLocks noGrp="1"/>
          </p:cNvSpPr>
          <p:nvPr>
            <p:ph type="pic" sz="quarter" idx="11"/>
          </p:nvPr>
        </p:nvSpPr>
        <p:spPr>
          <a:xfrm>
            <a:off x="9580064" y="0"/>
            <a:ext cx="2184991" cy="4384704"/>
          </a:xfrm>
          <a:custGeom>
            <a:avLst/>
            <a:gdLst>
              <a:gd name="connsiteX0" fmla="*/ 0 w 2184991"/>
              <a:gd name="connsiteY0" fmla="*/ 0 h 4384704"/>
              <a:gd name="connsiteX1" fmla="*/ 2184991 w 2184991"/>
              <a:gd name="connsiteY1" fmla="*/ 0 h 4384704"/>
              <a:gd name="connsiteX2" fmla="*/ 2184991 w 2184991"/>
              <a:gd name="connsiteY2" fmla="*/ 3292822 h 4384704"/>
              <a:gd name="connsiteX3" fmla="*/ 1091882 w 2184991"/>
              <a:gd name="connsiteY3" fmla="*/ 4384704 h 4384704"/>
              <a:gd name="connsiteX4" fmla="*/ 318977 w 2184991"/>
              <a:gd name="connsiteY4" fmla="*/ 4064500 h 4384704"/>
              <a:gd name="connsiteX5" fmla="*/ 0 w 2184991"/>
              <a:gd name="connsiteY5" fmla="*/ 3292822 h 438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4991" h="4384704">
                <a:moveTo>
                  <a:pt x="0" y="0"/>
                </a:moveTo>
                <a:lnTo>
                  <a:pt x="2184991" y="0"/>
                </a:lnTo>
                <a:lnTo>
                  <a:pt x="2184991" y="3292822"/>
                </a:lnTo>
                <a:cubicBezTo>
                  <a:pt x="2184991" y="3895197"/>
                  <a:pt x="1695485" y="4384704"/>
                  <a:pt x="1091882" y="4384704"/>
                </a:cubicBezTo>
                <a:cubicBezTo>
                  <a:pt x="790081" y="4384704"/>
                  <a:pt x="516497" y="4262020"/>
                  <a:pt x="318977" y="4064500"/>
                </a:cubicBezTo>
                <a:cubicBezTo>
                  <a:pt x="121457" y="3866980"/>
                  <a:pt x="0" y="3594623"/>
                  <a:pt x="0" y="3292822"/>
                </a:cubicBezTo>
                <a:close/>
              </a:path>
            </a:pathLst>
          </a:custGeom>
        </p:spPr>
        <p:txBody>
          <a:bodyPr wrap="square">
            <a:noAutofit/>
          </a:bodyPr>
          <a:lstStyle>
            <a:lvl1pPr>
              <a:defRPr lang="en-ID" sz="1400"/>
            </a:lvl1pPr>
          </a:lstStyle>
          <a:p>
            <a:endParaRPr lang="en-ID"/>
          </a:p>
        </p:txBody>
      </p:sp>
      <p:sp>
        <p:nvSpPr>
          <p:cNvPr id="12" name="Picture Placeholder 11">
            <a:extLst>
              <a:ext uri="{FF2B5EF4-FFF2-40B4-BE49-F238E27FC236}">
                <a16:creationId xmlns="" xmlns:a16="http://schemas.microsoft.com/office/drawing/2014/main" id="{6392558F-FE0B-4A64-8828-D7CCDF69CFC2}"/>
              </a:ext>
            </a:extLst>
          </p:cNvPr>
          <p:cNvSpPr>
            <a:spLocks noGrp="1"/>
          </p:cNvSpPr>
          <p:nvPr>
            <p:ph type="pic" sz="quarter" idx="12"/>
          </p:nvPr>
        </p:nvSpPr>
        <p:spPr>
          <a:xfrm>
            <a:off x="9580064" y="4583450"/>
            <a:ext cx="2184991" cy="2278231"/>
          </a:xfrm>
          <a:custGeom>
            <a:avLst/>
            <a:gdLst>
              <a:gd name="connsiteX0" fmla="*/ 1093109 w 2184991"/>
              <a:gd name="connsiteY0" fmla="*/ 0 h 2278231"/>
              <a:gd name="connsiteX1" fmla="*/ 1866014 w 2184991"/>
              <a:gd name="connsiteY1" fmla="*/ 320204 h 2278231"/>
              <a:gd name="connsiteX2" fmla="*/ 2184991 w 2184991"/>
              <a:gd name="connsiteY2" fmla="*/ 1091883 h 2278231"/>
              <a:gd name="connsiteX3" fmla="*/ 2184991 w 2184991"/>
              <a:gd name="connsiteY3" fmla="*/ 2278231 h 2278231"/>
              <a:gd name="connsiteX4" fmla="*/ 0 w 2184991"/>
              <a:gd name="connsiteY4" fmla="*/ 2278231 h 2278231"/>
              <a:gd name="connsiteX5" fmla="*/ 0 w 2184991"/>
              <a:gd name="connsiteY5" fmla="*/ 1091883 h 2278231"/>
              <a:gd name="connsiteX6" fmla="*/ 1093109 w 2184991"/>
              <a:gd name="connsiteY6" fmla="*/ 0 h 22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991" h="2278231">
                <a:moveTo>
                  <a:pt x="1093109" y="0"/>
                </a:moveTo>
                <a:cubicBezTo>
                  <a:pt x="1394910" y="0"/>
                  <a:pt x="1668494" y="122684"/>
                  <a:pt x="1866014" y="320204"/>
                </a:cubicBezTo>
                <a:cubicBezTo>
                  <a:pt x="2063535" y="518951"/>
                  <a:pt x="2184991" y="791309"/>
                  <a:pt x="2184991" y="1091883"/>
                </a:cubicBezTo>
                <a:lnTo>
                  <a:pt x="2184991" y="2278231"/>
                </a:lnTo>
                <a:lnTo>
                  <a:pt x="0" y="2278231"/>
                </a:lnTo>
                <a:lnTo>
                  <a:pt x="0" y="1091883"/>
                </a:lnTo>
                <a:cubicBezTo>
                  <a:pt x="0" y="489507"/>
                  <a:pt x="489507" y="0"/>
                  <a:pt x="1093109" y="0"/>
                </a:cubicBezTo>
                <a:close/>
              </a:path>
            </a:pathLst>
          </a:custGeom>
        </p:spPr>
        <p:txBody>
          <a:bodyPr wrap="square">
            <a:noAutofit/>
          </a:bodyPr>
          <a:lstStyle>
            <a:lvl1pPr>
              <a:defRPr lang="en-ID" sz="1400"/>
            </a:lvl1pPr>
          </a:lstStyle>
          <a:p>
            <a:endParaRPr lang="en-ID"/>
          </a:p>
        </p:txBody>
      </p:sp>
      <p:sp>
        <p:nvSpPr>
          <p:cNvPr id="13" name="Picture Placeholder 12">
            <a:extLst>
              <a:ext uri="{FF2B5EF4-FFF2-40B4-BE49-F238E27FC236}">
                <a16:creationId xmlns="" xmlns:a16="http://schemas.microsoft.com/office/drawing/2014/main" id="{D2F58F68-39BD-4712-855A-5B76ECA1A93A}"/>
              </a:ext>
            </a:extLst>
          </p:cNvPr>
          <p:cNvSpPr>
            <a:spLocks noGrp="1"/>
          </p:cNvSpPr>
          <p:nvPr>
            <p:ph type="pic" sz="quarter" idx="13"/>
          </p:nvPr>
        </p:nvSpPr>
        <p:spPr>
          <a:xfrm>
            <a:off x="6697005" y="1401044"/>
            <a:ext cx="2673272" cy="5461865"/>
          </a:xfrm>
          <a:custGeom>
            <a:avLst/>
            <a:gdLst>
              <a:gd name="connsiteX0" fmla="*/ 1336023 w 2673272"/>
              <a:gd name="connsiteY0" fmla="*/ 0 h 5461865"/>
              <a:gd name="connsiteX1" fmla="*/ 2280685 w 2673272"/>
              <a:gd name="connsiteY1" fmla="*/ 391360 h 5461865"/>
              <a:gd name="connsiteX2" fmla="*/ 2673272 w 2673272"/>
              <a:gd name="connsiteY2" fmla="*/ 1334796 h 5461865"/>
              <a:gd name="connsiteX3" fmla="*/ 2673272 w 2673272"/>
              <a:gd name="connsiteY3" fmla="*/ 5461865 h 5461865"/>
              <a:gd name="connsiteX4" fmla="*/ 0 w 2673272"/>
              <a:gd name="connsiteY4" fmla="*/ 5461865 h 5461865"/>
              <a:gd name="connsiteX5" fmla="*/ 0 w 2673272"/>
              <a:gd name="connsiteY5" fmla="*/ 1334796 h 5461865"/>
              <a:gd name="connsiteX6" fmla="*/ 1336023 w 2673272"/>
              <a:gd name="connsiteY6" fmla="*/ 0 h 546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3272" h="5461865">
                <a:moveTo>
                  <a:pt x="1336023" y="0"/>
                </a:moveTo>
                <a:cubicBezTo>
                  <a:pt x="1705300" y="0"/>
                  <a:pt x="2038999" y="149674"/>
                  <a:pt x="2280685" y="391360"/>
                </a:cubicBezTo>
                <a:cubicBezTo>
                  <a:pt x="2523598" y="631820"/>
                  <a:pt x="2673272" y="965519"/>
                  <a:pt x="2673272" y="1334796"/>
                </a:cubicBezTo>
                <a:lnTo>
                  <a:pt x="2673272" y="5461865"/>
                </a:lnTo>
                <a:lnTo>
                  <a:pt x="0" y="5461865"/>
                </a:lnTo>
                <a:lnTo>
                  <a:pt x="0" y="1334796"/>
                </a:lnTo>
                <a:cubicBezTo>
                  <a:pt x="0" y="597468"/>
                  <a:pt x="598695" y="0"/>
                  <a:pt x="1336023"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266007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8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B7491828-A2FF-4BD3-B39A-1AEDD5B2CBDF}"/>
              </a:ext>
            </a:extLst>
          </p:cNvPr>
          <p:cNvSpPr>
            <a:spLocks noGrp="1"/>
          </p:cNvSpPr>
          <p:nvPr>
            <p:ph type="pic" sz="quarter" idx="11"/>
          </p:nvPr>
        </p:nvSpPr>
        <p:spPr>
          <a:xfrm>
            <a:off x="6296237" y="643674"/>
            <a:ext cx="3021289" cy="5534877"/>
          </a:xfrm>
          <a:custGeom>
            <a:avLst/>
            <a:gdLst>
              <a:gd name="connsiteX0" fmla="*/ 325000 w 3021289"/>
              <a:gd name="connsiteY0" fmla="*/ 0 h 5534877"/>
              <a:gd name="connsiteX1" fmla="*/ 2696289 w 3021289"/>
              <a:gd name="connsiteY1" fmla="*/ 0 h 5534877"/>
              <a:gd name="connsiteX2" fmla="*/ 3021289 w 3021289"/>
              <a:gd name="connsiteY2" fmla="*/ 325000 h 5534877"/>
              <a:gd name="connsiteX3" fmla="*/ 3021289 w 3021289"/>
              <a:gd name="connsiteY3" fmla="*/ 5209877 h 5534877"/>
              <a:gd name="connsiteX4" fmla="*/ 2696289 w 3021289"/>
              <a:gd name="connsiteY4" fmla="*/ 5534877 h 5534877"/>
              <a:gd name="connsiteX5" fmla="*/ 325000 w 3021289"/>
              <a:gd name="connsiteY5" fmla="*/ 5534877 h 5534877"/>
              <a:gd name="connsiteX6" fmla="*/ 0 w 3021289"/>
              <a:gd name="connsiteY6" fmla="*/ 5209877 h 5534877"/>
              <a:gd name="connsiteX7" fmla="*/ 0 w 3021289"/>
              <a:gd name="connsiteY7" fmla="*/ 325000 h 5534877"/>
              <a:gd name="connsiteX8" fmla="*/ 325000 w 3021289"/>
              <a:gd name="connsiteY8" fmla="*/ 0 h 553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1289" h="5534877">
                <a:moveTo>
                  <a:pt x="325000" y="0"/>
                </a:moveTo>
                <a:lnTo>
                  <a:pt x="2696289" y="0"/>
                </a:lnTo>
                <a:cubicBezTo>
                  <a:pt x="2875782" y="0"/>
                  <a:pt x="3021289" y="145507"/>
                  <a:pt x="3021289" y="325000"/>
                </a:cubicBezTo>
                <a:lnTo>
                  <a:pt x="3021289" y="5209877"/>
                </a:lnTo>
                <a:cubicBezTo>
                  <a:pt x="3021289" y="5389370"/>
                  <a:pt x="2875782" y="5534877"/>
                  <a:pt x="2696289" y="5534877"/>
                </a:cubicBezTo>
                <a:lnTo>
                  <a:pt x="325000" y="5534877"/>
                </a:lnTo>
                <a:cubicBezTo>
                  <a:pt x="145507" y="5534877"/>
                  <a:pt x="0" y="5389370"/>
                  <a:pt x="0" y="5209877"/>
                </a:cubicBezTo>
                <a:lnTo>
                  <a:pt x="0" y="325000"/>
                </a:lnTo>
                <a:cubicBezTo>
                  <a:pt x="0" y="145507"/>
                  <a:pt x="145507" y="0"/>
                  <a:pt x="325000"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2352872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2204D705-7C20-4192-A364-88049A4D6821}"/>
              </a:ext>
            </a:extLst>
          </p:cNvPr>
          <p:cNvSpPr>
            <a:spLocks noGrp="1"/>
          </p:cNvSpPr>
          <p:nvPr>
            <p:ph type="pic" sz="quarter" idx="11"/>
          </p:nvPr>
        </p:nvSpPr>
        <p:spPr>
          <a:xfrm>
            <a:off x="6798544" y="1234000"/>
            <a:ext cx="5462036" cy="3437060"/>
          </a:xfrm>
          <a:custGeom>
            <a:avLst/>
            <a:gdLst>
              <a:gd name="connsiteX0" fmla="*/ 54787 w 5462036"/>
              <a:gd name="connsiteY0" fmla="*/ 0 h 3437060"/>
              <a:gd name="connsiteX1" fmla="*/ 5407249 w 5462036"/>
              <a:gd name="connsiteY1" fmla="*/ 0 h 3437060"/>
              <a:gd name="connsiteX2" fmla="*/ 5462036 w 5462036"/>
              <a:gd name="connsiteY2" fmla="*/ 54787 h 3437060"/>
              <a:gd name="connsiteX3" fmla="*/ 5462036 w 5462036"/>
              <a:gd name="connsiteY3" fmla="*/ 3382273 h 3437060"/>
              <a:gd name="connsiteX4" fmla="*/ 5407249 w 5462036"/>
              <a:gd name="connsiteY4" fmla="*/ 3437060 h 3437060"/>
              <a:gd name="connsiteX5" fmla="*/ 54787 w 5462036"/>
              <a:gd name="connsiteY5" fmla="*/ 3437060 h 3437060"/>
              <a:gd name="connsiteX6" fmla="*/ 0 w 5462036"/>
              <a:gd name="connsiteY6" fmla="*/ 3382273 h 3437060"/>
              <a:gd name="connsiteX7" fmla="*/ 0 w 5462036"/>
              <a:gd name="connsiteY7" fmla="*/ 54787 h 3437060"/>
              <a:gd name="connsiteX8" fmla="*/ 54787 w 5462036"/>
              <a:gd name="connsiteY8" fmla="*/ 0 h 34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2036" h="3437060">
                <a:moveTo>
                  <a:pt x="54787" y="0"/>
                </a:moveTo>
                <a:lnTo>
                  <a:pt x="5407249" y="0"/>
                </a:lnTo>
                <a:cubicBezTo>
                  <a:pt x="5437507" y="0"/>
                  <a:pt x="5462036" y="24529"/>
                  <a:pt x="5462036" y="54787"/>
                </a:cubicBezTo>
                <a:lnTo>
                  <a:pt x="5462036" y="3382273"/>
                </a:lnTo>
                <a:cubicBezTo>
                  <a:pt x="5462036" y="3412531"/>
                  <a:pt x="5437507" y="3437060"/>
                  <a:pt x="5407249" y="3437060"/>
                </a:cubicBezTo>
                <a:lnTo>
                  <a:pt x="54787" y="3437060"/>
                </a:lnTo>
                <a:cubicBezTo>
                  <a:pt x="24529" y="3437060"/>
                  <a:pt x="0" y="3412531"/>
                  <a:pt x="0" y="3382273"/>
                </a:cubicBezTo>
                <a:lnTo>
                  <a:pt x="0" y="54787"/>
                </a:lnTo>
                <a:cubicBezTo>
                  <a:pt x="0" y="24529"/>
                  <a:pt x="24529" y="0"/>
                  <a:pt x="54787"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15410194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63ABFE1E-B76B-4994-BBCB-13B0C3A62F8B}"/>
              </a:ext>
            </a:extLst>
          </p:cNvPr>
          <p:cNvSpPr>
            <a:spLocks noGrp="1"/>
          </p:cNvSpPr>
          <p:nvPr>
            <p:ph type="pic" sz="quarter" idx="11"/>
          </p:nvPr>
        </p:nvSpPr>
        <p:spPr>
          <a:xfrm>
            <a:off x="3151703" y="1645556"/>
            <a:ext cx="2850286" cy="5550582"/>
          </a:xfrm>
          <a:custGeom>
            <a:avLst/>
            <a:gdLst>
              <a:gd name="connsiteX0" fmla="*/ 297883 w 2850286"/>
              <a:gd name="connsiteY0" fmla="*/ 0 h 5550582"/>
              <a:gd name="connsiteX1" fmla="*/ 2552403 w 2850286"/>
              <a:gd name="connsiteY1" fmla="*/ 0 h 5550582"/>
              <a:gd name="connsiteX2" fmla="*/ 2850286 w 2850286"/>
              <a:gd name="connsiteY2" fmla="*/ 297883 h 5550582"/>
              <a:gd name="connsiteX3" fmla="*/ 2850286 w 2850286"/>
              <a:gd name="connsiteY3" fmla="*/ 5252699 h 5550582"/>
              <a:gd name="connsiteX4" fmla="*/ 2552403 w 2850286"/>
              <a:gd name="connsiteY4" fmla="*/ 5550582 h 5550582"/>
              <a:gd name="connsiteX5" fmla="*/ 297883 w 2850286"/>
              <a:gd name="connsiteY5" fmla="*/ 5550582 h 5550582"/>
              <a:gd name="connsiteX6" fmla="*/ 0 w 2850286"/>
              <a:gd name="connsiteY6" fmla="*/ 5252699 h 5550582"/>
              <a:gd name="connsiteX7" fmla="*/ 0 w 2850286"/>
              <a:gd name="connsiteY7" fmla="*/ 297883 h 5550582"/>
              <a:gd name="connsiteX8" fmla="*/ 297883 w 2850286"/>
              <a:gd name="connsiteY8" fmla="*/ 0 h 55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0286" h="5550582">
                <a:moveTo>
                  <a:pt x="297883" y="0"/>
                </a:moveTo>
                <a:lnTo>
                  <a:pt x="2552403" y="0"/>
                </a:lnTo>
                <a:cubicBezTo>
                  <a:pt x="2716919" y="0"/>
                  <a:pt x="2850286" y="133367"/>
                  <a:pt x="2850286" y="297883"/>
                </a:cubicBezTo>
                <a:lnTo>
                  <a:pt x="2850286" y="5252699"/>
                </a:lnTo>
                <a:cubicBezTo>
                  <a:pt x="2850286" y="5417215"/>
                  <a:pt x="2716919" y="5550582"/>
                  <a:pt x="2552403" y="5550582"/>
                </a:cubicBezTo>
                <a:lnTo>
                  <a:pt x="297883" y="5550582"/>
                </a:lnTo>
                <a:cubicBezTo>
                  <a:pt x="133367" y="5550582"/>
                  <a:pt x="0" y="5417215"/>
                  <a:pt x="0" y="5252699"/>
                </a:cubicBezTo>
                <a:lnTo>
                  <a:pt x="0" y="297883"/>
                </a:lnTo>
                <a:cubicBezTo>
                  <a:pt x="0" y="133367"/>
                  <a:pt x="133367" y="0"/>
                  <a:pt x="297883" y="0"/>
                </a:cubicBezTo>
                <a:close/>
              </a:path>
            </a:pathLst>
          </a:custGeom>
        </p:spPr>
        <p:txBody>
          <a:bodyPr wrap="square">
            <a:noAutofit/>
          </a:bodyPr>
          <a:lstStyle>
            <a:lvl1pPr>
              <a:defRPr lang="en-ID" sz="1400"/>
            </a:lvl1pPr>
          </a:lstStyle>
          <a:p>
            <a:endParaRPr lang="en-ID"/>
          </a:p>
        </p:txBody>
      </p:sp>
      <p:sp>
        <p:nvSpPr>
          <p:cNvPr id="9" name="Picture Placeholder 8">
            <a:extLst>
              <a:ext uri="{FF2B5EF4-FFF2-40B4-BE49-F238E27FC236}">
                <a16:creationId xmlns="" xmlns:a16="http://schemas.microsoft.com/office/drawing/2014/main" id="{7491303F-CE69-4FB3-8403-15C8E21EBEC7}"/>
              </a:ext>
            </a:extLst>
          </p:cNvPr>
          <p:cNvSpPr>
            <a:spLocks noGrp="1"/>
          </p:cNvSpPr>
          <p:nvPr>
            <p:ph type="pic" sz="quarter" idx="12"/>
          </p:nvPr>
        </p:nvSpPr>
        <p:spPr>
          <a:xfrm>
            <a:off x="-257174" y="-478845"/>
            <a:ext cx="2760194" cy="5030358"/>
          </a:xfrm>
          <a:custGeom>
            <a:avLst/>
            <a:gdLst>
              <a:gd name="connsiteX0" fmla="*/ 288468 w 2760194"/>
              <a:gd name="connsiteY0" fmla="*/ 0 h 5030358"/>
              <a:gd name="connsiteX1" fmla="*/ 2471726 w 2760194"/>
              <a:gd name="connsiteY1" fmla="*/ 0 h 5030358"/>
              <a:gd name="connsiteX2" fmla="*/ 2760194 w 2760194"/>
              <a:gd name="connsiteY2" fmla="*/ 288468 h 5030358"/>
              <a:gd name="connsiteX3" fmla="*/ 2760194 w 2760194"/>
              <a:gd name="connsiteY3" fmla="*/ 4741890 h 5030358"/>
              <a:gd name="connsiteX4" fmla="*/ 2471726 w 2760194"/>
              <a:gd name="connsiteY4" fmla="*/ 5030358 h 5030358"/>
              <a:gd name="connsiteX5" fmla="*/ 288468 w 2760194"/>
              <a:gd name="connsiteY5" fmla="*/ 5030358 h 5030358"/>
              <a:gd name="connsiteX6" fmla="*/ 0 w 2760194"/>
              <a:gd name="connsiteY6" fmla="*/ 4741890 h 5030358"/>
              <a:gd name="connsiteX7" fmla="*/ 0 w 2760194"/>
              <a:gd name="connsiteY7" fmla="*/ 288468 h 5030358"/>
              <a:gd name="connsiteX8" fmla="*/ 288468 w 2760194"/>
              <a:gd name="connsiteY8" fmla="*/ 0 h 503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0194" h="5030358">
                <a:moveTo>
                  <a:pt x="288468" y="0"/>
                </a:moveTo>
                <a:lnTo>
                  <a:pt x="2471726" y="0"/>
                </a:lnTo>
                <a:cubicBezTo>
                  <a:pt x="2631042" y="0"/>
                  <a:pt x="2760194" y="129152"/>
                  <a:pt x="2760194" y="288468"/>
                </a:cubicBezTo>
                <a:lnTo>
                  <a:pt x="2760194" y="4741890"/>
                </a:lnTo>
                <a:cubicBezTo>
                  <a:pt x="2760194" y="4901206"/>
                  <a:pt x="2631042" y="5030358"/>
                  <a:pt x="2471726" y="5030358"/>
                </a:cubicBezTo>
                <a:lnTo>
                  <a:pt x="288468" y="5030358"/>
                </a:lnTo>
                <a:cubicBezTo>
                  <a:pt x="129152" y="5030358"/>
                  <a:pt x="0" y="4901206"/>
                  <a:pt x="0" y="4741890"/>
                </a:cubicBezTo>
                <a:lnTo>
                  <a:pt x="0" y="288468"/>
                </a:lnTo>
                <a:cubicBezTo>
                  <a:pt x="0" y="129152"/>
                  <a:pt x="129152" y="0"/>
                  <a:pt x="288468"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549974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409D0F3B-BB49-4574-80EA-E8F69A25684F}"/>
              </a:ext>
            </a:extLst>
          </p:cNvPr>
          <p:cNvSpPr>
            <a:spLocks noGrp="1"/>
          </p:cNvSpPr>
          <p:nvPr>
            <p:ph type="pic" sz="quarter" idx="11"/>
          </p:nvPr>
        </p:nvSpPr>
        <p:spPr>
          <a:xfrm>
            <a:off x="0" y="0"/>
            <a:ext cx="3975100" cy="6858000"/>
          </a:xfrm>
          <a:custGeom>
            <a:avLst/>
            <a:gdLst>
              <a:gd name="connsiteX0" fmla="*/ 0 w 3975100"/>
              <a:gd name="connsiteY0" fmla="*/ 0 h 6858000"/>
              <a:gd name="connsiteX1" fmla="*/ 3975100 w 3975100"/>
              <a:gd name="connsiteY1" fmla="*/ 0 h 6858000"/>
              <a:gd name="connsiteX2" fmla="*/ 3975100 w 3975100"/>
              <a:gd name="connsiteY2" fmla="*/ 6858000 h 6858000"/>
              <a:gd name="connsiteX3" fmla="*/ 0 w 39751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975100" h="6858000">
                <a:moveTo>
                  <a:pt x="0" y="0"/>
                </a:moveTo>
                <a:lnTo>
                  <a:pt x="3975100" y="0"/>
                </a:lnTo>
                <a:lnTo>
                  <a:pt x="3975100" y="6858000"/>
                </a:lnTo>
                <a:lnTo>
                  <a:pt x="0" y="6858000"/>
                </a:ln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10644328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0749F510-2B1E-44F2-A7CB-411CF437567F}"/>
              </a:ext>
            </a:extLst>
          </p:cNvPr>
          <p:cNvSpPr>
            <a:spLocks noGrp="1"/>
          </p:cNvSpPr>
          <p:nvPr>
            <p:ph type="pic" sz="quarter" idx="11"/>
          </p:nvPr>
        </p:nvSpPr>
        <p:spPr>
          <a:xfrm>
            <a:off x="8386355" y="426701"/>
            <a:ext cx="1083468" cy="1083468"/>
          </a:xfrm>
          <a:custGeom>
            <a:avLst/>
            <a:gdLst>
              <a:gd name="connsiteX0" fmla="*/ 541734 w 1083468"/>
              <a:gd name="connsiteY0" fmla="*/ 0 h 1083468"/>
              <a:gd name="connsiteX1" fmla="*/ 1083468 w 1083468"/>
              <a:gd name="connsiteY1" fmla="*/ 541734 h 1083468"/>
              <a:gd name="connsiteX2" fmla="*/ 541734 w 1083468"/>
              <a:gd name="connsiteY2" fmla="*/ 1083468 h 1083468"/>
              <a:gd name="connsiteX3" fmla="*/ 0 w 1083468"/>
              <a:gd name="connsiteY3" fmla="*/ 541734 h 1083468"/>
              <a:gd name="connsiteX4" fmla="*/ 541734 w 1083468"/>
              <a:gd name="connsiteY4" fmla="*/ 0 h 1083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468" h="1083468">
                <a:moveTo>
                  <a:pt x="541734" y="0"/>
                </a:moveTo>
                <a:cubicBezTo>
                  <a:pt x="840925" y="0"/>
                  <a:pt x="1083468" y="242543"/>
                  <a:pt x="1083468" y="541734"/>
                </a:cubicBezTo>
                <a:cubicBezTo>
                  <a:pt x="1083468" y="840925"/>
                  <a:pt x="840925" y="1083468"/>
                  <a:pt x="541734" y="1083468"/>
                </a:cubicBezTo>
                <a:cubicBezTo>
                  <a:pt x="242543" y="1083468"/>
                  <a:pt x="0" y="840925"/>
                  <a:pt x="0" y="541734"/>
                </a:cubicBezTo>
                <a:cubicBezTo>
                  <a:pt x="0" y="242543"/>
                  <a:pt x="242543" y="0"/>
                  <a:pt x="541734" y="0"/>
                </a:cubicBezTo>
                <a:close/>
              </a:path>
            </a:pathLst>
          </a:custGeom>
        </p:spPr>
        <p:txBody>
          <a:bodyPr wrap="square">
            <a:noAutofit/>
          </a:bodyPr>
          <a:lstStyle>
            <a:lvl1pPr>
              <a:defRPr lang="en-ID" sz="1400"/>
            </a:lvl1pPr>
          </a:lstStyle>
          <a:p>
            <a:endParaRPr lang="en-ID"/>
          </a:p>
        </p:txBody>
      </p:sp>
    </p:spTree>
    <p:extLst>
      <p:ext uri="{BB962C8B-B14F-4D97-AF65-F5344CB8AC3E}">
        <p14:creationId xmlns:p14="http://schemas.microsoft.com/office/powerpoint/2010/main" val="385803634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8311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sldNum="0" hdr="0" ftr="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hyperlink" Target="https://kernel.org/" TargetMode="Externa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78892" y="762730"/>
            <a:ext cx="4664633" cy="561254"/>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29364" y="235036"/>
            <a:ext cx="565308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52478" y="780921"/>
            <a:ext cx="3462460" cy="4801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2800" b="1" dirty="0">
                <a:solidFill>
                  <a:schemeClr val="bg1"/>
                </a:solidFill>
                <a:effectLst>
                  <a:outerShdw blurRad="38100" dist="38100" dir="2700000" algn="tl">
                    <a:srgbClr val="000000">
                      <a:alpha val="43137"/>
                    </a:srgbClr>
                  </a:outerShdw>
                </a:effectLst>
              </a:rPr>
              <a:t>CHAPTER 2 TOPICS </a:t>
            </a:r>
          </a:p>
        </p:txBody>
      </p:sp>
      <p:sp>
        <p:nvSpPr>
          <p:cNvPr id="5" name="Organigramme : Connecteur 4"/>
          <p:cNvSpPr/>
          <p:nvPr/>
        </p:nvSpPr>
        <p:spPr>
          <a:xfrm>
            <a:off x="80204" y="418885"/>
            <a:ext cx="1721464" cy="1356083"/>
          </a:xfrm>
          <a:prstGeom prst="flowChartConnector">
            <a:avLst/>
          </a:prstGeom>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b="1" dirty="0" smtClean="0">
                <a:solidFill>
                  <a:schemeClr val="bg1"/>
                </a:solidFill>
              </a:rPr>
              <a:t>Chapter</a:t>
            </a:r>
            <a:r>
              <a:rPr lang="fr-FR" sz="2400" b="1" dirty="0" smtClean="0">
                <a:solidFill>
                  <a:schemeClr val="bg1"/>
                </a:solidFill>
              </a:rPr>
              <a:t>  02</a:t>
            </a:r>
            <a:endParaRPr lang="fr-FR" sz="2400" b="1" dirty="0">
              <a:solidFill>
                <a:schemeClr val="bg1"/>
              </a:solidFill>
            </a:endParaRPr>
          </a:p>
        </p:txBody>
      </p:sp>
      <p:sp>
        <p:nvSpPr>
          <p:cNvPr id="4" name="ZoneTexte 3"/>
          <p:cNvSpPr txBox="1"/>
          <p:nvPr/>
        </p:nvSpPr>
        <p:spPr>
          <a:xfrm>
            <a:off x="315883" y="1867863"/>
            <a:ext cx="11540369" cy="3293209"/>
          </a:xfrm>
          <a:prstGeom prst="rect">
            <a:avLst/>
          </a:prstGeom>
          <a:noFill/>
        </p:spPr>
        <p:txBody>
          <a:bodyPr wrap="square" rtlCol="0">
            <a:spAutoFit/>
          </a:bodyPr>
          <a:lstStyle/>
          <a:p>
            <a:r>
              <a:rPr lang="en-US" sz="3200" dirty="0" smtClean="0">
                <a:effectLst>
                  <a:outerShdw blurRad="38100" dist="38100" dir="2700000" algn="tl">
                    <a:srgbClr val="000000">
                      <a:alpha val="43137"/>
                    </a:srgbClr>
                  </a:outerShdw>
                </a:effectLst>
              </a:rPr>
              <a:t>This </a:t>
            </a:r>
            <a:r>
              <a:rPr lang="en-US" sz="3200" dirty="0">
                <a:effectLst>
                  <a:outerShdw blurRad="38100" dist="38100" dir="2700000" algn="tl">
                    <a:srgbClr val="000000">
                      <a:alpha val="43137"/>
                    </a:srgbClr>
                  </a:outerShdw>
                </a:effectLst>
              </a:rPr>
              <a:t>chapter covers the following topics and concepts: </a:t>
            </a:r>
            <a:endParaRPr lang="en-US" sz="3200" dirty="0" smtClean="0">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What </a:t>
            </a:r>
            <a:r>
              <a:rPr lang="en-US" sz="3200" dirty="0"/>
              <a:t>is the </a:t>
            </a:r>
            <a:r>
              <a:rPr lang="en-US" sz="3200" b="1" dirty="0">
                <a:solidFill>
                  <a:schemeClr val="accent1">
                    <a:lumMod val="75000"/>
                  </a:schemeClr>
                </a:solidFill>
                <a:effectLst>
                  <a:outerShdw blurRad="38100" dist="38100" dir="2700000" algn="tl">
                    <a:srgbClr val="000000">
                      <a:alpha val="43137"/>
                    </a:srgbClr>
                  </a:outerShdw>
                </a:effectLst>
              </a:rPr>
              <a:t>Vulnerabilities</a:t>
            </a:r>
            <a:r>
              <a:rPr lang="en-US" sz="3200" dirty="0"/>
              <a:t> </a:t>
            </a:r>
            <a:endParaRPr lang="en-US" sz="3200" dirty="0" smtClean="0"/>
          </a:p>
          <a:p>
            <a:pPr marL="457200" indent="-457200">
              <a:buFont typeface="Arial" panose="020B0604020202020204" pitchFamily="34" charset="0"/>
              <a:buChar char="•"/>
            </a:pPr>
            <a:r>
              <a:rPr lang="en-US" sz="3200" dirty="0" smtClean="0"/>
              <a:t>How </a:t>
            </a:r>
            <a:r>
              <a:rPr lang="en-US" sz="3200" dirty="0"/>
              <a:t>the </a:t>
            </a:r>
            <a:r>
              <a:rPr lang="en-US" sz="3200" b="1" dirty="0">
                <a:solidFill>
                  <a:schemeClr val="accent1">
                    <a:lumMod val="75000"/>
                  </a:schemeClr>
                </a:solidFill>
                <a:effectLst>
                  <a:outerShdw blurRad="38100" dist="38100" dir="2700000" algn="tl">
                    <a:srgbClr val="000000">
                      <a:alpha val="43137"/>
                    </a:srgbClr>
                  </a:outerShdw>
                </a:effectLst>
              </a:rPr>
              <a:t>Methods of Defense work </a:t>
            </a:r>
            <a:endParaRPr lang="en-US" sz="3200" b="1" dirty="0" smtClean="0">
              <a:solidFill>
                <a:schemeClr val="accent1">
                  <a:lumMod val="75000"/>
                </a:schemeClr>
              </a:solidFill>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What </a:t>
            </a:r>
            <a:r>
              <a:rPr lang="en-US" sz="3200" dirty="0"/>
              <a:t>is the </a:t>
            </a:r>
            <a:r>
              <a:rPr lang="en-US" sz="3200" b="1" dirty="0" smtClean="0">
                <a:solidFill>
                  <a:schemeClr val="accent1">
                    <a:lumMod val="75000"/>
                  </a:schemeClr>
                </a:solidFill>
                <a:effectLst>
                  <a:outerShdw blurRad="38100" dist="38100" dir="2700000" algn="tl">
                    <a:srgbClr val="000000">
                      <a:alpha val="43137"/>
                    </a:srgbClr>
                  </a:outerShdw>
                </a:effectLst>
              </a:rPr>
              <a:t>Software </a:t>
            </a:r>
            <a:r>
              <a:rPr lang="en-US" sz="3200" b="1" dirty="0">
                <a:solidFill>
                  <a:schemeClr val="accent1">
                    <a:lumMod val="75000"/>
                  </a:schemeClr>
                </a:solidFill>
                <a:effectLst>
                  <a:outerShdw blurRad="38100" dist="38100" dir="2700000" algn="tl">
                    <a:srgbClr val="000000">
                      <a:alpha val="43137"/>
                    </a:srgbClr>
                  </a:outerShdw>
                </a:effectLst>
              </a:rPr>
              <a:t>Controls </a:t>
            </a:r>
            <a:endParaRPr lang="en-US" sz="3200" b="1" dirty="0" smtClean="0">
              <a:solidFill>
                <a:schemeClr val="accent1">
                  <a:lumMod val="75000"/>
                </a:schemeClr>
              </a:solidFill>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What </a:t>
            </a:r>
            <a:r>
              <a:rPr lang="en-US" sz="3200" dirty="0"/>
              <a:t>is the </a:t>
            </a:r>
            <a:r>
              <a:rPr lang="en-US" sz="3200" b="1" dirty="0">
                <a:solidFill>
                  <a:schemeClr val="accent1">
                    <a:lumMod val="75000"/>
                  </a:schemeClr>
                </a:solidFill>
                <a:effectLst>
                  <a:outerShdw blurRad="38100" dist="38100" dir="2700000" algn="tl">
                    <a:srgbClr val="000000">
                      <a:alpha val="43137"/>
                    </a:srgbClr>
                  </a:outerShdw>
                </a:effectLst>
              </a:rPr>
              <a:t>Protected Objects and Methods of Protection </a:t>
            </a:r>
            <a:endParaRPr lang="en-US" sz="3200" b="1" dirty="0" smtClean="0">
              <a:solidFill>
                <a:schemeClr val="accent1">
                  <a:lumMod val="75000"/>
                </a:schemeClr>
              </a:solidFill>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What </a:t>
            </a:r>
            <a:r>
              <a:rPr lang="en-US" sz="3200" dirty="0"/>
              <a:t>is the </a:t>
            </a:r>
            <a:r>
              <a:rPr lang="en-US" sz="3200" b="1" dirty="0">
                <a:solidFill>
                  <a:schemeClr val="accent1">
                    <a:lumMod val="75000"/>
                  </a:schemeClr>
                </a:solidFill>
                <a:effectLst>
                  <a:outerShdw blurRad="38100" dist="38100" dir="2700000" algn="tl">
                    <a:srgbClr val="000000">
                      <a:alpha val="43137"/>
                    </a:srgbClr>
                  </a:outerShdw>
                </a:effectLst>
              </a:rPr>
              <a:t>Protection Types</a:t>
            </a:r>
            <a:r>
              <a:rPr lang="en-US" sz="3200" dirty="0"/>
              <a:t/>
            </a:r>
            <a:br>
              <a:rPr lang="en-US" sz="3200" dirty="0"/>
            </a:br>
            <a:endParaRPr lang="en-US" sz="1600" dirty="0"/>
          </a:p>
        </p:txBody>
      </p:sp>
    </p:spTree>
    <p:extLst>
      <p:ext uri="{BB962C8B-B14F-4D97-AF65-F5344CB8AC3E}">
        <p14:creationId xmlns:p14="http://schemas.microsoft.com/office/powerpoint/2010/main" val="250027383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78892" y="762730"/>
            <a:ext cx="4664633" cy="561254"/>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57926" y="235036"/>
            <a:ext cx="572452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52478" y="780921"/>
            <a:ext cx="3133847" cy="867930"/>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2800" b="1" dirty="0">
                <a:solidFill>
                  <a:schemeClr val="bg1"/>
                </a:solidFill>
                <a:effectLst>
                  <a:outerShdw blurRad="38100" dist="38100" dir="2700000" algn="tl">
                    <a:srgbClr val="000000">
                      <a:alpha val="43137"/>
                    </a:srgbClr>
                  </a:outerShdw>
                </a:effectLst>
              </a:rPr>
              <a:t>CHAPTER 2 GOALS </a:t>
            </a:r>
          </a:p>
          <a:p>
            <a:pPr>
              <a:lnSpc>
                <a:spcPct val="90000"/>
              </a:lnSpc>
            </a:pPr>
            <a:endParaRPr lang="en-US" sz="2800" b="1" dirty="0">
              <a:solidFill>
                <a:schemeClr val="bg1"/>
              </a:solidFill>
              <a:effectLst>
                <a:outerShdw blurRad="38100" dist="38100" dir="2700000" algn="tl">
                  <a:srgbClr val="000000">
                    <a:alpha val="43137"/>
                  </a:srgbClr>
                </a:outerShdw>
              </a:effectLst>
            </a:endParaRPr>
          </a:p>
        </p:txBody>
      </p:sp>
      <p:sp>
        <p:nvSpPr>
          <p:cNvPr id="5" name="Organigramme : Connecteur 4"/>
          <p:cNvSpPr/>
          <p:nvPr/>
        </p:nvSpPr>
        <p:spPr>
          <a:xfrm>
            <a:off x="80204" y="418885"/>
            <a:ext cx="1721464" cy="1356083"/>
          </a:xfrm>
          <a:prstGeom prst="flowChartConnector">
            <a:avLst/>
          </a:prstGeom>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b="1" dirty="0" smtClean="0"/>
              <a:t>Chapter</a:t>
            </a:r>
            <a:r>
              <a:rPr lang="fr-FR" sz="2400" b="1" dirty="0" smtClean="0"/>
              <a:t>  02</a:t>
            </a:r>
            <a:endParaRPr lang="fr-FR" sz="2400" b="1" dirty="0"/>
          </a:p>
        </p:txBody>
      </p:sp>
      <p:sp>
        <p:nvSpPr>
          <p:cNvPr id="4" name="ZoneTexte 3"/>
          <p:cNvSpPr txBox="1"/>
          <p:nvPr/>
        </p:nvSpPr>
        <p:spPr>
          <a:xfrm>
            <a:off x="315883" y="1867863"/>
            <a:ext cx="11950909" cy="3785652"/>
          </a:xfrm>
          <a:prstGeom prst="rect">
            <a:avLst/>
          </a:prstGeom>
          <a:noFill/>
        </p:spPr>
        <p:txBody>
          <a:bodyPr wrap="square" rtlCol="0">
            <a:spAutoFit/>
          </a:bodyPr>
          <a:lstStyle/>
          <a:p>
            <a:r>
              <a:rPr lang="en-US" sz="3200" dirty="0" smtClean="0"/>
              <a:t>When </a:t>
            </a:r>
            <a:r>
              <a:rPr lang="en-US" sz="3200" dirty="0"/>
              <a:t>you complete this chapter, you will be able to: </a:t>
            </a:r>
            <a:endParaRPr lang="en-US" sz="3200" dirty="0" smtClean="0"/>
          </a:p>
          <a:p>
            <a:pPr marL="457200" indent="-457200">
              <a:buFont typeface="Arial" panose="020B0604020202020204" pitchFamily="34" charset="0"/>
              <a:buChar char="•"/>
            </a:pPr>
            <a:r>
              <a:rPr lang="en-US" sz="3200" dirty="0" smtClean="0"/>
              <a:t>Describe </a:t>
            </a:r>
            <a:r>
              <a:rPr lang="en-US" sz="3200" b="1" dirty="0">
                <a:effectLst>
                  <a:outerShdw blurRad="38100" dist="38100" dir="2700000" algn="tl">
                    <a:srgbClr val="000000">
                      <a:alpha val="43137"/>
                    </a:srgbClr>
                  </a:outerShdw>
                </a:effectLst>
              </a:rPr>
              <a:t>the Security goals </a:t>
            </a:r>
            <a:endParaRPr lang="en-US" sz="3200" b="1" dirty="0" smtClean="0">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Describe </a:t>
            </a:r>
            <a:r>
              <a:rPr lang="en-US" sz="3200" b="1" dirty="0">
                <a:effectLst>
                  <a:outerShdw blurRad="38100" dist="38100" dir="2700000" algn="tl">
                    <a:srgbClr val="000000">
                      <a:alpha val="43137"/>
                    </a:srgbClr>
                  </a:outerShdw>
                </a:effectLst>
              </a:rPr>
              <a:t>the Vulnerabilities </a:t>
            </a:r>
            <a:endParaRPr lang="en-US" sz="3200" b="1" dirty="0" smtClean="0">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Explain </a:t>
            </a:r>
            <a:r>
              <a:rPr lang="en-US" sz="3200" dirty="0"/>
              <a:t>the </a:t>
            </a:r>
            <a:r>
              <a:rPr lang="en-US" sz="3200" b="1" dirty="0">
                <a:effectLst>
                  <a:outerShdw blurRad="38100" dist="38100" dir="2700000" algn="tl">
                    <a:srgbClr val="000000">
                      <a:alpha val="43137"/>
                    </a:srgbClr>
                  </a:outerShdw>
                </a:effectLst>
              </a:rPr>
              <a:t>Principles of Adequate Protection </a:t>
            </a:r>
            <a:endParaRPr lang="en-US" sz="3200" b="1" dirty="0" smtClean="0">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Differentiate </a:t>
            </a:r>
            <a:r>
              <a:rPr lang="en-US" sz="3200" dirty="0"/>
              <a:t>between </a:t>
            </a:r>
            <a:r>
              <a:rPr lang="en-US" sz="3200" b="1" dirty="0">
                <a:effectLst>
                  <a:outerShdw blurRad="38100" dist="38100" dir="2700000" algn="tl">
                    <a:srgbClr val="000000">
                      <a:alpha val="43137"/>
                    </a:srgbClr>
                  </a:outerShdw>
                </a:effectLst>
              </a:rPr>
              <a:t>the Methods of Securing the Operating Systems </a:t>
            </a:r>
            <a:endParaRPr lang="en-US" sz="3200" b="1" dirty="0" smtClean="0">
              <a:effectLst>
                <a:outerShdw blurRad="38100" dist="38100" dir="2700000" algn="tl">
                  <a:srgbClr val="000000">
                    <a:alpha val="43137"/>
                  </a:srgbClr>
                </a:outerShdw>
              </a:effectLst>
            </a:endParaRPr>
          </a:p>
          <a:p>
            <a:pPr marL="457200" indent="-457200">
              <a:buFont typeface="Arial" panose="020B0604020202020204" pitchFamily="34" charset="0"/>
              <a:buChar char="•"/>
            </a:pPr>
            <a:r>
              <a:rPr lang="en-US" sz="3200" dirty="0" smtClean="0"/>
              <a:t>Explain </a:t>
            </a:r>
            <a:r>
              <a:rPr lang="en-US" sz="3200" b="1" dirty="0">
                <a:effectLst>
                  <a:outerShdw blurRad="38100" dist="38100" dir="2700000" algn="tl">
                    <a:srgbClr val="000000">
                      <a:alpha val="43137"/>
                    </a:srgbClr>
                  </a:outerShdw>
                </a:effectLst>
              </a:rPr>
              <a:t>the Protection Types</a:t>
            </a:r>
            <a:r>
              <a:rPr lang="en-US" sz="3200" dirty="0"/>
              <a:t/>
            </a:r>
            <a:br>
              <a:rPr lang="en-US" sz="3200" dirty="0"/>
            </a:br>
            <a:endParaRPr lang="en-US" sz="1600" dirty="0"/>
          </a:p>
        </p:txBody>
      </p:sp>
    </p:spTree>
    <p:extLst>
      <p:ext uri="{BB962C8B-B14F-4D97-AF65-F5344CB8AC3E}">
        <p14:creationId xmlns:p14="http://schemas.microsoft.com/office/powerpoint/2010/main" val="59036736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78892" y="762730"/>
            <a:ext cx="4221721" cy="561254"/>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29364" y="235036"/>
            <a:ext cx="565308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52478" y="780921"/>
            <a:ext cx="2962397" cy="5355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200" b="1" dirty="0">
                <a:solidFill>
                  <a:schemeClr val="bg1"/>
                </a:solidFill>
                <a:effectLst>
                  <a:outerShdw blurRad="38100" dist="38100" dir="2700000" algn="tl">
                    <a:srgbClr val="000000">
                      <a:alpha val="43137"/>
                    </a:srgbClr>
                  </a:outerShdw>
                </a:effectLst>
              </a:rPr>
              <a:t>Security goals </a:t>
            </a:r>
          </a:p>
        </p:txBody>
      </p:sp>
      <p:sp>
        <p:nvSpPr>
          <p:cNvPr id="4" name="ZoneTexte 3"/>
          <p:cNvSpPr txBox="1"/>
          <p:nvPr/>
        </p:nvSpPr>
        <p:spPr>
          <a:xfrm>
            <a:off x="315883" y="1867863"/>
            <a:ext cx="11950909" cy="1877437"/>
          </a:xfrm>
          <a:prstGeom prst="rect">
            <a:avLst/>
          </a:prstGeom>
          <a:noFill/>
        </p:spPr>
        <p:txBody>
          <a:bodyPr wrap="square" rtlCol="0">
            <a:spAutoFit/>
          </a:bodyPr>
          <a:lstStyle/>
          <a:p>
            <a:r>
              <a:rPr lang="en-US" sz="3200" b="1" dirty="0" smtClean="0">
                <a:solidFill>
                  <a:srgbClr val="C00000"/>
                </a:solidFill>
                <a:effectLst>
                  <a:outerShdw blurRad="38100" dist="38100" dir="2700000" algn="tl">
                    <a:srgbClr val="000000">
                      <a:alpha val="43137"/>
                    </a:srgbClr>
                  </a:outerShdw>
                </a:effectLst>
              </a:rPr>
              <a:t>OPERATING </a:t>
            </a:r>
            <a:r>
              <a:rPr lang="en-US" sz="3200" b="1" dirty="0">
                <a:solidFill>
                  <a:srgbClr val="C00000"/>
                </a:solidFill>
                <a:effectLst>
                  <a:outerShdw blurRad="38100" dist="38100" dir="2700000" algn="tl">
                    <a:srgbClr val="000000">
                      <a:alpha val="43137"/>
                    </a:srgbClr>
                  </a:outerShdw>
                </a:effectLst>
              </a:rPr>
              <a:t>SYSTEM </a:t>
            </a:r>
            <a:endParaRPr lang="en-US" sz="3200" b="1" dirty="0" smtClean="0">
              <a:solidFill>
                <a:srgbClr val="C00000"/>
              </a:solidFill>
              <a:effectLst>
                <a:outerShdw blurRad="38100" dist="38100" dir="2700000" algn="tl">
                  <a:srgbClr val="000000">
                    <a:alpha val="43137"/>
                  </a:srgbClr>
                </a:outerShdw>
              </a:effectLst>
            </a:endParaRPr>
          </a:p>
          <a:p>
            <a:r>
              <a:rPr lang="en-US" sz="3200" dirty="0" smtClean="0"/>
              <a:t>The </a:t>
            </a:r>
            <a:r>
              <a:rPr lang="en-US" sz="3200" dirty="0"/>
              <a:t>purpose of computer security is to: Devise ways to prevent the weaknesses from being exploited</a:t>
            </a:r>
            <a:br>
              <a:rPr lang="en-US" sz="3200" dirty="0"/>
            </a:br>
            <a:endParaRPr lang="en-US" sz="1600" dirty="0"/>
          </a:p>
        </p:txBody>
      </p:sp>
    </p:spTree>
    <p:extLst>
      <p:ext uri="{BB962C8B-B14F-4D97-AF65-F5344CB8AC3E}">
        <p14:creationId xmlns:p14="http://schemas.microsoft.com/office/powerpoint/2010/main" val="140199560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78892" y="762730"/>
            <a:ext cx="6064808" cy="561254"/>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500814" y="235035"/>
            <a:ext cx="5481636" cy="183848"/>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52478" y="780921"/>
            <a:ext cx="4748336" cy="4801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2800" b="1" dirty="0">
                <a:solidFill>
                  <a:schemeClr val="bg1"/>
                </a:solidFill>
                <a:effectLst>
                  <a:outerShdw blurRad="38100" dist="38100" dir="2700000" algn="tl">
                    <a:srgbClr val="000000">
                      <a:alpha val="43137"/>
                    </a:srgbClr>
                  </a:outerShdw>
                </a:effectLst>
              </a:rPr>
              <a:t>What are the vulnerabilities? </a:t>
            </a:r>
          </a:p>
        </p:txBody>
      </p:sp>
      <p:sp>
        <p:nvSpPr>
          <p:cNvPr id="5" name="Organigramme : Connecteur 4"/>
          <p:cNvSpPr/>
          <p:nvPr/>
        </p:nvSpPr>
        <p:spPr>
          <a:xfrm>
            <a:off x="80204" y="418885"/>
            <a:ext cx="1721464" cy="1356083"/>
          </a:xfrm>
          <a:prstGeom prst="flowChartConnector">
            <a:avLst/>
          </a:prstGeom>
          <a:solidFill>
            <a:schemeClr val="accent2"/>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b="1" dirty="0" smtClean="0"/>
              <a:t>Chapter</a:t>
            </a:r>
            <a:r>
              <a:rPr lang="fr-FR" sz="2400" b="1" dirty="0" smtClean="0"/>
              <a:t>  02</a:t>
            </a:r>
            <a:endParaRPr lang="fr-FR" sz="2400" b="1" dirty="0"/>
          </a:p>
        </p:txBody>
      </p:sp>
      <p:sp>
        <p:nvSpPr>
          <p:cNvPr id="4" name="ZoneTexte 3"/>
          <p:cNvSpPr txBox="1"/>
          <p:nvPr/>
        </p:nvSpPr>
        <p:spPr>
          <a:xfrm>
            <a:off x="315883" y="1867863"/>
            <a:ext cx="11950909" cy="4524315"/>
          </a:xfrm>
          <a:prstGeom prst="rect">
            <a:avLst/>
          </a:prstGeom>
          <a:noFill/>
        </p:spPr>
        <p:txBody>
          <a:bodyPr wrap="square" rtlCol="0">
            <a:spAutoFit/>
          </a:bodyPr>
          <a:lstStyle/>
          <a:p>
            <a:pPr marL="914400" indent="-457200">
              <a:buFont typeface="Arial" panose="020B0604020202020204" pitchFamily="34" charset="0"/>
              <a:buChar char="•"/>
            </a:pPr>
            <a:r>
              <a:rPr lang="fr-FR" sz="3200" dirty="0" smtClean="0"/>
              <a:t> </a:t>
            </a:r>
            <a:r>
              <a:rPr lang="fr-FR" sz="3200" b="1" dirty="0">
                <a:solidFill>
                  <a:srgbClr val="FF0000"/>
                </a:solidFill>
              </a:rPr>
              <a:t>Physical</a:t>
            </a:r>
            <a:r>
              <a:rPr lang="fr-FR" sz="3200" dirty="0">
                <a:solidFill>
                  <a:srgbClr val="FF0000"/>
                </a:solidFill>
              </a:rPr>
              <a:t> </a:t>
            </a:r>
            <a:r>
              <a:rPr lang="fr-FR" sz="3200" dirty="0" err="1"/>
              <a:t>vulnerabilities</a:t>
            </a:r>
            <a:r>
              <a:rPr lang="fr-FR" sz="3200" dirty="0"/>
              <a:t> (</a:t>
            </a:r>
            <a:r>
              <a:rPr lang="fr-FR" sz="3200" dirty="0" err="1"/>
              <a:t>Eg</a:t>
            </a:r>
            <a:r>
              <a:rPr lang="fr-FR" sz="3200" dirty="0"/>
              <a:t>. Computer </a:t>
            </a:r>
            <a:r>
              <a:rPr lang="fr-FR" sz="3200" dirty="0" err="1"/>
              <a:t>can</a:t>
            </a:r>
            <a:r>
              <a:rPr lang="fr-FR" sz="3200" dirty="0"/>
              <a:t> </a:t>
            </a:r>
            <a:r>
              <a:rPr lang="fr-FR" sz="3200" dirty="0" err="1"/>
              <a:t>be</a:t>
            </a:r>
            <a:r>
              <a:rPr lang="fr-FR" sz="3200" dirty="0"/>
              <a:t> </a:t>
            </a:r>
            <a:r>
              <a:rPr lang="fr-FR" sz="3200" dirty="0" err="1"/>
              <a:t>stolen</a:t>
            </a:r>
            <a:r>
              <a:rPr lang="fr-FR" sz="3200" dirty="0"/>
              <a:t>) </a:t>
            </a:r>
            <a:endParaRPr lang="fr-FR" sz="3200" dirty="0" smtClean="0"/>
          </a:p>
          <a:p>
            <a:pPr marL="914400" indent="-457200">
              <a:buFont typeface="Arial" panose="020B0604020202020204" pitchFamily="34" charset="0"/>
              <a:buChar char="•"/>
            </a:pPr>
            <a:r>
              <a:rPr lang="fr-FR" sz="3200" dirty="0" smtClean="0"/>
              <a:t> </a:t>
            </a:r>
            <a:r>
              <a:rPr lang="fr-FR" sz="3200" b="1" dirty="0">
                <a:solidFill>
                  <a:srgbClr val="FF0000"/>
                </a:solidFill>
              </a:rPr>
              <a:t>Natural</a:t>
            </a:r>
            <a:r>
              <a:rPr lang="fr-FR" sz="3200" dirty="0"/>
              <a:t> </a:t>
            </a:r>
            <a:r>
              <a:rPr lang="fr-FR" sz="3200" dirty="0" err="1"/>
              <a:t>vulnerabilities</a:t>
            </a:r>
            <a:r>
              <a:rPr lang="fr-FR" sz="3200" dirty="0"/>
              <a:t> (</a:t>
            </a:r>
            <a:r>
              <a:rPr lang="fr-FR" sz="3200" dirty="0" err="1"/>
              <a:t>Eg</a:t>
            </a:r>
            <a:r>
              <a:rPr lang="fr-FR" sz="3200" dirty="0"/>
              <a:t>. </a:t>
            </a:r>
            <a:r>
              <a:rPr lang="fr-FR" sz="3200" dirty="0" err="1"/>
              <a:t>Earthquake</a:t>
            </a:r>
            <a:r>
              <a:rPr lang="fr-FR" sz="3200" dirty="0"/>
              <a:t>) </a:t>
            </a:r>
            <a:endParaRPr lang="fr-FR" sz="3200" dirty="0" smtClean="0"/>
          </a:p>
          <a:p>
            <a:pPr marL="914400" indent="-457200">
              <a:buFont typeface="Arial" panose="020B0604020202020204" pitchFamily="34" charset="0"/>
              <a:buChar char="•"/>
            </a:pPr>
            <a:r>
              <a:rPr lang="fr-FR" sz="3200" dirty="0" smtClean="0"/>
              <a:t> </a:t>
            </a:r>
            <a:r>
              <a:rPr lang="fr-FR" sz="3200" b="1" dirty="0">
                <a:solidFill>
                  <a:srgbClr val="FF0000"/>
                </a:solidFill>
              </a:rPr>
              <a:t>Hardware and Software </a:t>
            </a:r>
            <a:r>
              <a:rPr lang="fr-FR" sz="3200" dirty="0" err="1"/>
              <a:t>vulnerabilities</a:t>
            </a:r>
            <a:r>
              <a:rPr lang="fr-FR" sz="3200" dirty="0"/>
              <a:t> (</a:t>
            </a:r>
            <a:r>
              <a:rPr lang="fr-FR" sz="3200" dirty="0" err="1"/>
              <a:t>Eg</a:t>
            </a:r>
            <a:r>
              <a:rPr lang="fr-FR" sz="3200" dirty="0"/>
              <a:t>. </a:t>
            </a:r>
            <a:r>
              <a:rPr lang="fr-FR" sz="3200" dirty="0" err="1"/>
              <a:t>Failures</a:t>
            </a:r>
            <a:r>
              <a:rPr lang="fr-FR" sz="3200" dirty="0"/>
              <a:t>) </a:t>
            </a:r>
            <a:endParaRPr lang="fr-FR" sz="3200" dirty="0" smtClean="0"/>
          </a:p>
          <a:p>
            <a:pPr marL="914400" indent="-457200">
              <a:buFont typeface="Arial" panose="020B0604020202020204" pitchFamily="34" charset="0"/>
              <a:buChar char="•"/>
            </a:pPr>
            <a:r>
              <a:rPr lang="fr-FR" sz="3200" dirty="0" smtClean="0"/>
              <a:t> </a:t>
            </a:r>
            <a:r>
              <a:rPr lang="fr-FR" sz="3200" b="1" dirty="0">
                <a:solidFill>
                  <a:srgbClr val="FF0000"/>
                </a:solidFill>
              </a:rPr>
              <a:t>Media </a:t>
            </a:r>
            <a:r>
              <a:rPr lang="fr-FR" sz="3200" b="1" dirty="0" err="1">
                <a:solidFill>
                  <a:srgbClr val="FF0000"/>
                </a:solidFill>
              </a:rPr>
              <a:t>vulnerabilities</a:t>
            </a:r>
            <a:r>
              <a:rPr lang="fr-FR" sz="3200" b="1" dirty="0">
                <a:solidFill>
                  <a:srgbClr val="FF0000"/>
                </a:solidFill>
              </a:rPr>
              <a:t> </a:t>
            </a:r>
            <a:r>
              <a:rPr lang="fr-FR" sz="3200" dirty="0"/>
              <a:t>(</a:t>
            </a:r>
            <a:r>
              <a:rPr lang="fr-FR" sz="3200" dirty="0" err="1"/>
              <a:t>Eg</a:t>
            </a:r>
            <a:r>
              <a:rPr lang="fr-FR" sz="3200" dirty="0"/>
              <a:t>. Hard </a:t>
            </a:r>
            <a:r>
              <a:rPr lang="fr-FR" sz="3200" dirty="0" err="1"/>
              <a:t>disks</a:t>
            </a:r>
            <a:r>
              <a:rPr lang="fr-FR" sz="3200" dirty="0"/>
              <a:t> </a:t>
            </a:r>
            <a:r>
              <a:rPr lang="fr-FR" sz="3200" dirty="0" err="1"/>
              <a:t>can</a:t>
            </a:r>
            <a:r>
              <a:rPr lang="fr-FR" sz="3200" dirty="0"/>
              <a:t> </a:t>
            </a:r>
            <a:r>
              <a:rPr lang="fr-FR" sz="3200" dirty="0" err="1"/>
              <a:t>be</a:t>
            </a:r>
            <a:r>
              <a:rPr lang="fr-FR" sz="3200" dirty="0"/>
              <a:t> </a:t>
            </a:r>
            <a:r>
              <a:rPr lang="fr-FR" sz="3200" dirty="0" err="1"/>
              <a:t>stolen</a:t>
            </a:r>
            <a:r>
              <a:rPr lang="fr-FR" sz="3200" dirty="0" smtClean="0"/>
              <a:t>)</a:t>
            </a:r>
          </a:p>
          <a:p>
            <a:pPr marL="914400" indent="-457200">
              <a:buFont typeface="Arial" panose="020B0604020202020204" pitchFamily="34" charset="0"/>
              <a:buChar char="•"/>
            </a:pPr>
            <a:r>
              <a:rPr lang="fr-FR" sz="3200" dirty="0" smtClean="0"/>
              <a:t> </a:t>
            </a:r>
            <a:r>
              <a:rPr lang="fr-FR" sz="3200" b="1" dirty="0">
                <a:solidFill>
                  <a:srgbClr val="FF0000"/>
                </a:solidFill>
              </a:rPr>
              <a:t>Communication </a:t>
            </a:r>
            <a:r>
              <a:rPr lang="fr-FR" sz="3200" b="1" dirty="0" err="1">
                <a:solidFill>
                  <a:srgbClr val="FF0000"/>
                </a:solidFill>
              </a:rPr>
              <a:t>vulnerabilities</a:t>
            </a:r>
            <a:r>
              <a:rPr lang="fr-FR" sz="3200" b="1" dirty="0">
                <a:solidFill>
                  <a:srgbClr val="FF0000"/>
                </a:solidFill>
              </a:rPr>
              <a:t> </a:t>
            </a:r>
            <a:r>
              <a:rPr lang="fr-FR" sz="3200" dirty="0"/>
              <a:t>(Ex. </a:t>
            </a:r>
            <a:r>
              <a:rPr lang="fr-FR" sz="3200" dirty="0" err="1"/>
              <a:t>Wires</a:t>
            </a:r>
            <a:r>
              <a:rPr lang="fr-FR" sz="3200" dirty="0"/>
              <a:t> </a:t>
            </a:r>
            <a:r>
              <a:rPr lang="fr-FR" sz="3200" dirty="0" err="1"/>
              <a:t>can</a:t>
            </a:r>
            <a:r>
              <a:rPr lang="fr-FR" sz="3200" dirty="0"/>
              <a:t> </a:t>
            </a:r>
            <a:r>
              <a:rPr lang="fr-FR" sz="3200" dirty="0" err="1"/>
              <a:t>be</a:t>
            </a:r>
            <a:r>
              <a:rPr lang="fr-FR" sz="3200" dirty="0"/>
              <a:t> </a:t>
            </a:r>
            <a:r>
              <a:rPr lang="fr-FR" sz="3200" dirty="0" err="1"/>
              <a:t>tapped</a:t>
            </a:r>
            <a:r>
              <a:rPr lang="fr-FR" sz="3200" dirty="0"/>
              <a:t>) </a:t>
            </a:r>
            <a:endParaRPr lang="fr-FR" sz="3200" dirty="0" smtClean="0"/>
          </a:p>
          <a:p>
            <a:pPr marL="914400" indent="-457200">
              <a:buFont typeface="Arial" panose="020B0604020202020204" pitchFamily="34" charset="0"/>
              <a:buChar char="•"/>
            </a:pPr>
            <a:r>
              <a:rPr lang="fr-FR" sz="3200" dirty="0" smtClean="0"/>
              <a:t> </a:t>
            </a:r>
            <a:r>
              <a:rPr lang="fr-FR" sz="3200" b="1" dirty="0" err="1">
                <a:solidFill>
                  <a:srgbClr val="FF0000"/>
                </a:solidFill>
              </a:rPr>
              <a:t>Human</a:t>
            </a:r>
            <a:r>
              <a:rPr lang="fr-FR" sz="3200" b="1" dirty="0"/>
              <a:t> </a:t>
            </a:r>
            <a:r>
              <a:rPr lang="fr-FR" sz="3200" b="1" dirty="0" err="1"/>
              <a:t>vulnerabilities</a:t>
            </a:r>
            <a:r>
              <a:rPr lang="fr-FR" sz="3200" b="1" dirty="0"/>
              <a:t> (</a:t>
            </a:r>
            <a:r>
              <a:rPr lang="fr-FR" sz="3200" b="1" dirty="0" err="1"/>
              <a:t>Eg</a:t>
            </a:r>
            <a:r>
              <a:rPr lang="fr-FR" sz="3200" b="1" dirty="0"/>
              <a:t>. </a:t>
            </a:r>
            <a:r>
              <a:rPr lang="fr-FR" sz="3200" b="1" dirty="0" err="1"/>
              <a:t>Insiders</a:t>
            </a:r>
            <a:r>
              <a:rPr lang="fr-FR" sz="3200" b="1" dirty="0"/>
              <a:t>) </a:t>
            </a:r>
            <a:endParaRPr lang="fr-FR" sz="3200" b="1" dirty="0" smtClean="0"/>
          </a:p>
          <a:p>
            <a:pPr marL="914400" indent="-457200">
              <a:buFont typeface="Arial" panose="020B0604020202020204" pitchFamily="34" charset="0"/>
              <a:buChar char="•"/>
            </a:pPr>
            <a:r>
              <a:rPr lang="fr-FR" sz="3200" dirty="0" smtClean="0"/>
              <a:t> </a:t>
            </a:r>
            <a:r>
              <a:rPr lang="fr-FR" sz="3200" b="1" dirty="0" err="1"/>
              <a:t>Poorly</a:t>
            </a:r>
            <a:r>
              <a:rPr lang="fr-FR" sz="3200" b="1" dirty="0"/>
              <a:t> </a:t>
            </a:r>
            <a:r>
              <a:rPr lang="fr-FR" sz="3200" b="1" dirty="0" err="1"/>
              <a:t>chosen</a:t>
            </a:r>
            <a:r>
              <a:rPr lang="fr-FR" sz="3200" b="1" dirty="0"/>
              <a:t> </a:t>
            </a:r>
            <a:r>
              <a:rPr lang="fr-FR" sz="3200" b="1" dirty="0" err="1"/>
              <a:t>passwords</a:t>
            </a:r>
            <a:r>
              <a:rPr lang="fr-FR" sz="3200" b="1" dirty="0"/>
              <a:t> </a:t>
            </a:r>
            <a:endParaRPr lang="fr-FR" sz="3200" b="1" dirty="0" smtClean="0"/>
          </a:p>
          <a:p>
            <a:pPr marL="914400" indent="-457200">
              <a:buFont typeface="Arial" panose="020B0604020202020204" pitchFamily="34" charset="0"/>
              <a:buChar char="•"/>
            </a:pPr>
            <a:r>
              <a:rPr lang="fr-FR" sz="3200" dirty="0" smtClean="0"/>
              <a:t> </a:t>
            </a:r>
            <a:r>
              <a:rPr lang="fr-FR" sz="3200" b="1" dirty="0"/>
              <a:t>Software bugs </a:t>
            </a:r>
            <a:r>
              <a:rPr lang="fr-FR" sz="3200" dirty="0"/>
              <a:t>(non </a:t>
            </a:r>
            <a:r>
              <a:rPr lang="fr-FR" sz="3200" dirty="0" err="1"/>
              <a:t>reliability</a:t>
            </a:r>
            <a:r>
              <a:rPr lang="fr-FR" sz="3200" dirty="0"/>
              <a:t> of software) </a:t>
            </a:r>
            <a:endParaRPr lang="fr-FR" sz="3200" dirty="0" smtClean="0"/>
          </a:p>
          <a:p>
            <a:pPr marL="457200"/>
            <a:r>
              <a:rPr lang="fr-FR" sz="3200" dirty="0"/>
              <a:t> </a:t>
            </a:r>
            <a:r>
              <a:rPr lang="fr-FR" sz="3200" dirty="0" smtClean="0"/>
              <a:t>  - </a:t>
            </a:r>
            <a:r>
              <a:rPr lang="fr-FR" sz="3200" dirty="0"/>
              <a:t>buffer </a:t>
            </a:r>
            <a:r>
              <a:rPr lang="fr-FR" sz="3200" dirty="0" err="1"/>
              <a:t>overflow</a:t>
            </a:r>
            <a:r>
              <a:rPr lang="fr-FR" sz="3200" dirty="0"/>
              <a:t> </a:t>
            </a:r>
            <a:r>
              <a:rPr lang="fr-FR" sz="3200" dirty="0" err="1"/>
              <a:t>attacks</a:t>
            </a:r>
            <a:endParaRPr lang="en-US" sz="1600" dirty="0"/>
          </a:p>
        </p:txBody>
      </p:sp>
    </p:spTree>
    <p:extLst>
      <p:ext uri="{BB962C8B-B14F-4D97-AF65-F5344CB8AC3E}">
        <p14:creationId xmlns:p14="http://schemas.microsoft.com/office/powerpoint/2010/main" val="145816119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1014412" y="762730"/>
            <a:ext cx="4371975"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43650" y="235036"/>
            <a:ext cx="563879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827974"/>
            <a:ext cx="3619622"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Vulnerabilities</a:t>
            </a:r>
          </a:p>
        </p:txBody>
      </p:sp>
      <p:sp>
        <p:nvSpPr>
          <p:cNvPr id="4" name="ZoneTexte 3"/>
          <p:cNvSpPr txBox="1"/>
          <p:nvPr/>
        </p:nvSpPr>
        <p:spPr>
          <a:xfrm>
            <a:off x="315883" y="1867863"/>
            <a:ext cx="11285567" cy="4247317"/>
          </a:xfrm>
          <a:prstGeom prst="rect">
            <a:avLst/>
          </a:prstGeom>
          <a:noFill/>
        </p:spPr>
        <p:txBody>
          <a:bodyPr wrap="square" rtlCol="0">
            <a:spAutoFit/>
          </a:bodyPr>
          <a:lstStyle/>
          <a:p>
            <a:pPr marL="571500" indent="-571500">
              <a:buFont typeface="Calibri" panose="020F0502020204030204" pitchFamily="34" charset="0"/>
              <a:buChar char="x"/>
            </a:pPr>
            <a:r>
              <a:rPr lang="en-US" sz="3600" dirty="0" smtClean="0"/>
              <a:t>When </a:t>
            </a:r>
            <a:r>
              <a:rPr lang="en-US" sz="3600" dirty="0"/>
              <a:t>we prepare to </a:t>
            </a:r>
            <a:r>
              <a:rPr lang="en-US" sz="3600" dirty="0">
                <a:effectLst>
                  <a:outerShdw blurRad="38100" dist="38100" dir="2700000" algn="tl">
                    <a:srgbClr val="000000">
                      <a:alpha val="43137"/>
                    </a:srgbClr>
                  </a:outerShdw>
                </a:effectLst>
              </a:rPr>
              <a:t>specify, design, code, or test a secure system</a:t>
            </a:r>
            <a:r>
              <a:rPr lang="en-US" sz="3600" dirty="0"/>
              <a:t>, we try to imagine the </a:t>
            </a:r>
            <a:r>
              <a:rPr lang="en-US" sz="3600" dirty="0">
                <a:effectLst>
                  <a:outerShdw blurRad="38100" dist="38100" dir="2700000" algn="tl">
                    <a:srgbClr val="000000">
                      <a:alpha val="43137"/>
                    </a:srgbClr>
                  </a:outerShdw>
                </a:effectLst>
              </a:rPr>
              <a:t>vulnerabilities that would prevent us from reaching one or more of our three security goals (C-I-A</a:t>
            </a:r>
            <a:r>
              <a:rPr lang="en-US" sz="3600" dirty="0" smtClean="0">
                <a:effectLst>
                  <a:outerShdw blurRad="38100" dist="38100" dir="2700000" algn="tl">
                    <a:srgbClr val="000000">
                      <a:alpha val="43137"/>
                    </a:srgbClr>
                  </a:outerShdw>
                </a:effectLst>
              </a:rPr>
              <a:t>)</a:t>
            </a:r>
            <a:r>
              <a:rPr lang="en-US" sz="3600" dirty="0" smtClean="0"/>
              <a:t>.</a:t>
            </a:r>
            <a:endParaRPr lang="en-US" sz="3600" dirty="0"/>
          </a:p>
          <a:p>
            <a:pPr marL="571500" indent="-571500">
              <a:buFont typeface="Calibri" panose="020F0502020204030204" pitchFamily="34" charset="0"/>
              <a:buChar char="x"/>
            </a:pPr>
            <a:r>
              <a:rPr lang="en-US" sz="3600" dirty="0" smtClean="0"/>
              <a:t>The </a:t>
            </a:r>
            <a:r>
              <a:rPr lang="en-US" sz="3600" dirty="0">
                <a:effectLst>
                  <a:outerShdw blurRad="38100" dist="38100" dir="2700000" algn="tl">
                    <a:srgbClr val="000000">
                      <a:alpha val="43137"/>
                    </a:srgbClr>
                  </a:outerShdw>
                </a:effectLst>
              </a:rPr>
              <a:t>three assets </a:t>
            </a:r>
            <a:r>
              <a:rPr lang="en-US" sz="3600" dirty="0"/>
              <a:t>(hardware, software and data) and the </a:t>
            </a:r>
            <a:r>
              <a:rPr lang="en-US" sz="3600" dirty="0">
                <a:effectLst>
                  <a:outerShdw blurRad="38100" dist="38100" dir="2700000" algn="tl">
                    <a:srgbClr val="000000">
                      <a:alpha val="43137"/>
                    </a:srgbClr>
                  </a:outerShdw>
                </a:effectLst>
              </a:rPr>
              <a:t>connections </a:t>
            </a:r>
            <a:r>
              <a:rPr lang="en-US" sz="3600" dirty="0"/>
              <a:t>among them are all </a:t>
            </a:r>
            <a:r>
              <a:rPr lang="en-US" sz="3600" dirty="0">
                <a:effectLst>
                  <a:outerShdw blurRad="38100" dist="38100" dir="2700000" algn="tl">
                    <a:srgbClr val="000000">
                      <a:alpha val="43137"/>
                    </a:srgbClr>
                  </a:outerShdw>
                </a:effectLst>
              </a:rPr>
              <a:t>potential security weak </a:t>
            </a:r>
            <a:r>
              <a:rPr lang="en-US" sz="3600" dirty="0" smtClean="0">
                <a:effectLst>
                  <a:outerShdw blurRad="38100" dist="38100" dir="2700000" algn="tl">
                    <a:srgbClr val="000000">
                      <a:alpha val="43137"/>
                    </a:srgbClr>
                  </a:outerShdw>
                </a:effectLst>
              </a:rPr>
              <a:t>points</a:t>
            </a:r>
            <a:r>
              <a:rPr lang="en-US" sz="3600" dirty="0" smtClean="0"/>
              <a:t>.</a:t>
            </a:r>
            <a:r>
              <a:rPr lang="en-US" sz="3600" dirty="0"/>
              <a:t/>
            </a:r>
            <a:br>
              <a:rPr lang="en-US" sz="3600" dirty="0"/>
            </a:br>
            <a:endParaRPr lang="en-US" dirty="0"/>
          </a:p>
        </p:txBody>
      </p:sp>
    </p:spTree>
    <p:extLst>
      <p:ext uri="{BB962C8B-B14F-4D97-AF65-F5344CB8AC3E}">
        <p14:creationId xmlns:p14="http://schemas.microsoft.com/office/powerpoint/2010/main" val="3658969278"/>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977" y="1289574"/>
            <a:ext cx="10058400" cy="5063991"/>
          </a:xfrm>
          <a:prstGeom prst="rect">
            <a:avLst/>
          </a:prstGeom>
        </p:spPr>
      </p:pic>
      <p:sp>
        <p:nvSpPr>
          <p:cNvPr id="11" name="Organigramme : Données stockées 10"/>
          <p:cNvSpPr/>
          <p:nvPr/>
        </p:nvSpPr>
        <p:spPr>
          <a:xfrm rot="10800000">
            <a:off x="689749" y="615588"/>
            <a:ext cx="4339451" cy="610621"/>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5039062"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15075" y="235036"/>
            <a:ext cx="5667375"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3619622" cy="5355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200" b="1" dirty="0">
                <a:solidFill>
                  <a:schemeClr val="bg1"/>
                </a:solidFill>
                <a:effectLst>
                  <a:outerShdw blurRad="38100" dist="38100" dir="2700000" algn="tl">
                    <a:srgbClr val="000000">
                      <a:alpha val="43137"/>
                    </a:srgbClr>
                  </a:outerShdw>
                </a:effectLst>
              </a:rPr>
              <a:t>Vulnerabilities</a:t>
            </a:r>
          </a:p>
        </p:txBody>
      </p:sp>
    </p:spTree>
    <p:extLst>
      <p:ext uri="{BB962C8B-B14F-4D97-AF65-F5344CB8AC3E}">
        <p14:creationId xmlns:p14="http://schemas.microsoft.com/office/powerpoint/2010/main" val="302292800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89749" y="615589"/>
            <a:ext cx="6812772"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6"/>
            <a:ext cx="562451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5105522"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Software Vulnerabilities</a:t>
            </a:r>
          </a:p>
        </p:txBody>
      </p:sp>
      <p:sp>
        <p:nvSpPr>
          <p:cNvPr id="4" name="ZoneTexte 3"/>
          <p:cNvSpPr txBox="1"/>
          <p:nvPr/>
        </p:nvSpPr>
        <p:spPr>
          <a:xfrm>
            <a:off x="231149" y="1653610"/>
            <a:ext cx="11389771" cy="3416320"/>
          </a:xfrm>
          <a:prstGeom prst="rect">
            <a:avLst/>
          </a:prstGeom>
          <a:noFill/>
        </p:spPr>
        <p:txBody>
          <a:bodyPr wrap="square" rtlCol="0">
            <a:spAutoFit/>
          </a:bodyPr>
          <a:lstStyle/>
          <a:p>
            <a:pPr marL="1143000" indent="-685800">
              <a:lnSpc>
                <a:spcPct val="150000"/>
              </a:lnSpc>
              <a:buFont typeface="Calibri" panose="020F0502020204030204" pitchFamily="34" charset="0"/>
              <a:buChar char="X"/>
            </a:pPr>
            <a:r>
              <a:rPr lang="en-US" sz="3600" b="1" dirty="0"/>
              <a:t>Software</a:t>
            </a:r>
            <a:r>
              <a:rPr lang="en-US" sz="3600" dirty="0"/>
              <a:t> is surprisingly </a:t>
            </a:r>
            <a:r>
              <a:rPr lang="en-US" sz="3600" dirty="0">
                <a:effectLst>
                  <a:outerShdw blurRad="38100" dist="38100" dir="2700000" algn="tl">
                    <a:srgbClr val="000000">
                      <a:alpha val="43137"/>
                    </a:srgbClr>
                  </a:outerShdw>
                </a:effectLst>
              </a:rPr>
              <a:t>easy to delete and to copy</a:t>
            </a:r>
            <a:r>
              <a:rPr lang="en-US" sz="3600" dirty="0"/>
              <a:t> </a:t>
            </a:r>
          </a:p>
          <a:p>
            <a:pPr marL="1143000" indent="-685800">
              <a:lnSpc>
                <a:spcPct val="150000"/>
              </a:lnSpc>
              <a:buFont typeface="Calibri" panose="020F0502020204030204" pitchFamily="34" charset="0"/>
              <a:buChar char="X"/>
            </a:pPr>
            <a:r>
              <a:rPr lang="en-US" sz="3600" dirty="0" smtClean="0"/>
              <a:t>Software </a:t>
            </a:r>
            <a:r>
              <a:rPr lang="en-US" sz="3600" dirty="0"/>
              <a:t>is </a:t>
            </a:r>
            <a:r>
              <a:rPr lang="en-US" sz="3600" dirty="0">
                <a:effectLst>
                  <a:outerShdw blurRad="38100" dist="38100" dir="2700000" algn="tl">
                    <a:srgbClr val="000000">
                      <a:alpha val="43137"/>
                    </a:srgbClr>
                  </a:outerShdw>
                </a:effectLst>
              </a:rPr>
              <a:t>vulnerable to modifications </a:t>
            </a:r>
            <a:r>
              <a:rPr lang="en-US" sz="3600" dirty="0"/>
              <a:t>that either </a:t>
            </a:r>
            <a:r>
              <a:rPr lang="en-US" sz="3600" dirty="0">
                <a:effectLst>
                  <a:outerShdw blurRad="38100" dist="38100" dir="2700000" algn="tl">
                    <a:srgbClr val="000000">
                      <a:alpha val="43137"/>
                    </a:srgbClr>
                  </a:outerShdw>
                </a:effectLst>
              </a:rPr>
              <a:t>cause it to fail or cause it to perform an unintended </a:t>
            </a:r>
            <a:r>
              <a:rPr lang="en-US" sz="3600" dirty="0" smtClean="0">
                <a:effectLst>
                  <a:outerShdw blurRad="38100" dist="38100" dir="2700000" algn="tl">
                    <a:srgbClr val="000000">
                      <a:alpha val="43137"/>
                    </a:srgbClr>
                  </a:outerShdw>
                </a:effectLst>
              </a:rPr>
              <a:t>task.</a:t>
            </a:r>
            <a:endParaRPr lang="en-US" sz="3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9413872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89749" y="615589"/>
            <a:ext cx="6325414" cy="583317"/>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86500" y="235036"/>
            <a:ext cx="5695949" cy="148034"/>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5105522" cy="535531"/>
          </a:xfrm>
          <a:prstGeom prst="rect">
            <a:avLst/>
          </a:prstGeom>
          <a:noFill/>
        </p:spPr>
        <p:txBody>
          <a:bodyPr wrap="square" rtlCol="0">
            <a:spAutoFit/>
          </a:bodyPr>
          <a:lstStyle/>
          <a:p>
            <a:pPr>
              <a:lnSpc>
                <a:spcPct val="90000"/>
              </a:lnSpc>
            </a:pPr>
            <a:r>
              <a:rPr lang="en-US" sz="2400" b="1" dirty="0" smtClean="0">
                <a:solidFill>
                  <a:schemeClr val="bg1"/>
                </a:solidFill>
              </a:rPr>
              <a:t> </a:t>
            </a:r>
            <a:r>
              <a:rPr lang="en-US" sz="3200" b="1" dirty="0">
                <a:solidFill>
                  <a:schemeClr val="bg1"/>
                </a:solidFill>
                <a:effectLst>
                  <a:outerShdw blurRad="38100" dist="38100" dir="2700000" algn="tl">
                    <a:srgbClr val="000000">
                      <a:alpha val="43137"/>
                    </a:srgbClr>
                  </a:outerShdw>
                </a:effectLst>
              </a:rPr>
              <a:t>Software Vulnerabilities</a:t>
            </a:r>
          </a:p>
        </p:txBody>
      </p:sp>
      <p:sp>
        <p:nvSpPr>
          <p:cNvPr id="4" name="ZoneTexte 3"/>
          <p:cNvSpPr txBox="1"/>
          <p:nvPr/>
        </p:nvSpPr>
        <p:spPr>
          <a:xfrm>
            <a:off x="56907" y="1281610"/>
            <a:ext cx="10949234" cy="4939814"/>
          </a:xfrm>
          <a:prstGeom prst="rect">
            <a:avLst/>
          </a:prstGeom>
          <a:noFill/>
        </p:spPr>
        <p:txBody>
          <a:bodyPr wrap="square" rtlCol="0">
            <a:spAutoFit/>
          </a:bodyPr>
          <a:lstStyle/>
          <a:p>
            <a:pPr marL="1371600" indent="-914400">
              <a:lnSpc>
                <a:spcPct val="150000"/>
              </a:lnSpc>
              <a:buFont typeface="Wingdings" panose="05000000000000000000" pitchFamily="2" charset="2"/>
              <a:buChar char="q"/>
            </a:pPr>
            <a:r>
              <a:rPr lang="fr-FR" sz="3000" b="1" dirty="0" err="1" smtClean="0"/>
              <a:t>Logic</a:t>
            </a:r>
            <a:r>
              <a:rPr lang="fr-FR" sz="3000" b="1" dirty="0" smtClean="0"/>
              <a:t> </a:t>
            </a:r>
            <a:r>
              <a:rPr lang="fr-FR" sz="3000" b="1" dirty="0" err="1"/>
              <a:t>bomb</a:t>
            </a:r>
            <a:r>
              <a:rPr lang="fr-FR" sz="3000" b="1" dirty="0"/>
              <a:t>: </a:t>
            </a:r>
            <a:r>
              <a:rPr lang="fr-FR" sz="3000" dirty="0"/>
              <a:t>a program </a:t>
            </a:r>
            <a:r>
              <a:rPr lang="fr-FR" sz="3000" dirty="0" err="1"/>
              <a:t>that</a:t>
            </a:r>
            <a:r>
              <a:rPr lang="fr-FR" sz="3000" dirty="0"/>
              <a:t> </a:t>
            </a:r>
            <a:r>
              <a:rPr lang="fr-FR" sz="3000" dirty="0">
                <a:effectLst>
                  <a:outerShdw blurRad="38100" dist="38100" dir="2700000" algn="tl">
                    <a:srgbClr val="000000">
                      <a:alpha val="43137"/>
                    </a:srgbClr>
                  </a:outerShdw>
                </a:effectLst>
              </a:rPr>
              <a:t>has been </a:t>
            </a:r>
            <a:r>
              <a:rPr lang="fr-FR" sz="3000" dirty="0" err="1">
                <a:effectLst>
                  <a:outerShdw blurRad="38100" dist="38100" dir="2700000" algn="tl">
                    <a:srgbClr val="000000">
                      <a:alpha val="43137"/>
                    </a:srgbClr>
                  </a:outerShdw>
                </a:effectLst>
              </a:rPr>
              <a:t>maliciously</a:t>
            </a:r>
            <a:r>
              <a:rPr lang="fr-FR" sz="3000" dirty="0">
                <a:effectLst>
                  <a:outerShdw blurRad="38100" dist="38100" dir="2700000" algn="tl">
                    <a:srgbClr val="000000">
                      <a:alpha val="43137"/>
                    </a:srgbClr>
                  </a:outerShdw>
                </a:effectLst>
              </a:rPr>
              <a:t> </a:t>
            </a:r>
            <a:r>
              <a:rPr lang="fr-FR" sz="3000" dirty="0" err="1">
                <a:effectLst>
                  <a:outerShdw blurRad="38100" dist="38100" dir="2700000" algn="tl">
                    <a:srgbClr val="000000">
                      <a:alpha val="43137"/>
                    </a:srgbClr>
                  </a:outerShdw>
                </a:effectLst>
              </a:rPr>
              <a:t>modified</a:t>
            </a:r>
            <a:r>
              <a:rPr lang="fr-FR" sz="3000" dirty="0">
                <a:effectLst>
                  <a:outerShdw blurRad="38100" dist="38100" dir="2700000" algn="tl">
                    <a:srgbClr val="000000">
                      <a:alpha val="43137"/>
                    </a:srgbClr>
                  </a:outerShdw>
                </a:effectLst>
              </a:rPr>
              <a:t> to </a:t>
            </a:r>
            <a:r>
              <a:rPr lang="fr-FR" sz="3000" dirty="0" err="1">
                <a:effectLst>
                  <a:outerShdw blurRad="38100" dist="38100" dir="2700000" algn="tl">
                    <a:srgbClr val="000000">
                      <a:alpha val="43137"/>
                    </a:srgbClr>
                  </a:outerShdw>
                </a:effectLst>
              </a:rPr>
              <a:t>fail</a:t>
            </a:r>
            <a:r>
              <a:rPr lang="fr-FR" sz="3000" dirty="0"/>
              <a:t> </a:t>
            </a:r>
            <a:r>
              <a:rPr lang="en-US" sz="3000" dirty="0" smtClean="0">
                <a:solidFill>
                  <a:srgbClr val="0070C0"/>
                </a:solidFill>
                <a:effectLst>
                  <a:outerShdw blurRad="38100" dist="38100" dir="2700000" algn="tl">
                    <a:srgbClr val="000000">
                      <a:alpha val="43137"/>
                    </a:srgbClr>
                  </a:outerShdw>
                </a:effectLst>
              </a:rPr>
              <a:t>when</a:t>
            </a:r>
            <a:r>
              <a:rPr lang="fr-FR" sz="3000" dirty="0" smtClean="0">
                <a:solidFill>
                  <a:srgbClr val="0070C0"/>
                </a:solidFill>
                <a:effectLst>
                  <a:outerShdw blurRad="38100" dist="38100" dir="2700000" algn="tl">
                    <a:srgbClr val="000000">
                      <a:alpha val="43137"/>
                    </a:srgbClr>
                  </a:outerShdw>
                </a:effectLst>
              </a:rPr>
              <a:t> </a:t>
            </a:r>
            <a:r>
              <a:rPr lang="fr-FR" sz="3000" dirty="0">
                <a:solidFill>
                  <a:srgbClr val="0070C0"/>
                </a:solidFill>
                <a:effectLst>
                  <a:outerShdw blurRad="38100" dist="38100" dir="2700000" algn="tl">
                    <a:srgbClr val="000000">
                      <a:alpha val="43137"/>
                    </a:srgbClr>
                  </a:outerShdw>
                </a:effectLst>
              </a:rPr>
              <a:t>certain conditions </a:t>
            </a:r>
            <a:r>
              <a:rPr lang="fr-FR" sz="3000" dirty="0"/>
              <a:t>are met or </a:t>
            </a:r>
            <a:r>
              <a:rPr lang="fr-FR" sz="3000" dirty="0" err="1">
                <a:solidFill>
                  <a:srgbClr val="0070C0"/>
                </a:solidFill>
                <a:effectLst>
                  <a:outerShdw blurRad="38100" dist="38100" dir="2700000" algn="tl">
                    <a:srgbClr val="000000">
                      <a:alpha val="43137"/>
                    </a:srgbClr>
                  </a:outerShdw>
                </a:effectLst>
              </a:rPr>
              <a:t>when</a:t>
            </a:r>
            <a:r>
              <a:rPr lang="fr-FR" sz="3000" dirty="0">
                <a:solidFill>
                  <a:srgbClr val="0070C0"/>
                </a:solidFill>
                <a:effectLst>
                  <a:outerShdw blurRad="38100" dist="38100" dir="2700000" algn="tl">
                    <a:srgbClr val="000000">
                      <a:alpha val="43137"/>
                    </a:srgbClr>
                  </a:outerShdw>
                </a:effectLst>
              </a:rPr>
              <a:t> a certain date or time </a:t>
            </a:r>
            <a:r>
              <a:rPr lang="fr-FR" sz="3000" dirty="0" err="1">
                <a:solidFill>
                  <a:srgbClr val="0070C0"/>
                </a:solidFill>
                <a:effectLst>
                  <a:outerShdw blurRad="38100" dist="38100" dir="2700000" algn="tl">
                    <a:srgbClr val="000000">
                      <a:alpha val="43137"/>
                    </a:srgbClr>
                  </a:outerShdw>
                </a:effectLst>
              </a:rPr>
              <a:t>is</a:t>
            </a:r>
            <a:r>
              <a:rPr lang="fr-FR" sz="3000" dirty="0">
                <a:solidFill>
                  <a:srgbClr val="0070C0"/>
                </a:solidFill>
                <a:effectLst>
                  <a:outerShdw blurRad="38100" dist="38100" dir="2700000" algn="tl">
                    <a:srgbClr val="000000">
                      <a:alpha val="43137"/>
                    </a:srgbClr>
                  </a:outerShdw>
                </a:effectLst>
              </a:rPr>
              <a:t> </a:t>
            </a:r>
            <a:r>
              <a:rPr lang="fr-FR" sz="3000" dirty="0" err="1" smtClean="0">
                <a:solidFill>
                  <a:srgbClr val="0070C0"/>
                </a:solidFill>
                <a:effectLst>
                  <a:outerShdw blurRad="38100" dist="38100" dir="2700000" algn="tl">
                    <a:srgbClr val="000000">
                      <a:alpha val="43137"/>
                    </a:srgbClr>
                  </a:outerShdw>
                </a:effectLst>
              </a:rPr>
              <a:t>reached</a:t>
            </a:r>
            <a:r>
              <a:rPr lang="fr-FR" sz="3000" dirty="0">
                <a:solidFill>
                  <a:srgbClr val="0070C0"/>
                </a:solidFill>
                <a:effectLst>
                  <a:outerShdw blurRad="38100" dist="38100" dir="2700000" algn="tl">
                    <a:srgbClr val="000000">
                      <a:alpha val="43137"/>
                    </a:srgbClr>
                  </a:outerShdw>
                </a:effectLst>
              </a:rPr>
              <a:t>.</a:t>
            </a:r>
            <a:endParaRPr lang="fr-FR" sz="3000" dirty="0" smtClean="0">
              <a:solidFill>
                <a:srgbClr val="0070C0"/>
              </a:solidFill>
              <a:effectLst>
                <a:outerShdw blurRad="38100" dist="38100" dir="2700000" algn="tl">
                  <a:srgbClr val="000000">
                    <a:alpha val="43137"/>
                  </a:srgbClr>
                </a:outerShdw>
              </a:effectLst>
            </a:endParaRPr>
          </a:p>
          <a:p>
            <a:pPr marL="1371600" indent="-914400">
              <a:lnSpc>
                <a:spcPct val="150000"/>
              </a:lnSpc>
              <a:buFont typeface="Wingdings" panose="05000000000000000000" pitchFamily="2" charset="2"/>
              <a:buChar char="q"/>
            </a:pPr>
            <a:r>
              <a:rPr lang="fr-FR" sz="3000" b="1" dirty="0" err="1" smtClean="0"/>
              <a:t>Trojan</a:t>
            </a:r>
            <a:r>
              <a:rPr lang="fr-FR" sz="3000" b="1" dirty="0" smtClean="0"/>
              <a:t> </a:t>
            </a:r>
            <a:r>
              <a:rPr lang="fr-FR" sz="3000" b="1" dirty="0"/>
              <a:t>horse: </a:t>
            </a:r>
            <a:r>
              <a:rPr lang="fr-FR" sz="3000" dirty="0"/>
              <a:t>a program </a:t>
            </a:r>
            <a:r>
              <a:rPr lang="fr-FR" sz="3000" dirty="0" err="1"/>
              <a:t>that</a:t>
            </a:r>
            <a:r>
              <a:rPr lang="fr-FR" sz="3000" dirty="0"/>
              <a:t> </a:t>
            </a:r>
            <a:r>
              <a:rPr lang="fr-FR" sz="3000" dirty="0" err="1">
                <a:solidFill>
                  <a:srgbClr val="0070C0"/>
                </a:solidFill>
                <a:effectLst>
                  <a:outerShdw blurRad="38100" dist="38100" dir="2700000" algn="tl">
                    <a:srgbClr val="000000">
                      <a:alpha val="43137"/>
                    </a:srgbClr>
                  </a:outerShdw>
                </a:effectLst>
              </a:rPr>
              <a:t>overtly</a:t>
            </a:r>
            <a:r>
              <a:rPr lang="fr-FR" sz="3000" dirty="0">
                <a:solidFill>
                  <a:srgbClr val="0070C0"/>
                </a:solidFill>
                <a:effectLst>
                  <a:outerShdw blurRad="38100" dist="38100" dir="2700000" algn="tl">
                    <a:srgbClr val="000000">
                      <a:alpha val="43137"/>
                    </a:srgbClr>
                  </a:outerShdw>
                </a:effectLst>
              </a:rPr>
              <a:t> </a:t>
            </a:r>
            <a:r>
              <a:rPr lang="fr-FR" sz="3000" dirty="0" err="1">
                <a:solidFill>
                  <a:srgbClr val="0070C0"/>
                </a:solidFill>
                <a:effectLst>
                  <a:outerShdw blurRad="38100" dist="38100" dir="2700000" algn="tl">
                    <a:srgbClr val="000000">
                      <a:alpha val="43137"/>
                    </a:srgbClr>
                  </a:outerShdw>
                </a:effectLst>
              </a:rPr>
              <a:t>does</a:t>
            </a:r>
            <a:r>
              <a:rPr lang="fr-FR" sz="3000" dirty="0">
                <a:solidFill>
                  <a:srgbClr val="0070C0"/>
                </a:solidFill>
                <a:effectLst>
                  <a:outerShdw blurRad="38100" dist="38100" dir="2700000" algn="tl">
                    <a:srgbClr val="000000">
                      <a:alpha val="43137"/>
                    </a:srgbClr>
                  </a:outerShdw>
                </a:effectLst>
              </a:rPr>
              <a:t> one </a:t>
            </a:r>
            <a:r>
              <a:rPr lang="fr-FR" sz="3000" dirty="0" err="1">
                <a:solidFill>
                  <a:srgbClr val="0070C0"/>
                </a:solidFill>
                <a:effectLst>
                  <a:outerShdw blurRad="38100" dist="38100" dir="2700000" algn="tl">
                    <a:srgbClr val="000000">
                      <a:alpha val="43137"/>
                    </a:srgbClr>
                  </a:outerShdw>
                </a:effectLst>
              </a:rPr>
              <a:t>thing</a:t>
            </a:r>
            <a:r>
              <a:rPr lang="fr-FR" sz="3000" dirty="0"/>
              <a:t> </a:t>
            </a:r>
            <a:r>
              <a:rPr lang="fr-FR" sz="3000" dirty="0" err="1"/>
              <a:t>while</a:t>
            </a:r>
            <a:r>
              <a:rPr lang="fr-FR" sz="3000" dirty="0"/>
              <a:t> </a:t>
            </a:r>
            <a:r>
              <a:rPr lang="fr-FR" sz="3000" dirty="0" err="1">
                <a:solidFill>
                  <a:srgbClr val="0070C0"/>
                </a:solidFill>
                <a:effectLst>
                  <a:outerShdw blurRad="38100" dist="38100" dir="2700000" algn="tl">
                    <a:srgbClr val="000000">
                      <a:alpha val="43137"/>
                    </a:srgbClr>
                  </a:outerShdw>
                </a:effectLst>
              </a:rPr>
              <a:t>covertly</a:t>
            </a:r>
            <a:r>
              <a:rPr lang="fr-FR" sz="3000" dirty="0">
                <a:solidFill>
                  <a:srgbClr val="0070C0"/>
                </a:solidFill>
                <a:effectLst>
                  <a:outerShdw blurRad="38100" dist="38100" dir="2700000" algn="tl">
                    <a:srgbClr val="000000">
                      <a:alpha val="43137"/>
                    </a:srgbClr>
                  </a:outerShdw>
                </a:effectLst>
              </a:rPr>
              <a:t> </a:t>
            </a:r>
            <a:r>
              <a:rPr lang="fr-FR" sz="3000" dirty="0" err="1">
                <a:solidFill>
                  <a:srgbClr val="0070C0"/>
                </a:solidFill>
                <a:effectLst>
                  <a:outerShdw blurRad="38100" dist="38100" dir="2700000" algn="tl">
                    <a:srgbClr val="000000">
                      <a:alpha val="43137"/>
                    </a:srgbClr>
                  </a:outerShdw>
                </a:effectLst>
              </a:rPr>
              <a:t>doing</a:t>
            </a:r>
            <a:r>
              <a:rPr lang="fr-FR" sz="3000" dirty="0">
                <a:solidFill>
                  <a:srgbClr val="0070C0"/>
                </a:solidFill>
                <a:effectLst>
                  <a:outerShdw blurRad="38100" dist="38100" dir="2700000" algn="tl">
                    <a:srgbClr val="000000">
                      <a:alpha val="43137"/>
                    </a:srgbClr>
                  </a:outerShdw>
                </a:effectLst>
              </a:rPr>
              <a:t> </a:t>
            </a:r>
            <a:r>
              <a:rPr lang="en-US" sz="3000" dirty="0" smtClean="0">
                <a:solidFill>
                  <a:srgbClr val="0070C0"/>
                </a:solidFill>
                <a:effectLst>
                  <a:outerShdw blurRad="38100" dist="38100" dir="2700000" algn="tl">
                    <a:srgbClr val="000000">
                      <a:alpha val="43137"/>
                    </a:srgbClr>
                  </a:outerShdw>
                </a:effectLst>
              </a:rPr>
              <a:t>another</a:t>
            </a:r>
            <a:r>
              <a:rPr lang="fr-FR" sz="3000" dirty="0" smtClean="0">
                <a:solidFill>
                  <a:srgbClr val="0070C0"/>
                </a:solidFill>
                <a:effectLst>
                  <a:outerShdw blurRad="38100" dist="38100" dir="2700000" algn="tl">
                    <a:srgbClr val="000000">
                      <a:alpha val="43137"/>
                    </a:srgbClr>
                  </a:outerShdw>
                </a:effectLst>
              </a:rPr>
              <a:t>.</a:t>
            </a:r>
          </a:p>
          <a:p>
            <a:pPr marL="1371600" indent="-914400">
              <a:lnSpc>
                <a:spcPct val="150000"/>
              </a:lnSpc>
              <a:buFont typeface="Wingdings" panose="05000000000000000000" pitchFamily="2" charset="2"/>
              <a:buChar char="q"/>
            </a:pPr>
            <a:r>
              <a:rPr lang="fr-FR" sz="3000" b="1" dirty="0" smtClean="0"/>
              <a:t>Virus</a:t>
            </a:r>
            <a:r>
              <a:rPr lang="fr-FR" sz="3000" b="1" dirty="0"/>
              <a:t>:</a:t>
            </a:r>
            <a:r>
              <a:rPr lang="fr-FR" sz="3000" dirty="0"/>
              <a:t> a </a:t>
            </a:r>
            <a:r>
              <a:rPr lang="fr-FR" sz="3000" dirty="0" err="1"/>
              <a:t>specific</a:t>
            </a:r>
            <a:r>
              <a:rPr lang="fr-FR" sz="3000" dirty="0"/>
              <a:t> type of </a:t>
            </a:r>
            <a:r>
              <a:rPr lang="fr-FR" sz="3000" dirty="0" err="1"/>
              <a:t>Trojan</a:t>
            </a:r>
            <a:r>
              <a:rPr lang="fr-FR" sz="3000" dirty="0"/>
              <a:t> horse </a:t>
            </a:r>
            <a:r>
              <a:rPr lang="fr-FR" sz="3000" dirty="0" err="1"/>
              <a:t>that</a:t>
            </a:r>
            <a:r>
              <a:rPr lang="fr-FR" sz="3000" dirty="0"/>
              <a:t> </a:t>
            </a:r>
            <a:r>
              <a:rPr lang="fr-FR" sz="3000" dirty="0" err="1"/>
              <a:t>can</a:t>
            </a:r>
            <a:r>
              <a:rPr lang="fr-FR" sz="3000" dirty="0"/>
              <a:t> </a:t>
            </a:r>
            <a:r>
              <a:rPr lang="fr-FR" sz="3000" dirty="0" err="1"/>
              <a:t>be</a:t>
            </a:r>
            <a:r>
              <a:rPr lang="fr-FR" sz="3000" dirty="0"/>
              <a:t> </a:t>
            </a:r>
            <a:r>
              <a:rPr lang="fr-FR" sz="3000" dirty="0" err="1"/>
              <a:t>used</a:t>
            </a:r>
            <a:r>
              <a:rPr lang="fr-FR" sz="3000" dirty="0"/>
              <a:t> to spread </a:t>
            </a:r>
            <a:r>
              <a:rPr lang="fr-FR" sz="3000" dirty="0" err="1"/>
              <a:t>its</a:t>
            </a:r>
            <a:r>
              <a:rPr lang="fr-FR" sz="3000" dirty="0"/>
              <a:t> "infection" </a:t>
            </a:r>
            <a:r>
              <a:rPr lang="fr-FR" sz="3000" dirty="0" err="1"/>
              <a:t>from</a:t>
            </a:r>
            <a:r>
              <a:rPr lang="fr-FR" sz="3000" dirty="0"/>
              <a:t> one computer to </a:t>
            </a:r>
            <a:r>
              <a:rPr lang="fr-FR" sz="3000" dirty="0" err="1" smtClean="0"/>
              <a:t>another</a:t>
            </a:r>
            <a:r>
              <a:rPr lang="fr-FR" sz="3000" dirty="0" smtClean="0"/>
              <a:t>.</a:t>
            </a:r>
            <a:endParaRPr lang="en-US" sz="3000" dirty="0"/>
          </a:p>
        </p:txBody>
      </p:sp>
    </p:spTree>
    <p:extLst>
      <p:ext uri="{BB962C8B-B14F-4D97-AF65-F5344CB8AC3E}">
        <p14:creationId xmlns:p14="http://schemas.microsoft.com/office/powerpoint/2010/main" val="2371318918"/>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89749" y="615589"/>
            <a:ext cx="6812772"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5"/>
            <a:ext cx="5624511" cy="137757"/>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5105522"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Software Vulnerabilities</a:t>
            </a:r>
          </a:p>
        </p:txBody>
      </p:sp>
      <p:sp>
        <p:nvSpPr>
          <p:cNvPr id="4" name="ZoneTexte 3"/>
          <p:cNvSpPr txBox="1"/>
          <p:nvPr/>
        </p:nvSpPr>
        <p:spPr>
          <a:xfrm>
            <a:off x="315883" y="1599496"/>
            <a:ext cx="10949234" cy="3046988"/>
          </a:xfrm>
          <a:prstGeom prst="rect">
            <a:avLst/>
          </a:prstGeom>
          <a:noFill/>
        </p:spPr>
        <p:txBody>
          <a:bodyPr wrap="square" rtlCol="0">
            <a:spAutoFit/>
          </a:bodyPr>
          <a:lstStyle/>
          <a:p>
            <a:pPr marL="1371600" indent="-914400">
              <a:lnSpc>
                <a:spcPct val="150000"/>
              </a:lnSpc>
              <a:buFont typeface="Wingdings" panose="05000000000000000000" pitchFamily="2" charset="2"/>
              <a:buChar char="q"/>
            </a:pPr>
            <a:r>
              <a:rPr lang="en-US" sz="3200" b="1" dirty="0"/>
              <a:t>Trapdoor</a:t>
            </a:r>
            <a:r>
              <a:rPr lang="en-US" sz="3200" dirty="0"/>
              <a:t>: a program that has a secret entry </a:t>
            </a:r>
            <a:r>
              <a:rPr lang="en-US" sz="3200" dirty="0" smtClean="0"/>
              <a:t>point.</a:t>
            </a:r>
          </a:p>
          <a:p>
            <a:pPr marL="1371600" indent="-914400">
              <a:lnSpc>
                <a:spcPct val="150000"/>
              </a:lnSpc>
              <a:buFont typeface="Wingdings" panose="05000000000000000000" pitchFamily="2" charset="2"/>
              <a:buChar char="q"/>
            </a:pPr>
            <a:r>
              <a:rPr lang="en-US" sz="3200" b="1" dirty="0" smtClean="0"/>
              <a:t>Information </a:t>
            </a:r>
            <a:r>
              <a:rPr lang="en-US" sz="3200" b="1" dirty="0"/>
              <a:t>leaks in a program</a:t>
            </a:r>
            <a:r>
              <a:rPr lang="en-US" sz="3200" dirty="0"/>
              <a:t>: code that makes information accessible to unauthorized people or </a:t>
            </a:r>
            <a:r>
              <a:rPr lang="en-US" sz="3200" dirty="0" smtClean="0"/>
              <a:t>programs.</a:t>
            </a:r>
            <a:endParaRPr lang="en-US" sz="3000" dirty="0"/>
          </a:p>
        </p:txBody>
      </p:sp>
    </p:spTree>
    <p:extLst>
      <p:ext uri="{BB962C8B-B14F-4D97-AF65-F5344CB8AC3E}">
        <p14:creationId xmlns:p14="http://schemas.microsoft.com/office/powerpoint/2010/main" val="267408445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689749" y="615589"/>
            <a:ext cx="6812772"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457950" y="235036"/>
            <a:ext cx="552449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5105522"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smtClean="0">
                <a:solidFill>
                  <a:schemeClr val="bg1"/>
                </a:solidFill>
                <a:effectLst>
                  <a:outerShdw blurRad="38100" dist="38100" dir="2700000" algn="tl">
                    <a:srgbClr val="000000">
                      <a:alpha val="43137"/>
                    </a:srgbClr>
                  </a:outerShdw>
                </a:effectLst>
              </a:rPr>
              <a:t>Data  </a:t>
            </a:r>
            <a:r>
              <a:rPr lang="en-US" sz="3600" b="1" dirty="0">
                <a:solidFill>
                  <a:schemeClr val="bg1"/>
                </a:solidFill>
                <a:effectLst>
                  <a:outerShdw blurRad="38100" dist="38100" dir="2700000" algn="tl">
                    <a:srgbClr val="000000">
                      <a:alpha val="43137"/>
                    </a:srgbClr>
                  </a:outerShdw>
                </a:effectLst>
              </a:rPr>
              <a:t>Vulnerabilities</a:t>
            </a:r>
          </a:p>
        </p:txBody>
      </p:sp>
      <p:sp>
        <p:nvSpPr>
          <p:cNvPr id="4" name="ZoneTexte 3"/>
          <p:cNvSpPr txBox="1"/>
          <p:nvPr/>
        </p:nvSpPr>
        <p:spPr>
          <a:xfrm>
            <a:off x="56906" y="1281610"/>
            <a:ext cx="11730281" cy="4524315"/>
          </a:xfrm>
          <a:prstGeom prst="rect">
            <a:avLst/>
          </a:prstGeom>
          <a:noFill/>
        </p:spPr>
        <p:txBody>
          <a:bodyPr wrap="square" rtlCol="0">
            <a:spAutoFit/>
          </a:bodyPr>
          <a:lstStyle/>
          <a:p>
            <a:pPr marL="1371600" indent="-914400">
              <a:lnSpc>
                <a:spcPct val="150000"/>
              </a:lnSpc>
              <a:buFont typeface="Wingdings" panose="05000000000000000000" pitchFamily="2" charset="2"/>
              <a:buChar char="q"/>
            </a:pPr>
            <a:r>
              <a:rPr lang="en-US" sz="3200" dirty="0"/>
              <a:t>More people know how to use or interpret </a:t>
            </a:r>
            <a:r>
              <a:rPr lang="en-US" sz="3200" dirty="0" smtClean="0"/>
              <a:t>data.</a:t>
            </a:r>
          </a:p>
          <a:p>
            <a:pPr marL="1371600" indent="-914400">
              <a:lnSpc>
                <a:spcPct val="150000"/>
              </a:lnSpc>
              <a:buFont typeface="Wingdings" panose="05000000000000000000" pitchFamily="2" charset="2"/>
              <a:buChar char="q"/>
            </a:pPr>
            <a:r>
              <a:rPr lang="en-US" sz="3200" dirty="0" smtClean="0"/>
              <a:t>Confidential </a:t>
            </a:r>
            <a:r>
              <a:rPr lang="en-US" sz="3200" dirty="0"/>
              <a:t>data leaked to a competitor may narrow a competitive </a:t>
            </a:r>
            <a:r>
              <a:rPr lang="en-US" sz="3200" dirty="0" smtClean="0"/>
              <a:t>edge.</a:t>
            </a:r>
          </a:p>
          <a:p>
            <a:pPr marL="1371600" indent="-914400">
              <a:lnSpc>
                <a:spcPct val="150000"/>
              </a:lnSpc>
              <a:buFont typeface="Wingdings" panose="05000000000000000000" pitchFamily="2" charset="2"/>
              <a:buChar char="q"/>
            </a:pPr>
            <a:r>
              <a:rPr lang="en-US" sz="3200" dirty="0" smtClean="0"/>
              <a:t>Data </a:t>
            </a:r>
            <a:r>
              <a:rPr lang="en-US" sz="3200" dirty="0"/>
              <a:t>incorrectly modified can cost human </a:t>
            </a:r>
            <a:r>
              <a:rPr lang="en-US" sz="3200" dirty="0" smtClean="0"/>
              <a:t>lives.</a:t>
            </a:r>
          </a:p>
          <a:p>
            <a:pPr marL="1371600" indent="-914400">
              <a:lnSpc>
                <a:spcPct val="150000"/>
              </a:lnSpc>
              <a:buFont typeface="Wingdings" panose="05000000000000000000" pitchFamily="2" charset="2"/>
              <a:buChar char="q"/>
            </a:pPr>
            <a:r>
              <a:rPr lang="en-US" sz="3200" dirty="0" smtClean="0"/>
              <a:t>Inadequate </a:t>
            </a:r>
            <a:r>
              <a:rPr lang="en-US" sz="3200" dirty="0"/>
              <a:t>security may lead to financial liability if certain personal data are made </a:t>
            </a:r>
            <a:r>
              <a:rPr lang="en-US" sz="3200" dirty="0" smtClean="0"/>
              <a:t>public.</a:t>
            </a:r>
            <a:endParaRPr lang="en-US" sz="3000" dirty="0"/>
          </a:p>
        </p:txBody>
      </p:sp>
    </p:spTree>
    <p:extLst>
      <p:ext uri="{BB962C8B-B14F-4D97-AF65-F5344CB8AC3E}">
        <p14:creationId xmlns:p14="http://schemas.microsoft.com/office/powerpoint/2010/main" val="2356450611"/>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442079" y="615589"/>
            <a:ext cx="8188571"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72226" y="235036"/>
            <a:ext cx="561022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7320084"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Principle of Adequate Protection </a:t>
            </a:r>
          </a:p>
        </p:txBody>
      </p:sp>
      <p:sp>
        <p:nvSpPr>
          <p:cNvPr id="4" name="ZoneTexte 3"/>
          <p:cNvSpPr txBox="1"/>
          <p:nvPr/>
        </p:nvSpPr>
        <p:spPr>
          <a:xfrm>
            <a:off x="56906" y="1281610"/>
            <a:ext cx="11730281" cy="3416320"/>
          </a:xfrm>
          <a:prstGeom prst="rect">
            <a:avLst/>
          </a:prstGeom>
          <a:noFill/>
        </p:spPr>
        <p:txBody>
          <a:bodyPr wrap="square" rtlCol="0">
            <a:spAutoFit/>
          </a:bodyPr>
          <a:lstStyle/>
          <a:p>
            <a:pPr marL="1371600" indent="-914400">
              <a:lnSpc>
                <a:spcPct val="150000"/>
              </a:lnSpc>
              <a:buFont typeface="Wingdings" panose="05000000000000000000" pitchFamily="2" charset="2"/>
              <a:buChar char="q"/>
            </a:pPr>
            <a:r>
              <a:rPr lang="en-US" sz="3600" dirty="0" smtClean="0"/>
              <a:t>Computer </a:t>
            </a:r>
            <a:r>
              <a:rPr lang="en-US" sz="3600" dirty="0"/>
              <a:t>items must be protected only until they lose their </a:t>
            </a:r>
            <a:r>
              <a:rPr lang="en-US" sz="3600" dirty="0" smtClean="0"/>
              <a:t>value.</a:t>
            </a:r>
          </a:p>
          <a:p>
            <a:pPr marL="1371600" indent="-914400">
              <a:lnSpc>
                <a:spcPct val="150000"/>
              </a:lnSpc>
              <a:buFont typeface="Wingdings" panose="05000000000000000000" pitchFamily="2" charset="2"/>
              <a:buChar char="q"/>
            </a:pPr>
            <a:r>
              <a:rPr lang="en-US" sz="3600" dirty="0" smtClean="0"/>
              <a:t>They </a:t>
            </a:r>
            <a:r>
              <a:rPr lang="en-US" sz="3600" dirty="0"/>
              <a:t>must be protected to a degree consistent with their </a:t>
            </a:r>
            <a:r>
              <a:rPr lang="en-US" sz="3600" dirty="0" smtClean="0"/>
              <a:t>value.</a:t>
            </a:r>
            <a:endParaRPr lang="en-US" sz="3200" dirty="0"/>
          </a:p>
        </p:txBody>
      </p:sp>
    </p:spTree>
    <p:extLst>
      <p:ext uri="{BB962C8B-B14F-4D97-AF65-F5344CB8AC3E}">
        <p14:creationId xmlns:p14="http://schemas.microsoft.com/office/powerpoint/2010/main" val="69530198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6058734"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429376" y="235036"/>
            <a:ext cx="555307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4248272"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Methods of Defense </a:t>
            </a:r>
          </a:p>
          <a:p>
            <a:pPr>
              <a:lnSpc>
                <a:spcPct val="90000"/>
              </a:lnSpc>
            </a:pP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1673132" cy="4247317"/>
          </a:xfrm>
          <a:prstGeom prst="rect">
            <a:avLst/>
          </a:prstGeom>
          <a:noFill/>
        </p:spPr>
        <p:txBody>
          <a:bodyPr wrap="square" rtlCol="0">
            <a:spAutoFit/>
          </a:bodyPr>
          <a:lstStyle/>
          <a:p>
            <a:pPr marL="1028700" indent="-571500">
              <a:lnSpc>
                <a:spcPct val="150000"/>
              </a:lnSpc>
              <a:buFont typeface="Wingdings" panose="05000000000000000000" pitchFamily="2" charset="2"/>
              <a:buChar char="q"/>
            </a:pPr>
            <a:r>
              <a:rPr lang="en-US" sz="3600" dirty="0" smtClean="0"/>
              <a:t>Harm </a:t>
            </a:r>
            <a:r>
              <a:rPr lang="en-US" sz="3600" dirty="0"/>
              <a:t>occurs when a threat is realized against a vulnerability </a:t>
            </a:r>
            <a:endParaRPr lang="en-US" sz="3600" dirty="0" smtClean="0"/>
          </a:p>
          <a:p>
            <a:pPr marL="1028700" indent="-571500">
              <a:lnSpc>
                <a:spcPct val="150000"/>
              </a:lnSpc>
              <a:buFont typeface="Wingdings" panose="05000000000000000000" pitchFamily="2" charset="2"/>
              <a:buChar char="q"/>
            </a:pPr>
            <a:r>
              <a:rPr lang="en-US" sz="3600" dirty="0" smtClean="0"/>
              <a:t>To </a:t>
            </a:r>
            <a:r>
              <a:rPr lang="en-US" sz="3600" dirty="0"/>
              <a:t>protect against harm </a:t>
            </a:r>
            <a:r>
              <a:rPr lang="en-US" sz="3600" dirty="0" smtClean="0"/>
              <a:t>, we </a:t>
            </a:r>
            <a:r>
              <a:rPr lang="en-US" sz="3600" dirty="0"/>
              <a:t>can </a:t>
            </a:r>
            <a:r>
              <a:rPr lang="en-US" sz="3600" dirty="0">
                <a:solidFill>
                  <a:srgbClr val="0070C0"/>
                </a:solidFill>
                <a:effectLst>
                  <a:outerShdw blurRad="38100" dist="38100" dir="2700000" algn="tl">
                    <a:srgbClr val="000000">
                      <a:alpha val="43137"/>
                    </a:srgbClr>
                  </a:outerShdw>
                </a:effectLst>
              </a:rPr>
              <a:t>neutralize</a:t>
            </a:r>
            <a:r>
              <a:rPr lang="en-US" sz="3600" dirty="0"/>
              <a:t> </a:t>
            </a:r>
            <a:r>
              <a:rPr lang="en-US" sz="3600" dirty="0">
                <a:solidFill>
                  <a:srgbClr val="0070C0"/>
                </a:solidFill>
                <a:effectLst>
                  <a:outerShdw blurRad="38100" dist="38100" dir="2700000" algn="tl">
                    <a:srgbClr val="000000">
                      <a:alpha val="43137"/>
                    </a:srgbClr>
                  </a:outerShdw>
                </a:effectLst>
              </a:rPr>
              <a:t>the </a:t>
            </a:r>
            <a:r>
              <a:rPr lang="en-US" sz="3600" dirty="0" smtClean="0">
                <a:solidFill>
                  <a:srgbClr val="0070C0"/>
                </a:solidFill>
                <a:effectLst>
                  <a:outerShdw blurRad="38100" dist="38100" dir="2700000" algn="tl">
                    <a:srgbClr val="000000">
                      <a:alpha val="43137"/>
                    </a:srgbClr>
                  </a:outerShdw>
                </a:effectLst>
              </a:rPr>
              <a:t>threats</a:t>
            </a:r>
            <a:r>
              <a:rPr lang="en-US" sz="3600" dirty="0" smtClean="0"/>
              <a:t>, </a:t>
            </a:r>
            <a:r>
              <a:rPr lang="en-US" sz="3600" dirty="0" smtClean="0">
                <a:solidFill>
                  <a:srgbClr val="0070C0"/>
                </a:solidFill>
                <a:effectLst>
                  <a:outerShdw blurRad="38100" dist="38100" dir="2700000" algn="tl">
                    <a:srgbClr val="000000">
                      <a:alpha val="43137"/>
                    </a:srgbClr>
                  </a:outerShdw>
                </a:effectLst>
              </a:rPr>
              <a:t>close the vulnerability</a:t>
            </a:r>
            <a:r>
              <a:rPr lang="en-US" sz="3600" dirty="0" smtClean="0"/>
              <a:t>, or </a:t>
            </a:r>
            <a:r>
              <a:rPr lang="en-US" sz="3600" dirty="0" smtClean="0">
                <a:effectLst>
                  <a:outerShdw blurRad="38100" dist="38100" dir="2700000" algn="tl">
                    <a:srgbClr val="000000">
                      <a:alpha val="43137"/>
                    </a:srgbClr>
                  </a:outerShdw>
                </a:effectLst>
              </a:rPr>
              <a:t>both</a:t>
            </a:r>
          </a:p>
          <a:p>
            <a:pPr marL="1028700" indent="-571500">
              <a:lnSpc>
                <a:spcPct val="150000"/>
              </a:lnSpc>
              <a:buFont typeface="Wingdings" panose="05000000000000000000" pitchFamily="2" charset="2"/>
              <a:buChar char="q"/>
            </a:pPr>
            <a:r>
              <a:rPr lang="en-US" sz="3600" dirty="0" smtClean="0"/>
              <a:t>The </a:t>
            </a:r>
            <a:r>
              <a:rPr lang="en-US" sz="3600" dirty="0"/>
              <a:t>possibility for harm to occur is called </a:t>
            </a:r>
            <a:r>
              <a:rPr lang="en-US" sz="3600" b="1" dirty="0"/>
              <a:t>risk</a:t>
            </a:r>
            <a:endParaRPr lang="en-US" sz="3200" b="1" dirty="0"/>
          </a:p>
        </p:txBody>
      </p:sp>
    </p:spTree>
    <p:extLst>
      <p:ext uri="{BB962C8B-B14F-4D97-AF65-F5344CB8AC3E}">
        <p14:creationId xmlns:p14="http://schemas.microsoft.com/office/powerpoint/2010/main" val="145227556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6058734"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86514" y="235035"/>
            <a:ext cx="5595936" cy="159349"/>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4248272"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Methods of Defense </a:t>
            </a:r>
          </a:p>
          <a:p>
            <a:pPr>
              <a:lnSpc>
                <a:spcPct val="90000"/>
              </a:lnSpc>
            </a:pP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1673132" cy="4801314"/>
          </a:xfrm>
          <a:prstGeom prst="rect">
            <a:avLst/>
          </a:prstGeom>
          <a:noFill/>
        </p:spPr>
        <p:txBody>
          <a:bodyPr wrap="square" rtlCol="0">
            <a:spAutoFit/>
          </a:bodyPr>
          <a:lstStyle/>
          <a:p>
            <a:pPr marL="914400" indent="-457200">
              <a:lnSpc>
                <a:spcPct val="150000"/>
              </a:lnSpc>
              <a:buFont typeface="Wingdings" panose="05000000000000000000" pitchFamily="2" charset="2"/>
              <a:buChar char="q"/>
            </a:pPr>
            <a:r>
              <a:rPr lang="en-US" sz="3200" dirty="0"/>
              <a:t>We can deal with harm in several ways. </a:t>
            </a:r>
            <a:endParaRPr lang="en-US" sz="3200" dirty="0" smtClean="0"/>
          </a:p>
          <a:p>
            <a:pPr marL="457200">
              <a:lnSpc>
                <a:spcPct val="150000"/>
              </a:lnSpc>
            </a:pPr>
            <a:r>
              <a:rPr lang="en-US" sz="3200" dirty="0" smtClean="0"/>
              <a:t>We </a:t>
            </a:r>
            <a:r>
              <a:rPr lang="en-US" sz="3200" dirty="0"/>
              <a:t>can seek to </a:t>
            </a:r>
            <a:endParaRPr lang="en-US" sz="3200" dirty="0" smtClean="0"/>
          </a:p>
          <a:p>
            <a:pPr marL="1828800" lvl="2" indent="-457200">
              <a:lnSpc>
                <a:spcPct val="150000"/>
              </a:lnSpc>
              <a:buFont typeface="Wingdings" panose="05000000000000000000" pitchFamily="2" charset="2"/>
              <a:buChar char="§"/>
            </a:pPr>
            <a:r>
              <a:rPr lang="en-US" sz="2800" b="1" dirty="0" smtClean="0">
                <a:solidFill>
                  <a:schemeClr val="accent1">
                    <a:lumMod val="75000"/>
                  </a:schemeClr>
                </a:solidFill>
                <a:effectLst>
                  <a:outerShdw blurRad="38100" dist="38100" dir="2700000" algn="tl">
                    <a:srgbClr val="000000">
                      <a:alpha val="43137"/>
                    </a:srgbClr>
                  </a:outerShdw>
                </a:effectLst>
              </a:rPr>
              <a:t>Prevent </a:t>
            </a:r>
            <a:r>
              <a:rPr lang="en-US" sz="2800" b="1" dirty="0">
                <a:solidFill>
                  <a:schemeClr val="accent1">
                    <a:lumMod val="75000"/>
                  </a:schemeClr>
                </a:solidFill>
                <a:effectLst>
                  <a:outerShdw blurRad="38100" dist="38100" dir="2700000" algn="tl">
                    <a:srgbClr val="000000">
                      <a:alpha val="43137"/>
                    </a:srgbClr>
                  </a:outerShdw>
                </a:effectLst>
              </a:rPr>
              <a:t>it</a:t>
            </a:r>
            <a:r>
              <a:rPr lang="en-US" sz="2800" dirty="0"/>
              <a:t>, by blocking the attack or closing the vulnerability </a:t>
            </a:r>
            <a:endParaRPr lang="en-US" sz="2800" dirty="0" smtClean="0"/>
          </a:p>
          <a:p>
            <a:pPr marL="1828800" lvl="2" indent="-457200">
              <a:lnSpc>
                <a:spcPct val="150000"/>
              </a:lnSpc>
              <a:buFont typeface="Wingdings" panose="05000000000000000000" pitchFamily="2" charset="2"/>
              <a:buChar char="§"/>
            </a:pPr>
            <a:r>
              <a:rPr lang="en-US" sz="2800" b="1" dirty="0" smtClean="0">
                <a:solidFill>
                  <a:schemeClr val="accent1">
                    <a:lumMod val="75000"/>
                  </a:schemeClr>
                </a:solidFill>
                <a:effectLst>
                  <a:outerShdw blurRad="38100" dist="38100" dir="2700000" algn="tl">
                    <a:srgbClr val="000000">
                      <a:alpha val="43137"/>
                    </a:srgbClr>
                  </a:outerShdw>
                </a:effectLst>
              </a:rPr>
              <a:t>Deter </a:t>
            </a:r>
            <a:r>
              <a:rPr lang="en-US" sz="2800" b="1" dirty="0">
                <a:solidFill>
                  <a:schemeClr val="accent1">
                    <a:lumMod val="75000"/>
                  </a:schemeClr>
                </a:solidFill>
                <a:effectLst>
                  <a:outerShdw blurRad="38100" dist="38100" dir="2700000" algn="tl">
                    <a:srgbClr val="000000">
                      <a:alpha val="43137"/>
                    </a:srgbClr>
                  </a:outerShdw>
                </a:effectLst>
              </a:rPr>
              <a:t>it</a:t>
            </a:r>
            <a:r>
              <a:rPr lang="en-US" sz="2800" dirty="0"/>
              <a:t>, by making the attack harder </a:t>
            </a:r>
          </a:p>
          <a:p>
            <a:pPr marL="1828800" lvl="2" indent="-457200">
              <a:lnSpc>
                <a:spcPct val="150000"/>
              </a:lnSpc>
              <a:buFont typeface="Wingdings" panose="05000000000000000000" pitchFamily="2" charset="2"/>
              <a:buChar char="§"/>
            </a:pPr>
            <a:r>
              <a:rPr lang="en-US" sz="2800" b="1" dirty="0" smtClean="0">
                <a:solidFill>
                  <a:schemeClr val="accent1">
                    <a:lumMod val="75000"/>
                  </a:schemeClr>
                </a:solidFill>
                <a:effectLst>
                  <a:outerShdw blurRad="38100" dist="38100" dir="2700000" algn="tl">
                    <a:srgbClr val="000000">
                      <a:alpha val="43137"/>
                    </a:srgbClr>
                  </a:outerShdw>
                </a:effectLst>
              </a:rPr>
              <a:t>Deflect </a:t>
            </a:r>
            <a:r>
              <a:rPr lang="en-US" sz="2800" b="1" dirty="0">
                <a:solidFill>
                  <a:schemeClr val="accent1">
                    <a:lumMod val="75000"/>
                  </a:schemeClr>
                </a:solidFill>
                <a:effectLst>
                  <a:outerShdw blurRad="38100" dist="38100" dir="2700000" algn="tl">
                    <a:srgbClr val="000000">
                      <a:alpha val="43137"/>
                    </a:srgbClr>
                  </a:outerShdw>
                </a:effectLst>
              </a:rPr>
              <a:t>it</a:t>
            </a:r>
            <a:r>
              <a:rPr lang="en-US" sz="2800" dirty="0"/>
              <a:t>, by making another target more attractive </a:t>
            </a:r>
          </a:p>
          <a:p>
            <a:pPr marL="1828800" lvl="2" indent="-457200">
              <a:lnSpc>
                <a:spcPct val="150000"/>
              </a:lnSpc>
              <a:buFont typeface="Wingdings" panose="05000000000000000000" pitchFamily="2" charset="2"/>
              <a:buChar char="§"/>
            </a:pPr>
            <a:r>
              <a:rPr lang="en-US" sz="2800" b="1" dirty="0" smtClean="0">
                <a:solidFill>
                  <a:schemeClr val="accent1">
                    <a:lumMod val="75000"/>
                  </a:schemeClr>
                </a:solidFill>
              </a:rPr>
              <a:t> </a:t>
            </a:r>
            <a:r>
              <a:rPr lang="en-US" sz="2800" b="1" dirty="0">
                <a:solidFill>
                  <a:schemeClr val="accent1">
                    <a:lumMod val="75000"/>
                  </a:schemeClr>
                </a:solidFill>
                <a:effectLst>
                  <a:outerShdw blurRad="38100" dist="38100" dir="2700000" algn="tl">
                    <a:srgbClr val="000000">
                      <a:alpha val="43137"/>
                    </a:srgbClr>
                  </a:outerShdw>
                </a:effectLst>
              </a:rPr>
              <a:t>Detect it</a:t>
            </a:r>
            <a:r>
              <a:rPr lang="en-US" sz="2800" dirty="0"/>
              <a:t>, either as it happens or some time after the fact </a:t>
            </a:r>
            <a:endParaRPr lang="en-US" sz="2800" dirty="0" smtClean="0"/>
          </a:p>
          <a:p>
            <a:pPr marL="1828800" lvl="2" indent="-457200">
              <a:lnSpc>
                <a:spcPct val="150000"/>
              </a:lnSpc>
              <a:buFont typeface="Wingdings" panose="05000000000000000000" pitchFamily="2" charset="2"/>
              <a:buChar char="§"/>
            </a:pPr>
            <a:r>
              <a:rPr lang="en-US" sz="2800" b="1" dirty="0" smtClean="0">
                <a:solidFill>
                  <a:schemeClr val="accent1">
                    <a:lumMod val="75000"/>
                  </a:schemeClr>
                </a:solidFill>
                <a:effectLst>
                  <a:outerShdw blurRad="38100" dist="38100" dir="2700000" algn="tl">
                    <a:srgbClr val="000000">
                      <a:alpha val="43137"/>
                    </a:srgbClr>
                  </a:outerShdw>
                </a:effectLst>
              </a:rPr>
              <a:t>Recover</a:t>
            </a:r>
            <a:r>
              <a:rPr lang="en-US" sz="2800" dirty="0" smtClean="0">
                <a:effectLst>
                  <a:outerShdw blurRad="38100" dist="38100" dir="2700000" algn="tl">
                    <a:srgbClr val="000000">
                      <a:alpha val="43137"/>
                    </a:srgbClr>
                  </a:outerShdw>
                </a:effectLst>
              </a:rPr>
              <a:t> </a:t>
            </a:r>
            <a:r>
              <a:rPr lang="en-US" sz="2800" dirty="0"/>
              <a:t>from its effects</a:t>
            </a:r>
            <a:endParaRPr lang="en-US" sz="2400" b="1" dirty="0"/>
          </a:p>
        </p:txBody>
      </p:sp>
    </p:spTree>
    <p:extLst>
      <p:ext uri="{BB962C8B-B14F-4D97-AF65-F5344CB8AC3E}">
        <p14:creationId xmlns:p14="http://schemas.microsoft.com/office/powerpoint/2010/main" val="259930871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6058734"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500814" y="235036"/>
            <a:ext cx="548163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4248272"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Software Controls </a:t>
            </a:r>
          </a:p>
          <a:p>
            <a:pPr>
              <a:lnSpc>
                <a:spcPct val="90000"/>
              </a:lnSpc>
            </a:pP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1673132" cy="3785652"/>
          </a:xfrm>
          <a:prstGeom prst="rect">
            <a:avLst/>
          </a:prstGeom>
          <a:noFill/>
        </p:spPr>
        <p:txBody>
          <a:bodyPr wrap="square" rtlCol="0">
            <a:spAutoFit/>
          </a:bodyPr>
          <a:lstStyle/>
          <a:p>
            <a:pPr marL="1143000" indent="-685800">
              <a:lnSpc>
                <a:spcPct val="150000"/>
              </a:lnSpc>
              <a:buFont typeface="Wingdings" panose="05000000000000000000" pitchFamily="2" charset="2"/>
              <a:buChar char="q"/>
            </a:pPr>
            <a:r>
              <a:rPr lang="en-US" sz="3200" dirty="0" smtClean="0">
                <a:solidFill>
                  <a:schemeClr val="accent1">
                    <a:lumMod val="75000"/>
                  </a:schemeClr>
                </a:solidFill>
                <a:effectLst>
                  <a:outerShdw blurRad="38100" dist="38100" dir="2700000" algn="tl">
                    <a:srgbClr val="000000">
                      <a:alpha val="43137"/>
                    </a:srgbClr>
                  </a:outerShdw>
                </a:effectLst>
              </a:rPr>
              <a:t>Internal </a:t>
            </a:r>
            <a:r>
              <a:rPr lang="en-US" sz="3200" dirty="0">
                <a:solidFill>
                  <a:schemeClr val="accent1">
                    <a:lumMod val="75000"/>
                  </a:schemeClr>
                </a:solidFill>
                <a:effectLst>
                  <a:outerShdw blurRad="38100" dist="38100" dir="2700000" algn="tl">
                    <a:srgbClr val="000000">
                      <a:alpha val="43137"/>
                    </a:srgbClr>
                  </a:outerShdw>
                </a:effectLst>
              </a:rPr>
              <a:t>program controls: </a:t>
            </a:r>
            <a:r>
              <a:rPr lang="en-US" sz="3200" dirty="0"/>
              <a:t>parts of the program that enforce security restrictions, such as access </a:t>
            </a:r>
            <a:r>
              <a:rPr lang="en-US" sz="3200" dirty="0" smtClean="0"/>
              <a:t>limitations.</a:t>
            </a:r>
          </a:p>
          <a:p>
            <a:pPr marL="1143000" indent="-685800">
              <a:lnSpc>
                <a:spcPct val="150000"/>
              </a:lnSpc>
              <a:buFont typeface="Wingdings" panose="05000000000000000000" pitchFamily="2" charset="2"/>
              <a:buChar char="q"/>
            </a:pPr>
            <a:r>
              <a:rPr lang="en-US" sz="3200" dirty="0" smtClean="0">
                <a:solidFill>
                  <a:schemeClr val="accent1">
                    <a:lumMod val="75000"/>
                  </a:schemeClr>
                </a:solidFill>
                <a:effectLst>
                  <a:outerShdw blurRad="38100" dist="38100" dir="2700000" algn="tl">
                    <a:srgbClr val="000000">
                      <a:alpha val="43137"/>
                    </a:srgbClr>
                  </a:outerShdw>
                </a:effectLst>
              </a:rPr>
              <a:t>Operating </a:t>
            </a:r>
            <a:r>
              <a:rPr lang="en-US" sz="3200" dirty="0">
                <a:solidFill>
                  <a:schemeClr val="accent1">
                    <a:lumMod val="75000"/>
                  </a:schemeClr>
                </a:solidFill>
                <a:effectLst>
                  <a:outerShdw blurRad="38100" dist="38100" dir="2700000" algn="tl">
                    <a:srgbClr val="000000">
                      <a:alpha val="43137"/>
                    </a:srgbClr>
                  </a:outerShdw>
                </a:effectLst>
              </a:rPr>
              <a:t>system and network system controls:</a:t>
            </a:r>
            <a:r>
              <a:rPr lang="en-US" sz="3200" dirty="0"/>
              <a:t> limitations enforced by the operating system or network to protect each user from all other </a:t>
            </a:r>
            <a:r>
              <a:rPr lang="en-US" sz="3200" dirty="0" smtClean="0"/>
              <a:t>users.</a:t>
            </a:r>
            <a:endParaRPr lang="en-US" sz="2400" b="1" dirty="0"/>
          </a:p>
        </p:txBody>
      </p:sp>
    </p:spTree>
    <p:extLst>
      <p:ext uri="{BB962C8B-B14F-4D97-AF65-F5344CB8AC3E}">
        <p14:creationId xmlns:p14="http://schemas.microsoft.com/office/powerpoint/2010/main" val="428253705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6058734"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86500" y="235036"/>
            <a:ext cx="569594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4248272"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Software Controls </a:t>
            </a:r>
          </a:p>
          <a:p>
            <a:pPr>
              <a:lnSpc>
                <a:spcPct val="90000"/>
              </a:lnSpc>
            </a:pP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2135094" cy="4524315"/>
          </a:xfrm>
          <a:prstGeom prst="rect">
            <a:avLst/>
          </a:prstGeom>
          <a:noFill/>
        </p:spPr>
        <p:txBody>
          <a:bodyPr wrap="square" rtlCol="0">
            <a:spAutoFit/>
          </a:bodyPr>
          <a:lstStyle/>
          <a:p>
            <a:pPr marL="1143000" indent="-685800">
              <a:lnSpc>
                <a:spcPct val="150000"/>
              </a:lnSpc>
              <a:buFont typeface="Wingdings" panose="05000000000000000000" pitchFamily="2" charset="2"/>
              <a:buChar char="q"/>
            </a:pPr>
            <a:r>
              <a:rPr lang="fr-FR" sz="3200" b="1" dirty="0" smtClean="0">
                <a:solidFill>
                  <a:schemeClr val="accent1">
                    <a:lumMod val="75000"/>
                  </a:schemeClr>
                </a:solidFill>
              </a:rPr>
              <a:t>Independent </a:t>
            </a:r>
            <a:r>
              <a:rPr lang="fr-FR" sz="3200" b="1" dirty="0">
                <a:solidFill>
                  <a:schemeClr val="accent1">
                    <a:lumMod val="75000"/>
                  </a:schemeClr>
                </a:solidFill>
              </a:rPr>
              <a:t>control programs</a:t>
            </a:r>
            <a:r>
              <a:rPr lang="fr-FR" sz="3200" dirty="0">
                <a:solidFill>
                  <a:schemeClr val="accent1">
                    <a:lumMod val="75000"/>
                  </a:schemeClr>
                </a:solidFill>
              </a:rPr>
              <a:t>:</a:t>
            </a:r>
            <a:r>
              <a:rPr lang="fr-FR" sz="3200" dirty="0"/>
              <a:t> application programs, </a:t>
            </a:r>
            <a:r>
              <a:rPr lang="fr-FR" sz="3200" dirty="0" err="1"/>
              <a:t>such</a:t>
            </a:r>
            <a:r>
              <a:rPr lang="fr-FR" sz="3200" dirty="0"/>
              <a:t> as </a:t>
            </a:r>
            <a:r>
              <a:rPr lang="fr-FR" sz="3200" dirty="0" err="1">
                <a:solidFill>
                  <a:srgbClr val="0070C0"/>
                </a:solidFill>
                <a:effectLst>
                  <a:outerShdw blurRad="38100" dist="38100" dir="2700000" algn="tl">
                    <a:srgbClr val="000000">
                      <a:alpha val="43137"/>
                    </a:srgbClr>
                  </a:outerShdw>
                </a:effectLst>
              </a:rPr>
              <a:t>password</a:t>
            </a:r>
            <a:r>
              <a:rPr lang="fr-FR" sz="3200" dirty="0">
                <a:solidFill>
                  <a:srgbClr val="0070C0"/>
                </a:solidFill>
                <a:effectLst>
                  <a:outerShdw blurRad="38100" dist="38100" dir="2700000" algn="tl">
                    <a:srgbClr val="000000">
                      <a:alpha val="43137"/>
                    </a:srgbClr>
                  </a:outerShdw>
                </a:effectLst>
              </a:rPr>
              <a:t> </a:t>
            </a:r>
            <a:r>
              <a:rPr lang="fr-FR" sz="3200" dirty="0" err="1">
                <a:solidFill>
                  <a:srgbClr val="0070C0"/>
                </a:solidFill>
                <a:effectLst>
                  <a:outerShdw blurRad="38100" dist="38100" dir="2700000" algn="tl">
                    <a:srgbClr val="000000">
                      <a:alpha val="43137"/>
                    </a:srgbClr>
                  </a:outerShdw>
                </a:effectLst>
              </a:rPr>
              <a:t>checkers</a:t>
            </a:r>
            <a:r>
              <a:rPr lang="fr-FR" sz="3200" dirty="0"/>
              <a:t>, </a:t>
            </a:r>
            <a:r>
              <a:rPr lang="fr-FR" sz="3200" dirty="0">
                <a:solidFill>
                  <a:srgbClr val="0070C0"/>
                </a:solidFill>
                <a:effectLst>
                  <a:outerShdw blurRad="38100" dist="38100" dir="2700000" algn="tl">
                    <a:srgbClr val="000000">
                      <a:alpha val="43137"/>
                    </a:srgbClr>
                  </a:outerShdw>
                </a:effectLst>
              </a:rPr>
              <a:t>intrusion </a:t>
            </a:r>
            <a:r>
              <a:rPr lang="fr-FR" sz="3200" dirty="0" err="1">
                <a:solidFill>
                  <a:srgbClr val="0070C0"/>
                </a:solidFill>
                <a:effectLst>
                  <a:outerShdw blurRad="38100" dist="38100" dir="2700000" algn="tl">
                    <a:srgbClr val="000000">
                      <a:alpha val="43137"/>
                    </a:srgbClr>
                  </a:outerShdw>
                </a:effectLst>
              </a:rPr>
              <a:t>detection</a:t>
            </a:r>
            <a:r>
              <a:rPr lang="fr-FR" sz="3200" dirty="0">
                <a:solidFill>
                  <a:srgbClr val="0070C0"/>
                </a:solidFill>
                <a:effectLst>
                  <a:outerShdw blurRad="38100" dist="38100" dir="2700000" algn="tl">
                    <a:srgbClr val="000000">
                      <a:alpha val="43137"/>
                    </a:srgbClr>
                  </a:outerShdw>
                </a:effectLst>
              </a:rPr>
              <a:t> utilities</a:t>
            </a:r>
            <a:r>
              <a:rPr lang="fr-FR" sz="3200" dirty="0"/>
              <a:t>, or </a:t>
            </a:r>
            <a:r>
              <a:rPr lang="fr-FR" sz="3200" dirty="0">
                <a:solidFill>
                  <a:srgbClr val="0070C0"/>
                </a:solidFill>
                <a:effectLst>
                  <a:outerShdw blurRad="38100" dist="38100" dir="2700000" algn="tl">
                    <a:srgbClr val="000000">
                      <a:alpha val="43137"/>
                    </a:srgbClr>
                  </a:outerShdw>
                </a:effectLst>
              </a:rPr>
              <a:t>virus scanners</a:t>
            </a:r>
            <a:r>
              <a:rPr lang="fr-FR" sz="3200" dirty="0"/>
              <a:t>, </a:t>
            </a:r>
            <a:r>
              <a:rPr lang="fr-FR" sz="3200" dirty="0" err="1"/>
              <a:t>that</a:t>
            </a:r>
            <a:r>
              <a:rPr lang="fr-FR" sz="3200" dirty="0"/>
              <a:t> </a:t>
            </a:r>
            <a:r>
              <a:rPr lang="fr-FR" sz="3200" dirty="0" err="1"/>
              <a:t>protect</a:t>
            </a:r>
            <a:r>
              <a:rPr lang="fr-FR" sz="3200" dirty="0"/>
              <a:t> </a:t>
            </a:r>
            <a:r>
              <a:rPr lang="fr-FR" sz="3200" dirty="0" err="1"/>
              <a:t>against</a:t>
            </a:r>
            <a:r>
              <a:rPr lang="fr-FR" sz="3200" dirty="0"/>
              <a:t> certain types of </a:t>
            </a:r>
            <a:r>
              <a:rPr lang="fr-FR" sz="3200" dirty="0" err="1"/>
              <a:t>vulnerabilities</a:t>
            </a:r>
            <a:r>
              <a:rPr lang="fr-FR" sz="3200" dirty="0"/>
              <a:t> </a:t>
            </a:r>
            <a:endParaRPr lang="fr-FR" sz="3200" dirty="0" smtClean="0"/>
          </a:p>
          <a:p>
            <a:pPr marL="1143000" indent="-685800">
              <a:lnSpc>
                <a:spcPct val="150000"/>
              </a:lnSpc>
              <a:buFont typeface="Wingdings" panose="05000000000000000000" pitchFamily="2" charset="2"/>
              <a:buChar char="q"/>
            </a:pPr>
            <a:r>
              <a:rPr lang="fr-FR" sz="3200" b="1" dirty="0" err="1" smtClean="0">
                <a:solidFill>
                  <a:schemeClr val="accent1">
                    <a:lumMod val="75000"/>
                  </a:schemeClr>
                </a:solidFill>
              </a:rPr>
              <a:t>Development</a:t>
            </a:r>
            <a:r>
              <a:rPr lang="fr-FR" sz="3200" b="1" dirty="0" smtClean="0">
                <a:solidFill>
                  <a:schemeClr val="accent1">
                    <a:lumMod val="75000"/>
                  </a:schemeClr>
                </a:solidFill>
              </a:rPr>
              <a:t> </a:t>
            </a:r>
            <a:r>
              <a:rPr lang="fr-FR" sz="3200" b="1" dirty="0" err="1">
                <a:solidFill>
                  <a:schemeClr val="accent1">
                    <a:lumMod val="75000"/>
                  </a:schemeClr>
                </a:solidFill>
              </a:rPr>
              <a:t>controls</a:t>
            </a:r>
            <a:r>
              <a:rPr lang="fr-FR" sz="3200" b="1" dirty="0">
                <a:solidFill>
                  <a:schemeClr val="accent1">
                    <a:lumMod val="75000"/>
                  </a:schemeClr>
                </a:solidFill>
              </a:rPr>
              <a:t>: </a:t>
            </a:r>
            <a:r>
              <a:rPr lang="fr-FR" sz="3200" dirty="0" err="1"/>
              <a:t>quality</a:t>
            </a:r>
            <a:r>
              <a:rPr lang="fr-FR" sz="3200" dirty="0"/>
              <a:t> standards </a:t>
            </a:r>
            <a:r>
              <a:rPr lang="fr-FR" sz="3200" dirty="0" err="1"/>
              <a:t>under</a:t>
            </a:r>
            <a:r>
              <a:rPr lang="fr-FR" sz="3200" dirty="0"/>
              <a:t> </a:t>
            </a:r>
            <a:r>
              <a:rPr lang="fr-FR" sz="3200" dirty="0" err="1"/>
              <a:t>which</a:t>
            </a:r>
            <a:r>
              <a:rPr lang="fr-FR" sz="3200" dirty="0"/>
              <a:t> a program </a:t>
            </a:r>
            <a:r>
              <a:rPr lang="fr-FR" sz="3200" dirty="0" err="1"/>
              <a:t>iS</a:t>
            </a:r>
            <a:r>
              <a:rPr lang="fr-FR" sz="3200" dirty="0"/>
              <a:t> </a:t>
            </a:r>
            <a:r>
              <a:rPr lang="fr-FR" sz="3200" dirty="0" err="1"/>
              <a:t>designed</a:t>
            </a:r>
            <a:r>
              <a:rPr lang="fr-FR" sz="3200" dirty="0"/>
              <a:t>, </a:t>
            </a:r>
            <a:r>
              <a:rPr lang="fr-FR" sz="3200" dirty="0" err="1"/>
              <a:t>coded</a:t>
            </a:r>
            <a:r>
              <a:rPr lang="fr-FR" sz="3200" dirty="0"/>
              <a:t>, </a:t>
            </a:r>
            <a:r>
              <a:rPr lang="fr-FR" sz="3200" dirty="0" err="1"/>
              <a:t>tested</a:t>
            </a:r>
            <a:r>
              <a:rPr lang="fr-FR" sz="3200" dirty="0"/>
              <a:t>, and </a:t>
            </a:r>
            <a:r>
              <a:rPr lang="fr-FR" sz="3200" dirty="0" err="1"/>
              <a:t>maintained</a:t>
            </a:r>
            <a:r>
              <a:rPr lang="fr-FR" sz="3200" dirty="0"/>
              <a:t>, to </a:t>
            </a:r>
            <a:r>
              <a:rPr lang="fr-FR" sz="3200" dirty="0" err="1"/>
              <a:t>prevent</a:t>
            </a:r>
            <a:r>
              <a:rPr lang="fr-FR" sz="3200" dirty="0"/>
              <a:t> software </a:t>
            </a:r>
            <a:r>
              <a:rPr lang="fr-FR" sz="3200" dirty="0" err="1"/>
              <a:t>faults</a:t>
            </a:r>
            <a:r>
              <a:rPr lang="fr-FR" sz="3200" dirty="0"/>
              <a:t> </a:t>
            </a:r>
            <a:r>
              <a:rPr lang="fr-FR" sz="3200" dirty="0" err="1"/>
              <a:t>from</a:t>
            </a:r>
            <a:r>
              <a:rPr lang="fr-FR" sz="3200" dirty="0"/>
              <a:t> </a:t>
            </a:r>
            <a:r>
              <a:rPr lang="fr-FR" sz="3200" dirty="0" err="1"/>
              <a:t>becoming</a:t>
            </a:r>
            <a:r>
              <a:rPr lang="fr-FR" sz="3200" dirty="0"/>
              <a:t> exploitable </a:t>
            </a:r>
            <a:r>
              <a:rPr lang="fr-FR" sz="3200" dirty="0" err="1" smtClean="0"/>
              <a:t>vulnerabilities</a:t>
            </a:r>
            <a:endParaRPr lang="en-US" sz="2400" b="1" dirty="0"/>
          </a:p>
        </p:txBody>
      </p:sp>
    </p:spTree>
    <p:extLst>
      <p:ext uri="{BB962C8B-B14F-4D97-AF65-F5344CB8AC3E}">
        <p14:creationId xmlns:p14="http://schemas.microsoft.com/office/powerpoint/2010/main" val="376661171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6705846"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529388" y="235036"/>
            <a:ext cx="545306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5205534"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Principle of Effectiveness </a:t>
            </a:r>
          </a:p>
          <a:p>
            <a:pPr>
              <a:lnSpc>
                <a:spcPct val="90000"/>
              </a:lnSpc>
            </a:pP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2135094" cy="2308324"/>
          </a:xfrm>
          <a:prstGeom prst="rect">
            <a:avLst/>
          </a:prstGeom>
          <a:noFill/>
        </p:spPr>
        <p:txBody>
          <a:bodyPr wrap="square" rtlCol="0">
            <a:spAutoFit/>
          </a:bodyPr>
          <a:lstStyle/>
          <a:p>
            <a:pPr marL="1143000" indent="-685800">
              <a:lnSpc>
                <a:spcPct val="150000"/>
              </a:lnSpc>
              <a:buFont typeface="Wingdings" panose="05000000000000000000" pitchFamily="2" charset="2"/>
              <a:buChar char="q"/>
            </a:pPr>
            <a:r>
              <a:rPr lang="en-US" sz="3200" b="1" dirty="0"/>
              <a:t>Principle of Effectiveness </a:t>
            </a:r>
            <a:r>
              <a:rPr lang="en-US" sz="3200" dirty="0" smtClean="0"/>
              <a:t>: </a:t>
            </a:r>
          </a:p>
          <a:p>
            <a:pPr marL="457200">
              <a:lnSpc>
                <a:spcPct val="150000"/>
              </a:lnSpc>
            </a:pPr>
            <a:r>
              <a:rPr lang="en-US" sz="3200" b="1" dirty="0" smtClean="0"/>
              <a:t>Controls</a:t>
            </a:r>
            <a:r>
              <a:rPr lang="en-US" sz="3200" dirty="0" smtClean="0"/>
              <a:t> must </a:t>
            </a:r>
            <a:r>
              <a:rPr lang="en-US" sz="3200" dirty="0" smtClean="0">
                <a:solidFill>
                  <a:schemeClr val="accent1">
                    <a:lumMod val="75000"/>
                  </a:schemeClr>
                </a:solidFill>
                <a:effectLst>
                  <a:outerShdw blurRad="38100" dist="38100" dir="2700000" algn="tl">
                    <a:srgbClr val="000000">
                      <a:alpha val="43137"/>
                    </a:srgbClr>
                  </a:outerShdw>
                </a:effectLst>
              </a:rPr>
              <a:t>be used-and used properly-</a:t>
            </a:r>
            <a:r>
              <a:rPr lang="en-US" sz="3200" dirty="0" smtClean="0"/>
              <a:t>-to be effective. </a:t>
            </a:r>
          </a:p>
          <a:p>
            <a:pPr marL="457200">
              <a:lnSpc>
                <a:spcPct val="150000"/>
              </a:lnSpc>
            </a:pPr>
            <a:r>
              <a:rPr lang="en-US" sz="3200" dirty="0" smtClean="0"/>
              <a:t>They must </a:t>
            </a:r>
            <a:r>
              <a:rPr lang="en-US" sz="3200" dirty="0" smtClean="0">
                <a:solidFill>
                  <a:schemeClr val="accent1">
                    <a:lumMod val="75000"/>
                  </a:schemeClr>
                </a:solidFill>
                <a:effectLst>
                  <a:outerShdw blurRad="38100" dist="38100" dir="2700000" algn="tl">
                    <a:srgbClr val="000000">
                      <a:alpha val="43137"/>
                    </a:srgbClr>
                  </a:outerShdw>
                </a:effectLst>
              </a:rPr>
              <a:t>be efficient, easy to use, and appropriate.</a:t>
            </a:r>
            <a:endParaRPr lang="en-US" sz="24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7613490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6705846"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5"/>
            <a:ext cx="5624511" cy="161291"/>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5205534"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Operating System</a:t>
            </a:r>
          </a:p>
          <a:p>
            <a:pPr>
              <a:lnSpc>
                <a:spcPct val="90000"/>
              </a:lnSpc>
            </a:pP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2135094" cy="5196166"/>
          </a:xfrm>
          <a:prstGeom prst="rect">
            <a:avLst/>
          </a:prstGeom>
          <a:noFill/>
        </p:spPr>
        <p:txBody>
          <a:bodyPr wrap="square" rtlCol="0">
            <a:spAutoFit/>
          </a:bodyPr>
          <a:lstStyle/>
          <a:p>
            <a:pPr marL="1143000" indent="-685800">
              <a:lnSpc>
                <a:spcPct val="150000"/>
              </a:lnSpc>
              <a:buFont typeface="Wingdings" panose="05000000000000000000" pitchFamily="2" charset="2"/>
              <a:buChar char="q"/>
            </a:pPr>
            <a:r>
              <a:rPr lang="en-US" sz="2800" dirty="0" smtClean="0"/>
              <a:t>An </a:t>
            </a:r>
            <a:r>
              <a:rPr lang="en-US" sz="2800" dirty="0"/>
              <a:t>operating system is the software on a computer that manages the way different programs use their hardware, and regulates the ways that a user controls the computer. </a:t>
            </a:r>
          </a:p>
          <a:p>
            <a:pPr marL="1143000" indent="-685800">
              <a:lnSpc>
                <a:spcPct val="150000"/>
              </a:lnSpc>
              <a:buFont typeface="Wingdings" panose="05000000000000000000" pitchFamily="2" charset="2"/>
              <a:buChar char="q"/>
            </a:pPr>
            <a:r>
              <a:rPr lang="en-US" sz="2800" dirty="0" smtClean="0"/>
              <a:t>Operating </a:t>
            </a:r>
            <a:r>
              <a:rPr lang="en-US" sz="2800" dirty="0"/>
              <a:t>systems are found on almost any device that contains a computer with multiple programs-from cellular phones and video game consoles to supercomputers and web servers. Some popular modern operating systems for personal computers include Microsoft Windows, Mac OS X, and Linux</a:t>
            </a:r>
            <a:endParaRPr lang="en-US" sz="2000" b="1" dirty="0"/>
          </a:p>
        </p:txBody>
      </p:sp>
    </p:spTree>
    <p:extLst>
      <p:ext uri="{BB962C8B-B14F-4D97-AF65-F5344CB8AC3E}">
        <p14:creationId xmlns:p14="http://schemas.microsoft.com/office/powerpoint/2010/main" val="343273110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52229" y="615590"/>
            <a:ext cx="5477121"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72226" y="235036"/>
            <a:ext cx="561022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4291134"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Operating </a:t>
            </a:r>
            <a:r>
              <a:rPr lang="en-US" sz="3600" b="1" dirty="0" smtClean="0">
                <a:solidFill>
                  <a:schemeClr val="bg1"/>
                </a:solidFill>
                <a:effectLst>
                  <a:outerShdw blurRad="38100" dist="38100" dir="2700000" algn="tl">
                    <a:srgbClr val="000000">
                      <a:alpha val="43137"/>
                    </a:srgbClr>
                  </a:outerShdw>
                </a:effectLst>
              </a:rPr>
              <a:t>System</a:t>
            </a: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2135094" cy="4216539"/>
          </a:xfrm>
          <a:prstGeom prst="rect">
            <a:avLst/>
          </a:prstGeom>
          <a:noFill/>
        </p:spPr>
        <p:txBody>
          <a:bodyPr wrap="square" rtlCol="0">
            <a:spAutoFit/>
          </a:bodyPr>
          <a:lstStyle/>
          <a:p>
            <a:pPr marL="571500" indent="-571500">
              <a:buFont typeface="Wingdings" panose="05000000000000000000" pitchFamily="2" charset="2"/>
              <a:buChar char="q"/>
            </a:pPr>
            <a:r>
              <a:rPr lang="en-US" sz="4000" dirty="0" smtClean="0"/>
              <a:t>Operating system functions can be categorized as:</a:t>
            </a:r>
          </a:p>
          <a:p>
            <a:pPr marL="914400" lvl="1" indent="-457200">
              <a:buFont typeface="Arial" panose="020B0604020202020204" pitchFamily="34" charset="0"/>
              <a:buChar char="•"/>
            </a:pPr>
            <a:r>
              <a:rPr lang="en-US" sz="3600" dirty="0" smtClean="0">
                <a:solidFill>
                  <a:schemeClr val="accent1">
                    <a:lumMod val="75000"/>
                  </a:schemeClr>
                </a:solidFill>
                <a:effectLst>
                  <a:outerShdw blurRad="38100" dist="38100" dir="2700000" algn="tl">
                    <a:srgbClr val="000000">
                      <a:alpha val="43137"/>
                    </a:srgbClr>
                  </a:outerShdw>
                </a:effectLst>
              </a:rPr>
              <a:t>access control</a:t>
            </a:r>
            <a:r>
              <a:rPr lang="en-US" sz="3600" dirty="0" smtClean="0"/>
              <a:t>.</a:t>
            </a:r>
          </a:p>
          <a:p>
            <a:pPr marL="914400" lvl="1" indent="-457200">
              <a:buFont typeface="Arial" panose="020B0604020202020204" pitchFamily="34" charset="0"/>
              <a:buChar char="•"/>
            </a:pPr>
            <a:r>
              <a:rPr lang="en-US" sz="3600" dirty="0" smtClean="0">
                <a:solidFill>
                  <a:schemeClr val="accent1">
                    <a:lumMod val="75000"/>
                  </a:schemeClr>
                </a:solidFill>
                <a:effectLst>
                  <a:outerShdw blurRad="38100" dist="38100" dir="2700000" algn="tl">
                    <a:srgbClr val="000000">
                      <a:alpha val="43137"/>
                    </a:srgbClr>
                  </a:outerShdw>
                </a:effectLst>
              </a:rPr>
              <a:t>identity and credential management. </a:t>
            </a:r>
          </a:p>
          <a:p>
            <a:pPr marL="914400" lvl="1" indent="-457200">
              <a:buFont typeface="Arial" panose="020B0604020202020204" pitchFamily="34" charset="0"/>
              <a:buChar char="•"/>
            </a:pPr>
            <a:r>
              <a:rPr lang="en-US" sz="3600" dirty="0" smtClean="0">
                <a:solidFill>
                  <a:schemeClr val="accent1">
                    <a:lumMod val="75000"/>
                  </a:schemeClr>
                </a:solidFill>
                <a:effectLst>
                  <a:outerShdw blurRad="38100" dist="38100" dir="2700000" algn="tl">
                    <a:srgbClr val="000000">
                      <a:alpha val="43137"/>
                    </a:srgbClr>
                  </a:outerShdw>
                </a:effectLst>
              </a:rPr>
              <a:t>information flow. </a:t>
            </a:r>
          </a:p>
          <a:p>
            <a:pPr marL="914400" lvl="1" indent="-457200">
              <a:buFont typeface="Arial" panose="020B0604020202020204" pitchFamily="34" charset="0"/>
              <a:buChar char="•"/>
            </a:pPr>
            <a:r>
              <a:rPr lang="en-US" sz="3600" dirty="0" smtClean="0">
                <a:solidFill>
                  <a:schemeClr val="accent1">
                    <a:lumMod val="75000"/>
                  </a:schemeClr>
                </a:solidFill>
                <a:effectLst>
                  <a:outerShdw blurRad="38100" dist="38100" dir="2700000" algn="tl">
                    <a:srgbClr val="000000">
                      <a:alpha val="43137"/>
                    </a:srgbClr>
                  </a:outerShdw>
                </a:effectLst>
              </a:rPr>
              <a:t>audit and integrity protection.</a:t>
            </a:r>
          </a:p>
          <a:p>
            <a:r>
              <a:rPr lang="en-US" sz="3600" dirty="0" smtClean="0"/>
              <a:t> Each of these activities has security implications.</a:t>
            </a:r>
            <a:endParaRPr lang="en-US" sz="2800" dirty="0" smtClean="0"/>
          </a:p>
          <a:p>
            <a:r>
              <a:rPr lang="en-US" sz="2800" dirty="0"/>
              <a:t/>
            </a:r>
            <a:br>
              <a:rPr lang="en-US" sz="2800" dirty="0"/>
            </a:br>
            <a:endParaRPr lang="en-US" sz="2000" b="1" dirty="0"/>
          </a:p>
        </p:txBody>
      </p:sp>
    </p:spTree>
    <p:extLst>
      <p:ext uri="{BB962C8B-B14F-4D97-AF65-F5344CB8AC3E}">
        <p14:creationId xmlns:p14="http://schemas.microsoft.com/office/powerpoint/2010/main" val="250441061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83" y="615590"/>
            <a:ext cx="8913842"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400800" y="235036"/>
            <a:ext cx="558164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5" y="690679"/>
            <a:ext cx="7062909"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Objects and Methods of Protection</a:t>
            </a:r>
          </a:p>
        </p:txBody>
      </p:sp>
      <p:sp>
        <p:nvSpPr>
          <p:cNvPr id="4" name="ZoneTexte 3"/>
          <p:cNvSpPr txBox="1"/>
          <p:nvPr/>
        </p:nvSpPr>
        <p:spPr>
          <a:xfrm>
            <a:off x="114056" y="1281610"/>
            <a:ext cx="12135094" cy="4278094"/>
          </a:xfrm>
          <a:prstGeom prst="rect">
            <a:avLst/>
          </a:prstGeom>
          <a:noFill/>
        </p:spPr>
        <p:txBody>
          <a:bodyPr wrap="square" rtlCol="0">
            <a:spAutoFit/>
          </a:bodyPr>
          <a:lstStyle/>
          <a:p>
            <a:r>
              <a:rPr lang="en-US" sz="3600" dirty="0" smtClean="0">
                <a:solidFill>
                  <a:schemeClr val="accent5">
                    <a:lumMod val="75000"/>
                  </a:schemeClr>
                </a:solidFill>
                <a:effectLst>
                  <a:outerShdw blurRad="38100" dist="38100" dir="2700000" algn="tl">
                    <a:srgbClr val="000000">
                      <a:alpha val="43137"/>
                    </a:srgbClr>
                  </a:outerShdw>
                </a:effectLst>
              </a:rPr>
              <a:t>what </a:t>
            </a:r>
            <a:r>
              <a:rPr lang="en-US" sz="3600" dirty="0">
                <a:solidFill>
                  <a:schemeClr val="accent5">
                    <a:lumMod val="75000"/>
                  </a:schemeClr>
                </a:solidFill>
                <a:effectLst>
                  <a:outerShdw blurRad="38100" dist="38100" dir="2700000" algn="tl">
                    <a:srgbClr val="000000">
                      <a:alpha val="43137"/>
                    </a:srgbClr>
                  </a:outerShdw>
                </a:effectLst>
              </a:rPr>
              <a:t>kinds of things operating systems can protect ? </a:t>
            </a:r>
            <a:endParaRPr lang="en-US" sz="3600" dirty="0" smtClean="0">
              <a:solidFill>
                <a:schemeClr val="accent5">
                  <a:lumMod val="75000"/>
                </a:schemeClr>
              </a:solidFill>
              <a:effectLst>
                <a:outerShdw blurRad="38100" dist="38100" dir="2700000" algn="tl">
                  <a:srgbClr val="000000">
                    <a:alpha val="43137"/>
                  </a:srgbClr>
                </a:outerShdw>
              </a:effectLst>
            </a:endParaRPr>
          </a:p>
          <a:p>
            <a:r>
              <a:rPr lang="en-US" sz="3600" dirty="0" smtClean="0">
                <a:solidFill>
                  <a:schemeClr val="accent5">
                    <a:lumMod val="75000"/>
                  </a:schemeClr>
                </a:solidFill>
                <a:effectLst>
                  <a:outerShdw blurRad="38100" dist="38100" dir="2700000" algn="tl">
                    <a:srgbClr val="000000">
                      <a:alpha val="43137"/>
                    </a:srgbClr>
                  </a:outerShdw>
                </a:effectLst>
              </a:rPr>
              <a:t>what </a:t>
            </a:r>
            <a:r>
              <a:rPr lang="en-US" sz="3600" dirty="0">
                <a:solidFill>
                  <a:schemeClr val="accent5">
                    <a:lumMod val="75000"/>
                  </a:schemeClr>
                </a:solidFill>
                <a:effectLst>
                  <a:outerShdw blurRad="38100" dist="38100" dir="2700000" algn="tl">
                    <a:srgbClr val="000000">
                      <a:alpha val="43137"/>
                    </a:srgbClr>
                  </a:outerShdw>
                </a:effectLst>
              </a:rPr>
              <a:t>methods are available for protecting them? </a:t>
            </a:r>
            <a:endParaRPr lang="en-US" sz="3600" dirty="0" smtClean="0">
              <a:solidFill>
                <a:schemeClr val="accent5">
                  <a:lumMod val="75000"/>
                </a:schemeClr>
              </a:solidFill>
              <a:effectLst>
                <a:outerShdw blurRad="38100" dist="38100" dir="2700000" algn="tl">
                  <a:srgbClr val="000000">
                    <a:alpha val="43137"/>
                  </a:srgbClr>
                </a:outerShdw>
              </a:effectLst>
            </a:endParaRPr>
          </a:p>
          <a:p>
            <a:pPr marL="571500" indent="-571500">
              <a:buFont typeface="Wingdings" panose="05000000000000000000" pitchFamily="2" charset="2"/>
              <a:buChar char="§"/>
            </a:pPr>
            <a:r>
              <a:rPr lang="en-US" sz="3600" dirty="0" smtClean="0"/>
              <a:t>Once </a:t>
            </a:r>
            <a:r>
              <a:rPr lang="en-US" sz="3600" dirty="0"/>
              <a:t>upon a time, there were no operating systems: Users entered their programs directly into the machine in binary. </a:t>
            </a:r>
            <a:endParaRPr lang="en-US" sz="3600" dirty="0" smtClean="0"/>
          </a:p>
          <a:p>
            <a:pPr marL="571500" indent="-571500">
              <a:buFont typeface="Wingdings" panose="05000000000000000000" pitchFamily="2" charset="2"/>
              <a:buChar char="§"/>
            </a:pPr>
            <a:r>
              <a:rPr lang="en-US" sz="3600" dirty="0" smtClean="0"/>
              <a:t>The </a:t>
            </a:r>
            <a:r>
              <a:rPr lang="en-US" sz="3600" dirty="0"/>
              <a:t>first operating systems were simple utilities, designed to assist individual programmers and to smooth the transition from one user to another.</a:t>
            </a:r>
            <a:r>
              <a:rPr lang="en-US" sz="2800" dirty="0"/>
              <a:t/>
            </a:r>
            <a:br>
              <a:rPr lang="en-US" sz="2800" dirty="0"/>
            </a:br>
            <a:endParaRPr lang="en-US" sz="2000" b="1" dirty="0"/>
          </a:p>
        </p:txBody>
      </p:sp>
    </p:spTree>
    <p:extLst>
      <p:ext uri="{BB962C8B-B14F-4D97-AF65-F5344CB8AC3E}">
        <p14:creationId xmlns:p14="http://schemas.microsoft.com/office/powerpoint/2010/main" val="210154884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83" y="615590"/>
            <a:ext cx="8913842"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415088" y="235035"/>
            <a:ext cx="5567361" cy="163423"/>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5" y="690679"/>
            <a:ext cx="7062909"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Objects and Methods of Protection</a:t>
            </a:r>
          </a:p>
        </p:txBody>
      </p:sp>
      <p:sp>
        <p:nvSpPr>
          <p:cNvPr id="4" name="ZoneTexte 3"/>
          <p:cNvSpPr txBox="1"/>
          <p:nvPr/>
        </p:nvSpPr>
        <p:spPr>
          <a:xfrm>
            <a:off x="56906" y="1281610"/>
            <a:ext cx="12135094" cy="4955203"/>
          </a:xfrm>
          <a:prstGeom prst="rect">
            <a:avLst/>
          </a:prstGeom>
          <a:noFill/>
        </p:spPr>
        <p:txBody>
          <a:bodyPr wrap="square" rtlCol="0">
            <a:spAutoFit/>
          </a:bodyPr>
          <a:lstStyle/>
          <a:p>
            <a:pPr marL="457200" indent="-457200">
              <a:buFont typeface="Wingdings" panose="05000000000000000000" pitchFamily="2" charset="2"/>
              <a:buChar char="q"/>
            </a:pPr>
            <a:r>
              <a:rPr lang="en-US" sz="3600" dirty="0" smtClean="0"/>
              <a:t> </a:t>
            </a:r>
            <a:r>
              <a:rPr lang="en-US" sz="3600" dirty="0"/>
              <a:t>Operating systems took on a much broader role as the notion of </a:t>
            </a:r>
            <a:r>
              <a:rPr lang="en-US" sz="3600" dirty="0" smtClean="0"/>
              <a:t>multiprogramming was implemented </a:t>
            </a:r>
          </a:p>
          <a:p>
            <a:pPr marL="914400" lvl="1" indent="-457200">
              <a:buFont typeface="Wingdings" panose="05000000000000000000" pitchFamily="2" charset="2"/>
              <a:buChar char="§"/>
            </a:pPr>
            <a:r>
              <a:rPr lang="en-US" sz="3200" dirty="0" smtClean="0"/>
              <a:t>two </a:t>
            </a:r>
            <a:r>
              <a:rPr lang="en-US" sz="3200" dirty="0"/>
              <a:t>users </a:t>
            </a:r>
            <a:r>
              <a:rPr lang="en-US" sz="3200" dirty="0">
                <a:solidFill>
                  <a:schemeClr val="accent1">
                    <a:lumMod val="75000"/>
                  </a:schemeClr>
                </a:solidFill>
              </a:rPr>
              <a:t>could </a:t>
            </a:r>
            <a:r>
              <a:rPr lang="en-US" sz="3200" b="1" dirty="0">
                <a:solidFill>
                  <a:schemeClr val="accent1">
                    <a:lumMod val="75000"/>
                  </a:schemeClr>
                </a:solidFill>
              </a:rPr>
              <a:t>interleave access </a:t>
            </a:r>
            <a:r>
              <a:rPr lang="en-US" sz="3200" dirty="0">
                <a:solidFill>
                  <a:schemeClr val="accent1">
                    <a:lumMod val="75000"/>
                  </a:schemeClr>
                </a:solidFill>
              </a:rPr>
              <a:t>to the resources of a single </a:t>
            </a:r>
            <a:r>
              <a:rPr lang="en-US" sz="3200" dirty="0" smtClean="0">
                <a:solidFill>
                  <a:schemeClr val="accent1">
                    <a:lumMod val="75000"/>
                  </a:schemeClr>
                </a:solidFill>
              </a:rPr>
              <a:t>computing</a:t>
            </a:r>
          </a:p>
          <a:p>
            <a:pPr marL="914400" lvl="1" indent="-457200">
              <a:buFont typeface="Wingdings" panose="05000000000000000000" pitchFamily="2" charset="2"/>
              <a:buChar char="§"/>
            </a:pPr>
            <a:r>
              <a:rPr lang="en-US" sz="3200" dirty="0" smtClean="0"/>
              <a:t>researchers </a:t>
            </a:r>
            <a:r>
              <a:rPr lang="en-US" sz="3200" dirty="0">
                <a:solidFill>
                  <a:schemeClr val="accent1">
                    <a:lumMod val="75000"/>
                  </a:schemeClr>
                </a:solidFill>
                <a:effectLst>
                  <a:outerShdw blurRad="38100" dist="38100" dir="2700000" algn="tl">
                    <a:srgbClr val="000000">
                      <a:alpha val="43137"/>
                    </a:srgbClr>
                  </a:outerShdw>
                </a:effectLst>
              </a:rPr>
              <a:t>developed concepts such as scheduling, sharing, and parallel use</a:t>
            </a:r>
            <a:r>
              <a:rPr lang="en-US" sz="3200" dirty="0" smtClean="0"/>
              <a:t>.</a:t>
            </a:r>
          </a:p>
          <a:p>
            <a:pPr marL="914400" lvl="1" indent="-457200">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protecting </a:t>
            </a:r>
            <a:r>
              <a:rPr lang="en-US" sz="3200" dirty="0">
                <a:solidFill>
                  <a:schemeClr val="accent1">
                    <a:lumMod val="75000"/>
                  </a:schemeClr>
                </a:solidFill>
                <a:effectLst>
                  <a:outerShdw blurRad="38100" dist="38100" dir="2700000" algn="tl">
                    <a:srgbClr val="000000">
                      <a:alpha val="43137"/>
                    </a:srgbClr>
                  </a:outerShdw>
                </a:effectLst>
              </a:rPr>
              <a:t>one user's programs </a:t>
            </a:r>
            <a:r>
              <a:rPr lang="en-US" sz="3200" dirty="0"/>
              <a:t>and </a:t>
            </a:r>
            <a:r>
              <a:rPr lang="en-US" sz="3200" dirty="0">
                <a:solidFill>
                  <a:schemeClr val="accent1">
                    <a:lumMod val="75000"/>
                  </a:schemeClr>
                </a:solidFill>
                <a:effectLst>
                  <a:outerShdw blurRad="38100" dist="38100" dir="2700000" algn="tl">
                    <a:srgbClr val="000000">
                      <a:alpha val="43137"/>
                    </a:srgbClr>
                  </a:outerShdw>
                </a:effectLst>
              </a:rPr>
              <a:t>data from other users</a:t>
            </a:r>
            <a:r>
              <a:rPr lang="en-US" sz="3200" dirty="0"/>
              <a:t>' </a:t>
            </a:r>
            <a:r>
              <a:rPr lang="en-US" sz="3200" dirty="0">
                <a:solidFill>
                  <a:schemeClr val="accent1">
                    <a:lumMod val="75000"/>
                  </a:schemeClr>
                </a:solidFill>
                <a:effectLst>
                  <a:outerShdw blurRad="38100" dist="38100" dir="2700000" algn="tl">
                    <a:srgbClr val="000000">
                      <a:alpha val="43137"/>
                    </a:srgbClr>
                  </a:outerShdw>
                </a:effectLst>
              </a:rPr>
              <a:t>programs</a:t>
            </a:r>
            <a:r>
              <a:rPr lang="en-US" sz="3200" dirty="0"/>
              <a:t> became an important issue in multi-programmed operating systems.</a:t>
            </a:r>
            <a:r>
              <a:rPr lang="en-US" sz="2800" dirty="0"/>
              <a:t/>
            </a:r>
            <a:br>
              <a:rPr lang="en-US" sz="2800" dirty="0"/>
            </a:br>
            <a:endParaRPr lang="en-US" sz="2000" b="1" dirty="0"/>
          </a:p>
        </p:txBody>
      </p:sp>
    </p:spTree>
    <p:extLst>
      <p:ext uri="{BB962C8B-B14F-4D97-AF65-F5344CB8AC3E}">
        <p14:creationId xmlns:p14="http://schemas.microsoft.com/office/powerpoint/2010/main" val="41640427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773090" y="615590"/>
            <a:ext cx="5699155"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500814" y="235036"/>
            <a:ext cx="548163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5" y="690679"/>
            <a:ext cx="7062909"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smtClean="0">
                <a:solidFill>
                  <a:schemeClr val="bg1"/>
                </a:solidFill>
                <a:effectLst>
                  <a:outerShdw blurRad="38100" dist="38100" dir="2700000" algn="tl">
                    <a:srgbClr val="000000">
                      <a:alpha val="43137"/>
                    </a:srgbClr>
                  </a:outerShdw>
                </a:effectLst>
              </a:rPr>
              <a:t>Protected Objects</a:t>
            </a: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281610"/>
            <a:ext cx="12135094" cy="4247317"/>
          </a:xfrm>
          <a:prstGeom prst="rect">
            <a:avLst/>
          </a:prstGeom>
          <a:noFill/>
        </p:spPr>
        <p:txBody>
          <a:bodyPr wrap="square" rtlCol="0">
            <a:spAutoFit/>
          </a:bodyPr>
          <a:lstStyle/>
          <a:p>
            <a:pPr marL="914400" lvl="1" indent="-457200">
              <a:lnSpc>
                <a:spcPct val="150000"/>
              </a:lnSpc>
              <a:buFont typeface="Wingdings" panose="05000000000000000000" pitchFamily="2" charset="2"/>
              <a:buChar char="§"/>
            </a:pPr>
            <a:r>
              <a:rPr lang="en-US" sz="3200" dirty="0" smtClean="0"/>
              <a:t>memory</a:t>
            </a:r>
          </a:p>
          <a:p>
            <a:pPr marL="914400" lvl="1" indent="-457200">
              <a:lnSpc>
                <a:spcPct val="150000"/>
              </a:lnSpc>
              <a:buFont typeface="Wingdings" panose="05000000000000000000" pitchFamily="2" charset="2"/>
              <a:buChar char="§"/>
            </a:pPr>
            <a:r>
              <a:rPr lang="en-US" sz="3200" dirty="0" smtClean="0"/>
              <a:t>Sharable I/O devices, such as disks</a:t>
            </a:r>
          </a:p>
          <a:p>
            <a:pPr marL="914400" lvl="1" indent="-457200">
              <a:lnSpc>
                <a:spcPct val="150000"/>
              </a:lnSpc>
              <a:buFont typeface="Wingdings" panose="05000000000000000000" pitchFamily="2" charset="2"/>
              <a:buChar char="§"/>
            </a:pPr>
            <a:r>
              <a:rPr lang="en-US" sz="3200" dirty="0" smtClean="0"/>
              <a:t>protecting </a:t>
            </a:r>
            <a:r>
              <a:rPr lang="en-US" sz="3200" dirty="0"/>
              <a:t>one user's programs and data from other users' programs became an important issue in multi-programmed operating systems.</a:t>
            </a:r>
            <a:r>
              <a:rPr lang="en-US" sz="2800" dirty="0"/>
              <a:t/>
            </a:r>
            <a:br>
              <a:rPr lang="en-US" sz="2800" dirty="0"/>
            </a:br>
            <a:endParaRPr lang="en-US" sz="2000" b="1" dirty="0"/>
          </a:p>
        </p:txBody>
      </p:sp>
    </p:spTree>
    <p:extLst>
      <p:ext uri="{BB962C8B-B14F-4D97-AF65-F5344CB8AC3E}">
        <p14:creationId xmlns:p14="http://schemas.microsoft.com/office/powerpoint/2010/main" val="306629780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81" y="603666"/>
            <a:ext cx="9542493"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72214" y="235036"/>
            <a:ext cx="5710236" cy="193862"/>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5" y="690679"/>
            <a:ext cx="7948735"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Security features in </a:t>
            </a:r>
            <a:r>
              <a:rPr lang="en-US" sz="3600" b="1" dirty="0" smtClean="0">
                <a:solidFill>
                  <a:schemeClr val="bg1"/>
                </a:solidFill>
                <a:effectLst>
                  <a:outerShdw blurRad="38100" dist="38100" dir="2700000" algn="tl">
                    <a:srgbClr val="000000">
                      <a:alpha val="43137"/>
                    </a:srgbClr>
                  </a:outerShdw>
                </a:effectLst>
              </a:rPr>
              <a:t>Operating System </a:t>
            </a: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124442"/>
            <a:ext cx="12135094" cy="5401479"/>
          </a:xfrm>
          <a:prstGeom prst="rect">
            <a:avLst/>
          </a:prstGeom>
          <a:noFill/>
        </p:spPr>
        <p:txBody>
          <a:bodyPr wrap="square" rtlCol="0">
            <a:spAutoFit/>
          </a:bodyPr>
          <a:lstStyle/>
          <a:p>
            <a:pPr>
              <a:lnSpc>
                <a:spcPct val="150000"/>
              </a:lnSpc>
            </a:pPr>
            <a:r>
              <a:rPr lang="fr-FR" sz="2900" dirty="0" smtClean="0"/>
              <a:t>An operating </a:t>
            </a:r>
            <a:r>
              <a:rPr lang="fr-FR" sz="2900" dirty="0"/>
              <a:t>system </a:t>
            </a:r>
            <a:r>
              <a:rPr lang="fr-FR" sz="2900" dirty="0">
                <a:solidFill>
                  <a:schemeClr val="accent1">
                    <a:lumMod val="75000"/>
                  </a:schemeClr>
                </a:solidFill>
                <a:effectLst>
                  <a:outerShdw blurRad="38100" dist="38100" dir="2700000" algn="tl">
                    <a:srgbClr val="000000">
                      <a:alpha val="43137"/>
                    </a:srgbClr>
                  </a:outerShdw>
                </a:effectLst>
              </a:rPr>
              <a:t>manages and </a:t>
            </a:r>
            <a:r>
              <a:rPr lang="fr-FR" sz="2900" dirty="0" err="1">
                <a:solidFill>
                  <a:schemeClr val="accent1">
                    <a:lumMod val="75000"/>
                  </a:schemeClr>
                </a:solidFill>
                <a:effectLst>
                  <a:outerShdw blurRad="38100" dist="38100" dir="2700000" algn="tl">
                    <a:srgbClr val="000000">
                      <a:alpha val="43137"/>
                    </a:srgbClr>
                  </a:outerShdw>
                </a:effectLst>
              </a:rPr>
              <a:t>controls</a:t>
            </a:r>
            <a:r>
              <a:rPr lang="fr-FR" sz="2900" dirty="0">
                <a:solidFill>
                  <a:schemeClr val="accent1">
                    <a:lumMod val="75000"/>
                  </a:schemeClr>
                </a:solidFill>
                <a:effectLst>
                  <a:outerShdw blurRad="38100" dist="38100" dir="2700000" algn="tl">
                    <a:srgbClr val="000000">
                      <a:alpha val="43137"/>
                    </a:srgbClr>
                  </a:outerShdw>
                </a:effectLst>
              </a:rPr>
              <a:t> </a:t>
            </a:r>
            <a:r>
              <a:rPr lang="fr-FR" sz="2900" dirty="0" err="1">
                <a:solidFill>
                  <a:schemeClr val="accent1">
                    <a:lumMod val="75000"/>
                  </a:schemeClr>
                </a:solidFill>
                <a:effectLst>
                  <a:outerShdw blurRad="38100" dist="38100" dir="2700000" algn="tl">
                    <a:srgbClr val="000000">
                      <a:alpha val="43137"/>
                    </a:srgbClr>
                  </a:outerShdw>
                </a:effectLst>
              </a:rPr>
              <a:t>access</a:t>
            </a:r>
            <a:r>
              <a:rPr lang="fr-FR" sz="2900" dirty="0">
                <a:solidFill>
                  <a:schemeClr val="accent1">
                    <a:lumMod val="75000"/>
                  </a:schemeClr>
                </a:solidFill>
                <a:effectLst>
                  <a:outerShdw blurRad="38100" dist="38100" dir="2700000" algn="tl">
                    <a:srgbClr val="000000">
                      <a:alpha val="43137"/>
                    </a:srgbClr>
                  </a:outerShdw>
                </a:effectLst>
              </a:rPr>
              <a:t> </a:t>
            </a:r>
            <a:r>
              <a:rPr lang="fr-FR" sz="2900" dirty="0"/>
              <a:t>to </a:t>
            </a:r>
            <a:r>
              <a:rPr lang="fr-FR" sz="2900" dirty="0">
                <a:solidFill>
                  <a:schemeClr val="accent1">
                    <a:lumMod val="75000"/>
                  </a:schemeClr>
                </a:solidFill>
                <a:effectLst>
                  <a:outerShdw blurRad="38100" dist="38100" dir="2700000" algn="tl">
                    <a:srgbClr val="000000">
                      <a:alpha val="43137"/>
                    </a:srgbClr>
                  </a:outerShdw>
                </a:effectLst>
              </a:rPr>
              <a:t>hardware components </a:t>
            </a:r>
            <a:endParaRPr lang="fr-FR" sz="2900" dirty="0" smtClean="0">
              <a:solidFill>
                <a:schemeClr val="accent1">
                  <a:lumMod val="75000"/>
                </a:schemeClr>
              </a:solidFill>
              <a:effectLst>
                <a:outerShdw blurRad="38100" dist="38100" dir="2700000" algn="tl">
                  <a:srgbClr val="000000">
                    <a:alpha val="43137"/>
                  </a:srgbClr>
                </a:outerShdw>
              </a:effectLst>
            </a:endParaRPr>
          </a:p>
          <a:p>
            <a:pPr marL="457200" indent="-457200">
              <a:lnSpc>
                <a:spcPct val="150000"/>
              </a:lnSpc>
              <a:buFont typeface="Wingdings" panose="05000000000000000000" pitchFamily="2" charset="2"/>
              <a:buChar char="q"/>
            </a:pPr>
            <a:r>
              <a:rPr lang="fr-FR" sz="2900" dirty="0" smtClean="0"/>
              <a:t> </a:t>
            </a:r>
            <a:r>
              <a:rPr lang="fr-FR" sz="2900" b="1" dirty="0" err="1">
                <a:solidFill>
                  <a:schemeClr val="accent1">
                    <a:lumMod val="75000"/>
                  </a:schemeClr>
                </a:solidFill>
              </a:rPr>
              <a:t>Older</a:t>
            </a:r>
            <a:r>
              <a:rPr lang="fr-FR" sz="2900" dirty="0"/>
              <a:t> operating </a:t>
            </a:r>
            <a:r>
              <a:rPr lang="fr-FR" sz="2900" dirty="0" err="1"/>
              <a:t>systems</a:t>
            </a:r>
            <a:r>
              <a:rPr lang="fr-FR" sz="2900" dirty="0"/>
              <a:t> </a:t>
            </a:r>
            <a:r>
              <a:rPr lang="fr-FR" sz="2900" b="1" dirty="0" err="1">
                <a:solidFill>
                  <a:schemeClr val="accent1">
                    <a:lumMod val="75000"/>
                  </a:schemeClr>
                </a:solidFill>
                <a:effectLst>
                  <a:outerShdw blurRad="38100" dist="38100" dir="2700000" algn="tl">
                    <a:srgbClr val="000000">
                      <a:alpha val="43137"/>
                    </a:srgbClr>
                  </a:outerShdw>
                </a:effectLst>
              </a:rPr>
              <a:t>focused</a:t>
            </a:r>
            <a:r>
              <a:rPr lang="fr-FR" sz="2900" b="1" dirty="0">
                <a:solidFill>
                  <a:schemeClr val="accent1">
                    <a:lumMod val="75000"/>
                  </a:schemeClr>
                </a:solidFill>
                <a:effectLst>
                  <a:outerShdw blurRad="38100" dist="38100" dir="2700000" algn="tl">
                    <a:srgbClr val="000000">
                      <a:alpha val="43137"/>
                    </a:srgbClr>
                  </a:outerShdw>
                </a:effectLst>
              </a:rPr>
              <a:t> on </a:t>
            </a:r>
            <a:r>
              <a:rPr lang="fr-FR" sz="2900" b="1" dirty="0" err="1">
                <a:solidFill>
                  <a:schemeClr val="accent1">
                    <a:lumMod val="75000"/>
                  </a:schemeClr>
                </a:solidFill>
                <a:effectLst>
                  <a:outerShdw blurRad="38100" dist="38100" dir="2700000" algn="tl">
                    <a:srgbClr val="000000">
                      <a:alpha val="43137"/>
                    </a:srgbClr>
                  </a:outerShdw>
                </a:effectLst>
              </a:rPr>
              <a:t>ensuring</a:t>
            </a:r>
            <a:r>
              <a:rPr lang="fr-FR" sz="2900" b="1" dirty="0">
                <a:solidFill>
                  <a:schemeClr val="accent1">
                    <a:lumMod val="75000"/>
                  </a:schemeClr>
                </a:solidFill>
                <a:effectLst>
                  <a:outerShdw blurRad="38100" dist="38100" dir="2700000" algn="tl">
                    <a:srgbClr val="000000">
                      <a:alpha val="43137"/>
                    </a:srgbClr>
                  </a:outerShdw>
                </a:effectLst>
              </a:rPr>
              <a:t> data </a:t>
            </a:r>
            <a:r>
              <a:rPr lang="fr-FR" sz="2900" b="1" dirty="0" err="1">
                <a:solidFill>
                  <a:schemeClr val="accent1">
                    <a:lumMod val="75000"/>
                  </a:schemeClr>
                </a:solidFill>
                <a:effectLst>
                  <a:outerShdw blurRad="38100" dist="38100" dir="2700000" algn="tl">
                    <a:srgbClr val="000000">
                      <a:alpha val="43137"/>
                    </a:srgbClr>
                  </a:outerShdw>
                </a:effectLst>
              </a:rPr>
              <a:t>confidentiality</a:t>
            </a:r>
            <a:r>
              <a:rPr lang="fr-FR" sz="2900" b="1" dirty="0">
                <a:solidFill>
                  <a:schemeClr val="accent1">
                    <a:lumMod val="75000"/>
                  </a:schemeClr>
                </a:solidFill>
                <a:effectLst>
                  <a:outerShdw blurRad="38100" dist="38100" dir="2700000" algn="tl">
                    <a:srgbClr val="000000">
                      <a:alpha val="43137"/>
                    </a:srgbClr>
                  </a:outerShdw>
                </a:effectLst>
              </a:rPr>
              <a:t> </a:t>
            </a:r>
            <a:endParaRPr lang="fr-FR" sz="2900" b="1" dirty="0" smtClean="0">
              <a:solidFill>
                <a:schemeClr val="accent1">
                  <a:lumMod val="75000"/>
                </a:schemeClr>
              </a:solidFill>
              <a:effectLst>
                <a:outerShdw blurRad="38100" dist="38100" dir="2700000" algn="tl">
                  <a:srgbClr val="000000">
                    <a:alpha val="43137"/>
                  </a:srgbClr>
                </a:outerShdw>
              </a:effectLst>
            </a:endParaRPr>
          </a:p>
          <a:p>
            <a:pPr marL="457200" indent="-457200">
              <a:lnSpc>
                <a:spcPct val="150000"/>
              </a:lnSpc>
              <a:buFont typeface="Wingdings" panose="05000000000000000000" pitchFamily="2" charset="2"/>
              <a:buChar char="q"/>
            </a:pPr>
            <a:r>
              <a:rPr lang="fr-FR" sz="2900" dirty="0" smtClean="0"/>
              <a:t> </a:t>
            </a:r>
            <a:r>
              <a:rPr lang="fr-FR" sz="2900" b="1" dirty="0">
                <a:solidFill>
                  <a:schemeClr val="accent1">
                    <a:lumMod val="75000"/>
                  </a:schemeClr>
                </a:solidFill>
                <a:effectLst>
                  <a:outerShdw blurRad="38100" dist="38100" dir="2700000" algn="tl">
                    <a:srgbClr val="000000">
                      <a:alpha val="43137"/>
                    </a:srgbClr>
                  </a:outerShdw>
                </a:effectLst>
              </a:rPr>
              <a:t>Modern</a:t>
            </a:r>
            <a:r>
              <a:rPr lang="fr-FR" sz="2900" dirty="0"/>
              <a:t> operating </a:t>
            </a:r>
            <a:r>
              <a:rPr lang="fr-FR" sz="2900" dirty="0" err="1"/>
              <a:t>systems</a:t>
            </a:r>
            <a:r>
              <a:rPr lang="fr-FR" sz="2900" dirty="0"/>
              <a:t> support four basic </a:t>
            </a:r>
            <a:r>
              <a:rPr lang="fr-FR" sz="2900" dirty="0" err="1"/>
              <a:t>functions</a:t>
            </a:r>
            <a:r>
              <a:rPr lang="fr-FR" sz="2900" dirty="0"/>
              <a:t> </a:t>
            </a:r>
            <a:endParaRPr lang="fr-FR" sz="2900" dirty="0" smtClean="0"/>
          </a:p>
          <a:p>
            <a:pPr marL="800100" lvl="1" indent="-342900">
              <a:lnSpc>
                <a:spcPct val="150000"/>
              </a:lnSpc>
              <a:buFont typeface="Wingdings" panose="05000000000000000000" pitchFamily="2" charset="2"/>
              <a:buChar char="§"/>
            </a:pPr>
            <a:r>
              <a:rPr lang="fr-FR" sz="2800" dirty="0" err="1" smtClean="0">
                <a:solidFill>
                  <a:srgbClr val="FF0000"/>
                </a:solidFill>
              </a:rPr>
              <a:t>Positively</a:t>
            </a:r>
            <a:r>
              <a:rPr lang="fr-FR" sz="2800" dirty="0" smtClean="0">
                <a:solidFill>
                  <a:srgbClr val="FF0000"/>
                </a:solidFill>
              </a:rPr>
              <a:t> </a:t>
            </a:r>
            <a:r>
              <a:rPr lang="fr-FR" sz="2800" dirty="0" err="1">
                <a:solidFill>
                  <a:srgbClr val="FF0000"/>
                </a:solidFill>
              </a:rPr>
              <a:t>identify</a:t>
            </a:r>
            <a:r>
              <a:rPr lang="fr-FR" sz="2800" dirty="0">
                <a:solidFill>
                  <a:srgbClr val="FF0000"/>
                </a:solidFill>
              </a:rPr>
              <a:t> a user </a:t>
            </a:r>
            <a:endParaRPr lang="fr-FR" sz="2800" dirty="0" smtClean="0">
              <a:solidFill>
                <a:srgbClr val="FF0000"/>
              </a:solidFill>
            </a:endParaRPr>
          </a:p>
          <a:p>
            <a:pPr marL="800100" lvl="1" indent="-342900">
              <a:lnSpc>
                <a:spcPct val="150000"/>
              </a:lnSpc>
              <a:buFont typeface="Wingdings" panose="05000000000000000000" pitchFamily="2" charset="2"/>
              <a:buChar char="§"/>
            </a:pPr>
            <a:r>
              <a:rPr lang="fr-FR" sz="2800" dirty="0" err="1" smtClean="0">
                <a:solidFill>
                  <a:srgbClr val="FF0000"/>
                </a:solidFill>
              </a:rPr>
              <a:t>Restrict</a:t>
            </a:r>
            <a:r>
              <a:rPr lang="fr-FR" sz="2800" dirty="0" smtClean="0">
                <a:solidFill>
                  <a:srgbClr val="FF0000"/>
                </a:solidFill>
              </a:rPr>
              <a:t> </a:t>
            </a:r>
            <a:r>
              <a:rPr lang="fr-FR" sz="2800" dirty="0" err="1">
                <a:solidFill>
                  <a:srgbClr val="FF0000"/>
                </a:solidFill>
              </a:rPr>
              <a:t>access</a:t>
            </a:r>
            <a:r>
              <a:rPr lang="fr-FR" sz="2800" dirty="0">
                <a:solidFill>
                  <a:srgbClr val="FF0000"/>
                </a:solidFill>
              </a:rPr>
              <a:t> to </a:t>
            </a:r>
            <a:r>
              <a:rPr lang="fr-FR" sz="2800" dirty="0" err="1">
                <a:solidFill>
                  <a:srgbClr val="FF0000"/>
                </a:solidFill>
              </a:rPr>
              <a:t>authorized</a:t>
            </a:r>
            <a:r>
              <a:rPr lang="fr-FR" sz="2800" dirty="0">
                <a:solidFill>
                  <a:srgbClr val="FF0000"/>
                </a:solidFill>
              </a:rPr>
              <a:t> </a:t>
            </a:r>
            <a:r>
              <a:rPr lang="fr-FR" sz="2800" dirty="0" err="1">
                <a:solidFill>
                  <a:srgbClr val="FF0000"/>
                </a:solidFill>
              </a:rPr>
              <a:t>resources</a:t>
            </a:r>
            <a:r>
              <a:rPr lang="fr-FR" sz="2800" dirty="0">
                <a:solidFill>
                  <a:srgbClr val="FF0000"/>
                </a:solidFill>
              </a:rPr>
              <a:t> </a:t>
            </a:r>
            <a:endParaRPr lang="fr-FR" sz="2800" dirty="0" smtClean="0">
              <a:solidFill>
                <a:srgbClr val="FF0000"/>
              </a:solidFill>
            </a:endParaRPr>
          </a:p>
          <a:p>
            <a:pPr marL="800100" lvl="1" indent="-342900">
              <a:lnSpc>
                <a:spcPct val="150000"/>
              </a:lnSpc>
              <a:buFont typeface="Wingdings" panose="05000000000000000000" pitchFamily="2" charset="2"/>
              <a:buChar char="§"/>
            </a:pPr>
            <a:r>
              <a:rPr lang="fr-FR" sz="2800" dirty="0" smtClean="0">
                <a:solidFill>
                  <a:srgbClr val="FF0000"/>
                </a:solidFill>
              </a:rPr>
              <a:t>Record </a:t>
            </a:r>
            <a:r>
              <a:rPr lang="fr-FR" sz="2800" dirty="0">
                <a:solidFill>
                  <a:srgbClr val="FF0000"/>
                </a:solidFill>
              </a:rPr>
              <a:t>user </a:t>
            </a:r>
            <a:r>
              <a:rPr lang="fr-FR" sz="2800" dirty="0" err="1">
                <a:solidFill>
                  <a:srgbClr val="FF0000"/>
                </a:solidFill>
              </a:rPr>
              <a:t>activity</a:t>
            </a:r>
            <a:r>
              <a:rPr lang="fr-FR" sz="2800" dirty="0">
                <a:solidFill>
                  <a:srgbClr val="FF0000"/>
                </a:solidFill>
              </a:rPr>
              <a:t> </a:t>
            </a:r>
            <a:endParaRPr lang="fr-FR" sz="2800" dirty="0" smtClean="0">
              <a:solidFill>
                <a:srgbClr val="FF0000"/>
              </a:solidFill>
            </a:endParaRPr>
          </a:p>
          <a:p>
            <a:pPr marL="800100" lvl="1" indent="-342900">
              <a:lnSpc>
                <a:spcPct val="150000"/>
              </a:lnSpc>
              <a:buFont typeface="Wingdings" panose="05000000000000000000" pitchFamily="2" charset="2"/>
              <a:buChar char="§"/>
            </a:pPr>
            <a:r>
              <a:rPr lang="fr-FR" sz="2800" dirty="0" err="1" smtClean="0">
                <a:solidFill>
                  <a:srgbClr val="FF0000"/>
                </a:solidFill>
              </a:rPr>
              <a:t>Ensure</a:t>
            </a:r>
            <a:r>
              <a:rPr lang="fr-FR" sz="2800" dirty="0" smtClean="0">
                <a:solidFill>
                  <a:srgbClr val="FF0000"/>
                </a:solidFill>
              </a:rPr>
              <a:t> </a:t>
            </a:r>
            <a:r>
              <a:rPr lang="fr-FR" sz="2800" dirty="0" err="1">
                <a:solidFill>
                  <a:srgbClr val="FF0000"/>
                </a:solidFill>
              </a:rPr>
              <a:t>proper</a:t>
            </a:r>
            <a:r>
              <a:rPr lang="fr-FR" sz="2800" dirty="0">
                <a:solidFill>
                  <a:srgbClr val="FF0000"/>
                </a:solidFill>
              </a:rPr>
              <a:t> communications </a:t>
            </a:r>
            <a:r>
              <a:rPr lang="fr-FR" sz="2800" dirty="0" err="1">
                <a:solidFill>
                  <a:srgbClr val="FF0000"/>
                </a:solidFill>
              </a:rPr>
              <a:t>with</a:t>
            </a:r>
            <a:r>
              <a:rPr lang="fr-FR" sz="2800" dirty="0">
                <a:solidFill>
                  <a:srgbClr val="FF0000"/>
                </a:solidFill>
              </a:rPr>
              <a:t> </a:t>
            </a:r>
            <a:r>
              <a:rPr lang="fr-FR" sz="2800" dirty="0" err="1">
                <a:solidFill>
                  <a:srgbClr val="FF0000"/>
                </a:solidFill>
              </a:rPr>
              <a:t>other</a:t>
            </a:r>
            <a:r>
              <a:rPr lang="fr-FR" sz="2800" dirty="0">
                <a:solidFill>
                  <a:srgbClr val="FF0000"/>
                </a:solidFill>
              </a:rPr>
              <a:t> computers and </a:t>
            </a:r>
            <a:r>
              <a:rPr lang="fr-FR" sz="2800" dirty="0" err="1">
                <a:solidFill>
                  <a:srgbClr val="FF0000"/>
                </a:solidFill>
              </a:rPr>
              <a:t>devices</a:t>
            </a:r>
            <a:r>
              <a:rPr lang="fr-FR" sz="2800" dirty="0">
                <a:solidFill>
                  <a:srgbClr val="FF0000"/>
                </a:solidFill>
              </a:rPr>
              <a:t> (</a:t>
            </a:r>
            <a:r>
              <a:rPr lang="fr-FR" sz="2800" dirty="0" err="1">
                <a:solidFill>
                  <a:srgbClr val="FF0000"/>
                </a:solidFill>
              </a:rPr>
              <a:t>sending</a:t>
            </a:r>
            <a:r>
              <a:rPr lang="fr-FR" sz="2800" dirty="0">
                <a:solidFill>
                  <a:srgbClr val="FF0000"/>
                </a:solidFill>
              </a:rPr>
              <a:t> and </a:t>
            </a:r>
            <a:r>
              <a:rPr lang="fr-FR" sz="2800" dirty="0" err="1">
                <a:solidFill>
                  <a:srgbClr val="FF0000"/>
                </a:solidFill>
              </a:rPr>
              <a:t>receiving</a:t>
            </a:r>
            <a:r>
              <a:rPr lang="fr-FR" sz="2800" dirty="0">
                <a:solidFill>
                  <a:srgbClr val="FF0000"/>
                </a:solidFill>
              </a:rPr>
              <a:t> data) </a:t>
            </a:r>
            <a:endParaRPr lang="en-US" sz="2800" b="1" dirty="0">
              <a:solidFill>
                <a:srgbClr val="FF0000"/>
              </a:solidFill>
            </a:endParaRPr>
          </a:p>
        </p:txBody>
      </p:sp>
    </p:spTree>
    <p:extLst>
      <p:ext uri="{BB962C8B-B14F-4D97-AF65-F5344CB8AC3E}">
        <p14:creationId xmlns:p14="http://schemas.microsoft.com/office/powerpoint/2010/main" val="20301652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80" y="603666"/>
            <a:ext cx="8485219"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15076" y="235036"/>
            <a:ext cx="5667374" cy="142376"/>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Security features in ordinary OS </a:t>
            </a:r>
          </a:p>
        </p:txBody>
      </p:sp>
      <p:sp>
        <p:nvSpPr>
          <p:cNvPr id="4" name="ZoneTexte 3"/>
          <p:cNvSpPr txBox="1"/>
          <p:nvPr/>
        </p:nvSpPr>
        <p:spPr>
          <a:xfrm>
            <a:off x="56906" y="1195882"/>
            <a:ext cx="12135094" cy="5262979"/>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en-US" sz="3200" b="1" dirty="0" smtClean="0">
                <a:solidFill>
                  <a:srgbClr val="C00000"/>
                </a:solidFill>
                <a:effectLst>
                  <a:outerShdw blurRad="38100" dist="38100" dir="2700000" algn="tl">
                    <a:srgbClr val="000000">
                      <a:alpha val="43137"/>
                    </a:srgbClr>
                  </a:outerShdw>
                </a:effectLst>
              </a:rPr>
              <a:t>Authentication </a:t>
            </a:r>
            <a:r>
              <a:rPr lang="en-US" sz="3200" b="1" dirty="0">
                <a:solidFill>
                  <a:srgbClr val="C00000"/>
                </a:solidFill>
                <a:effectLst>
                  <a:outerShdw blurRad="38100" dist="38100" dir="2700000" algn="tl">
                    <a:srgbClr val="000000">
                      <a:alpha val="43137"/>
                    </a:srgbClr>
                  </a:outerShdw>
                </a:effectLst>
              </a:rPr>
              <a:t>of users </a:t>
            </a:r>
            <a:endParaRPr lang="en-US" sz="3200" b="1" dirty="0" smtClean="0">
              <a:solidFill>
                <a:srgbClr val="C00000"/>
              </a:solidFill>
              <a:effectLst>
                <a:outerShdw blurRad="38100" dist="38100" dir="2700000" algn="tl">
                  <a:srgbClr val="000000">
                    <a:alpha val="43137"/>
                  </a:srgbClr>
                </a:outerShdw>
              </a:effectLst>
            </a:endParaRPr>
          </a:p>
          <a:p>
            <a:pPr marL="973138" indent="-457200">
              <a:lnSpc>
                <a:spcPct val="150000"/>
              </a:lnSpc>
              <a:buFont typeface="Arial" panose="020B0604020202020204" pitchFamily="34" charset="0"/>
              <a:buChar char="•"/>
            </a:pPr>
            <a:r>
              <a:rPr lang="en-US" sz="3200" dirty="0" smtClean="0"/>
              <a:t> </a:t>
            </a:r>
            <a:r>
              <a:rPr lang="en-US" sz="3200" dirty="0"/>
              <a:t>password comparison </a:t>
            </a:r>
            <a:endParaRPr lang="en-US" sz="3200" dirty="0" smtClean="0"/>
          </a:p>
          <a:p>
            <a:pPr marL="457200" indent="-457200">
              <a:lnSpc>
                <a:spcPct val="150000"/>
              </a:lnSpc>
              <a:buFont typeface="Wingdings" panose="05000000000000000000" pitchFamily="2" charset="2"/>
              <a:buChar char="§"/>
            </a:pPr>
            <a:r>
              <a:rPr lang="en-US" sz="3200" b="1" dirty="0" smtClean="0">
                <a:solidFill>
                  <a:srgbClr val="C00000"/>
                </a:solidFill>
                <a:effectLst>
                  <a:outerShdw blurRad="38100" dist="38100" dir="2700000" algn="tl">
                    <a:srgbClr val="000000">
                      <a:alpha val="43137"/>
                    </a:srgbClr>
                  </a:outerShdw>
                </a:effectLst>
              </a:rPr>
              <a:t>Protection </a:t>
            </a:r>
            <a:r>
              <a:rPr lang="en-US" sz="3200" b="1" dirty="0">
                <a:solidFill>
                  <a:srgbClr val="C00000"/>
                </a:solidFill>
                <a:effectLst>
                  <a:outerShdw blurRad="38100" dist="38100" dir="2700000" algn="tl">
                    <a:srgbClr val="000000">
                      <a:alpha val="43137"/>
                    </a:srgbClr>
                  </a:outerShdw>
                </a:effectLst>
              </a:rPr>
              <a:t>of memory </a:t>
            </a:r>
            <a:endParaRPr lang="en-US" sz="3200" b="1" dirty="0" smtClean="0">
              <a:solidFill>
                <a:srgbClr val="C00000"/>
              </a:solidFill>
              <a:effectLst>
                <a:outerShdw blurRad="38100" dist="38100" dir="2700000" algn="tl">
                  <a:srgbClr val="000000">
                    <a:alpha val="43137"/>
                  </a:srgbClr>
                </a:outerShdw>
              </a:effectLst>
            </a:endParaRPr>
          </a:p>
          <a:p>
            <a:pPr marL="1089025" indent="-623888">
              <a:lnSpc>
                <a:spcPct val="150000"/>
              </a:lnSpc>
              <a:buFont typeface="Arial" panose="020B0604020202020204" pitchFamily="34" charset="0"/>
              <a:buChar char="•"/>
            </a:pPr>
            <a:r>
              <a:rPr lang="en-US" sz="3200" dirty="0" smtClean="0"/>
              <a:t>user </a:t>
            </a:r>
            <a:r>
              <a:rPr lang="en-US" sz="3200" dirty="0"/>
              <a:t>space, paging, segmentations </a:t>
            </a:r>
            <a:endParaRPr lang="en-US" sz="3200" dirty="0" smtClean="0"/>
          </a:p>
          <a:p>
            <a:pPr marL="457200" indent="-457200">
              <a:lnSpc>
                <a:spcPct val="150000"/>
              </a:lnSpc>
              <a:buFont typeface="Wingdings" panose="05000000000000000000" pitchFamily="2" charset="2"/>
              <a:buChar char="§"/>
            </a:pPr>
            <a:r>
              <a:rPr lang="en-US" sz="3200" b="1" dirty="0" smtClean="0">
                <a:solidFill>
                  <a:srgbClr val="C00000"/>
                </a:solidFill>
                <a:effectLst>
                  <a:outerShdw blurRad="38100" dist="38100" dir="2700000" algn="tl">
                    <a:srgbClr val="000000">
                      <a:alpha val="43137"/>
                    </a:srgbClr>
                  </a:outerShdw>
                </a:effectLst>
              </a:rPr>
              <a:t>File </a:t>
            </a:r>
            <a:r>
              <a:rPr lang="en-US" sz="3200" b="1" dirty="0">
                <a:solidFill>
                  <a:srgbClr val="C00000"/>
                </a:solidFill>
                <a:effectLst>
                  <a:outerShdw blurRad="38100" dist="38100" dir="2700000" algn="tl">
                    <a:srgbClr val="000000">
                      <a:alpha val="43137"/>
                    </a:srgbClr>
                  </a:outerShdw>
                </a:effectLst>
              </a:rPr>
              <a:t>and I/O device access control </a:t>
            </a:r>
            <a:endParaRPr lang="en-US" sz="3200" b="1" dirty="0" smtClean="0">
              <a:solidFill>
                <a:srgbClr val="C00000"/>
              </a:solidFill>
              <a:effectLst>
                <a:outerShdw blurRad="38100" dist="38100" dir="2700000" algn="tl">
                  <a:srgbClr val="000000">
                    <a:alpha val="43137"/>
                  </a:srgbClr>
                </a:outerShdw>
              </a:effectLst>
            </a:endParaRPr>
          </a:p>
          <a:p>
            <a:pPr marL="914400" lvl="1" indent="-457200">
              <a:lnSpc>
                <a:spcPct val="150000"/>
              </a:lnSpc>
              <a:buFont typeface="Arial" panose="020B0604020202020204" pitchFamily="34" charset="0"/>
              <a:buChar char="•"/>
            </a:pPr>
            <a:r>
              <a:rPr lang="en-US" sz="3200" dirty="0" smtClean="0"/>
              <a:t>access </a:t>
            </a:r>
            <a:r>
              <a:rPr lang="en-US" sz="3200" dirty="0"/>
              <a:t>control matrix </a:t>
            </a:r>
          </a:p>
          <a:p>
            <a:pPr marL="457200" indent="-457200">
              <a:lnSpc>
                <a:spcPct val="150000"/>
              </a:lnSpc>
              <a:buFont typeface="Wingdings" panose="05000000000000000000" pitchFamily="2" charset="2"/>
              <a:buChar char="§"/>
            </a:pPr>
            <a:r>
              <a:rPr lang="en-US" sz="3200" b="1" dirty="0" smtClean="0">
                <a:solidFill>
                  <a:srgbClr val="C00000"/>
                </a:solidFill>
                <a:effectLst>
                  <a:outerShdw blurRad="38100" dist="38100" dir="2700000" algn="tl">
                    <a:srgbClr val="000000">
                      <a:alpha val="43137"/>
                    </a:srgbClr>
                  </a:outerShdw>
                </a:effectLst>
              </a:rPr>
              <a:t>Allocation </a:t>
            </a:r>
            <a:r>
              <a:rPr lang="en-US" sz="3200" b="1" dirty="0">
                <a:solidFill>
                  <a:srgbClr val="C00000"/>
                </a:solidFill>
                <a:effectLst>
                  <a:outerShdw blurRad="38100" dist="38100" dir="2700000" algn="tl">
                    <a:srgbClr val="000000">
                      <a:alpha val="43137"/>
                    </a:srgbClr>
                  </a:outerShdw>
                </a:effectLst>
              </a:rPr>
              <a:t>&amp; access control to general objects</a:t>
            </a:r>
            <a:endParaRPr lang="en-US" sz="28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5009329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80" y="603666"/>
            <a:ext cx="8485219"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86500" y="235036"/>
            <a:ext cx="5695949" cy="142376"/>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Security features in ordinary OS </a:t>
            </a:r>
          </a:p>
        </p:txBody>
      </p:sp>
      <p:sp>
        <p:nvSpPr>
          <p:cNvPr id="4" name="ZoneTexte 3"/>
          <p:cNvSpPr txBox="1"/>
          <p:nvPr/>
        </p:nvSpPr>
        <p:spPr>
          <a:xfrm>
            <a:off x="56906" y="1195882"/>
            <a:ext cx="12135094" cy="5262979"/>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fr-FR" sz="2800" b="1" dirty="0" smtClean="0">
                <a:solidFill>
                  <a:srgbClr val="C00000"/>
                </a:solidFill>
                <a:effectLst>
                  <a:outerShdw blurRad="38100" dist="38100" dir="2700000" algn="tl">
                    <a:srgbClr val="000000">
                      <a:alpha val="43137"/>
                    </a:srgbClr>
                  </a:outerShdw>
                </a:effectLst>
              </a:rPr>
              <a:t> </a:t>
            </a:r>
            <a:r>
              <a:rPr lang="fr-FR" sz="2800" b="1" dirty="0" err="1" smtClean="0">
                <a:solidFill>
                  <a:srgbClr val="C00000"/>
                </a:solidFill>
                <a:effectLst>
                  <a:outerShdw blurRad="38100" dist="38100" dir="2700000" algn="tl">
                    <a:srgbClr val="000000">
                      <a:alpha val="43137"/>
                    </a:srgbClr>
                  </a:outerShdw>
                </a:effectLst>
              </a:rPr>
              <a:t>Enforcement</a:t>
            </a:r>
            <a:r>
              <a:rPr lang="fr-FR" sz="2800" b="1" dirty="0" smtClean="0">
                <a:solidFill>
                  <a:srgbClr val="C00000"/>
                </a:solidFill>
                <a:effectLst>
                  <a:outerShdw blurRad="38100" dist="38100" dir="2700000" algn="tl">
                    <a:srgbClr val="000000">
                      <a:alpha val="43137"/>
                    </a:srgbClr>
                  </a:outerShdw>
                </a:effectLst>
              </a:rPr>
              <a:t> </a:t>
            </a:r>
            <a:r>
              <a:rPr lang="fr-FR" sz="2800" b="1" dirty="0">
                <a:solidFill>
                  <a:srgbClr val="C00000"/>
                </a:solidFill>
                <a:effectLst>
                  <a:outerShdw blurRad="38100" dist="38100" dir="2700000" algn="tl">
                    <a:srgbClr val="000000">
                      <a:alpha val="43137"/>
                    </a:srgbClr>
                  </a:outerShdw>
                </a:effectLst>
              </a:rPr>
              <a:t>of sharing </a:t>
            </a:r>
            <a:r>
              <a:rPr lang="fr-FR" sz="2800" b="1" dirty="0" err="1">
                <a:solidFill>
                  <a:srgbClr val="C00000"/>
                </a:solidFill>
                <a:effectLst>
                  <a:outerShdw blurRad="38100" dist="38100" dir="2700000" algn="tl">
                    <a:srgbClr val="000000">
                      <a:alpha val="43137"/>
                    </a:srgbClr>
                  </a:outerShdw>
                </a:effectLst>
              </a:rPr>
              <a:t>resources</a:t>
            </a:r>
            <a:r>
              <a:rPr lang="fr-FR" sz="2800" b="1" dirty="0">
                <a:solidFill>
                  <a:srgbClr val="C00000"/>
                </a:solidFill>
                <a:effectLst>
                  <a:outerShdw blurRad="38100" dist="38100" dir="2700000" algn="tl">
                    <a:srgbClr val="000000">
                      <a:alpha val="43137"/>
                    </a:srgbClr>
                  </a:outerShdw>
                </a:effectLst>
              </a:rPr>
              <a:t> </a:t>
            </a:r>
            <a:endParaRPr lang="fr-FR" sz="2800" b="1" dirty="0" smtClean="0">
              <a:solidFill>
                <a:srgbClr val="C00000"/>
              </a:solidFill>
              <a:effectLst>
                <a:outerShdw blurRad="38100" dist="38100" dir="2700000" algn="tl">
                  <a:srgbClr val="000000">
                    <a:alpha val="43137"/>
                  </a:srgbClr>
                </a:outerShdw>
              </a:effectLst>
            </a:endParaRPr>
          </a:p>
          <a:p>
            <a:pPr marL="914400" indent="-457200">
              <a:lnSpc>
                <a:spcPct val="150000"/>
              </a:lnSpc>
              <a:buFont typeface="Arial" panose="020B0604020202020204" pitchFamily="34" charset="0"/>
              <a:buChar char="•"/>
            </a:pPr>
            <a:r>
              <a:rPr lang="fr-FR" sz="2800" dirty="0" smtClean="0"/>
              <a:t>To </a:t>
            </a:r>
            <a:r>
              <a:rPr lang="fr-FR" sz="2800" dirty="0" err="1"/>
              <a:t>preserve</a:t>
            </a:r>
            <a:r>
              <a:rPr lang="fr-FR" sz="2800" dirty="0"/>
              <a:t> </a:t>
            </a:r>
            <a:r>
              <a:rPr lang="fr-FR" sz="2800" dirty="0" err="1"/>
              <a:t>integrity</a:t>
            </a:r>
            <a:r>
              <a:rPr lang="fr-FR" sz="2800" dirty="0"/>
              <a:t> and </a:t>
            </a:r>
            <a:r>
              <a:rPr lang="fr-FR" sz="2800" dirty="0" err="1"/>
              <a:t>consistency</a:t>
            </a:r>
            <a:r>
              <a:rPr lang="fr-FR" sz="2800" dirty="0"/>
              <a:t> (</a:t>
            </a:r>
            <a:r>
              <a:rPr lang="fr-FR" sz="2800" dirty="0" err="1"/>
              <a:t>critical</a:t>
            </a:r>
            <a:r>
              <a:rPr lang="fr-FR" sz="2800" dirty="0"/>
              <a:t> section) </a:t>
            </a:r>
            <a:endParaRPr lang="fr-FR" sz="2800" dirty="0" smtClean="0"/>
          </a:p>
          <a:p>
            <a:pPr marL="457200" indent="-457200">
              <a:lnSpc>
                <a:spcPct val="150000"/>
              </a:lnSpc>
              <a:buFont typeface="Wingdings" panose="05000000000000000000" pitchFamily="2" charset="2"/>
              <a:buChar char="§"/>
            </a:pPr>
            <a:r>
              <a:rPr lang="fr-FR" sz="2800" b="1" dirty="0" smtClean="0">
                <a:solidFill>
                  <a:srgbClr val="C00000"/>
                </a:solidFill>
                <a:effectLst>
                  <a:outerShdw blurRad="38100" dist="38100" dir="2700000" algn="tl">
                    <a:srgbClr val="000000">
                      <a:alpha val="43137"/>
                    </a:srgbClr>
                  </a:outerShdw>
                </a:effectLst>
              </a:rPr>
              <a:t> </a:t>
            </a:r>
            <a:r>
              <a:rPr lang="fr-FR" sz="2800" b="1" dirty="0" err="1">
                <a:solidFill>
                  <a:srgbClr val="C00000"/>
                </a:solidFill>
                <a:effectLst>
                  <a:outerShdw blurRad="38100" dist="38100" dir="2700000" algn="tl">
                    <a:srgbClr val="000000">
                      <a:alpha val="43137"/>
                    </a:srgbClr>
                  </a:outerShdw>
                </a:effectLst>
              </a:rPr>
              <a:t>Fair</a:t>
            </a:r>
            <a:r>
              <a:rPr lang="fr-FR" sz="2800" b="1" dirty="0">
                <a:solidFill>
                  <a:srgbClr val="C00000"/>
                </a:solidFill>
                <a:effectLst>
                  <a:outerShdw blurRad="38100" dist="38100" dir="2700000" algn="tl">
                    <a:srgbClr val="000000">
                      <a:alpha val="43137"/>
                    </a:srgbClr>
                  </a:outerShdw>
                </a:effectLst>
              </a:rPr>
              <a:t> service </a:t>
            </a:r>
            <a:endParaRPr lang="fr-FR" sz="2800" b="1" dirty="0" smtClean="0">
              <a:solidFill>
                <a:srgbClr val="C00000"/>
              </a:solidFill>
              <a:effectLst>
                <a:outerShdw blurRad="38100" dist="38100" dir="2700000" algn="tl">
                  <a:srgbClr val="000000">
                    <a:alpha val="43137"/>
                  </a:srgbClr>
                </a:outerShdw>
              </a:effectLst>
            </a:endParaRPr>
          </a:p>
          <a:p>
            <a:pPr marL="914400" indent="-457200">
              <a:lnSpc>
                <a:spcPct val="150000"/>
              </a:lnSpc>
              <a:buFont typeface="Arial" panose="020B0604020202020204" pitchFamily="34" charset="0"/>
              <a:buChar char="•"/>
            </a:pPr>
            <a:r>
              <a:rPr lang="fr-FR" sz="2800" dirty="0" smtClean="0"/>
              <a:t>no </a:t>
            </a:r>
            <a:r>
              <a:rPr lang="fr-FR" sz="2800" dirty="0" err="1"/>
              <a:t>starvation</a:t>
            </a:r>
            <a:r>
              <a:rPr lang="fr-FR" sz="2800" dirty="0"/>
              <a:t> and </a:t>
            </a:r>
            <a:r>
              <a:rPr lang="fr-FR" sz="2800" dirty="0" err="1"/>
              <a:t>deadlock</a:t>
            </a:r>
            <a:r>
              <a:rPr lang="fr-FR" sz="2800" dirty="0"/>
              <a:t> </a:t>
            </a:r>
            <a:endParaRPr lang="fr-FR" sz="2800" dirty="0" smtClean="0"/>
          </a:p>
          <a:p>
            <a:pPr marL="457200" indent="-457200">
              <a:lnSpc>
                <a:spcPct val="150000"/>
              </a:lnSpc>
              <a:buFont typeface="Wingdings" panose="05000000000000000000" pitchFamily="2" charset="2"/>
              <a:buChar char="§"/>
            </a:pPr>
            <a:r>
              <a:rPr lang="fr-FR" sz="2800" b="1" dirty="0" smtClean="0">
                <a:solidFill>
                  <a:srgbClr val="C00000"/>
                </a:solidFill>
                <a:effectLst>
                  <a:outerShdw blurRad="38100" dist="38100" dir="2700000" algn="tl">
                    <a:srgbClr val="000000">
                      <a:alpha val="43137"/>
                    </a:srgbClr>
                  </a:outerShdw>
                </a:effectLst>
              </a:rPr>
              <a:t> </a:t>
            </a:r>
            <a:r>
              <a:rPr lang="fr-FR" sz="2800" b="1" dirty="0">
                <a:solidFill>
                  <a:srgbClr val="C00000"/>
                </a:solidFill>
                <a:effectLst>
                  <a:outerShdw blurRad="38100" dist="38100" dir="2700000" algn="tl">
                    <a:srgbClr val="000000">
                      <a:alpha val="43137"/>
                    </a:srgbClr>
                  </a:outerShdw>
                </a:effectLst>
              </a:rPr>
              <a:t>Inter-</a:t>
            </a:r>
            <a:r>
              <a:rPr lang="fr-FR" sz="2800" b="1" dirty="0" err="1">
                <a:solidFill>
                  <a:srgbClr val="C00000"/>
                </a:solidFill>
                <a:effectLst>
                  <a:outerShdw blurRad="38100" dist="38100" dir="2700000" algn="tl">
                    <a:srgbClr val="000000">
                      <a:alpha val="43137"/>
                    </a:srgbClr>
                  </a:outerShdw>
                </a:effectLst>
              </a:rPr>
              <a:t>process</a:t>
            </a:r>
            <a:r>
              <a:rPr lang="fr-FR" sz="2800" b="1" dirty="0">
                <a:solidFill>
                  <a:srgbClr val="C00000"/>
                </a:solidFill>
                <a:effectLst>
                  <a:outerShdw blurRad="38100" dist="38100" dir="2700000" algn="tl">
                    <a:srgbClr val="000000">
                      <a:alpha val="43137"/>
                    </a:srgbClr>
                  </a:outerShdw>
                </a:effectLst>
              </a:rPr>
              <a:t> communication &amp; </a:t>
            </a:r>
            <a:r>
              <a:rPr lang="fr-FR" sz="2800" b="1" dirty="0" err="1" smtClean="0">
                <a:solidFill>
                  <a:srgbClr val="C00000"/>
                </a:solidFill>
                <a:effectLst>
                  <a:outerShdw blurRad="38100" dist="38100" dir="2700000" algn="tl">
                    <a:srgbClr val="000000">
                      <a:alpha val="43137"/>
                    </a:srgbClr>
                  </a:outerShdw>
                </a:effectLst>
              </a:rPr>
              <a:t>synchronization</a:t>
            </a:r>
            <a:endParaRPr lang="fr-FR" sz="2800" b="1" dirty="0" smtClean="0">
              <a:solidFill>
                <a:srgbClr val="C00000"/>
              </a:solidFill>
              <a:effectLst>
                <a:outerShdw blurRad="38100" dist="38100" dir="2700000" algn="tl">
                  <a:srgbClr val="000000">
                    <a:alpha val="43137"/>
                  </a:srgbClr>
                </a:outerShdw>
              </a:effectLst>
            </a:endParaRPr>
          </a:p>
          <a:p>
            <a:pPr marL="973138" indent="-457200">
              <a:lnSpc>
                <a:spcPct val="150000"/>
              </a:lnSpc>
              <a:buFont typeface="Arial" panose="020B0604020202020204" pitchFamily="34" charset="0"/>
              <a:buChar char="•"/>
            </a:pPr>
            <a:r>
              <a:rPr lang="fr-FR" sz="2800" dirty="0" err="1" smtClean="0"/>
              <a:t>Shared</a:t>
            </a:r>
            <a:r>
              <a:rPr lang="fr-FR" sz="2800" dirty="0" smtClean="0"/>
              <a:t> </a:t>
            </a:r>
            <a:r>
              <a:rPr lang="fr-FR" sz="2800" dirty="0"/>
              <a:t>variable (</a:t>
            </a:r>
            <a:r>
              <a:rPr lang="fr-FR" sz="2800" dirty="0" err="1"/>
              <a:t>e.g</a:t>
            </a:r>
            <a:r>
              <a:rPr lang="fr-FR" sz="2800" dirty="0"/>
              <a:t>, </a:t>
            </a:r>
            <a:r>
              <a:rPr lang="fr-FR" sz="2800" dirty="0" err="1"/>
              <a:t>using</a:t>
            </a:r>
            <a:r>
              <a:rPr lang="fr-FR" sz="2800" dirty="0"/>
              <a:t> </a:t>
            </a:r>
            <a:r>
              <a:rPr lang="fr-FR" sz="2800" dirty="0" err="1"/>
              <a:t>semaphores</a:t>
            </a:r>
            <a:r>
              <a:rPr lang="fr-FR" sz="2800" dirty="0"/>
              <a:t>) </a:t>
            </a:r>
            <a:endParaRPr lang="fr-FR" sz="2800" dirty="0" smtClean="0"/>
          </a:p>
          <a:p>
            <a:pPr marL="457200" indent="-457200">
              <a:lnSpc>
                <a:spcPct val="150000"/>
              </a:lnSpc>
              <a:buFont typeface="Wingdings" panose="05000000000000000000" pitchFamily="2" charset="2"/>
              <a:buChar char="§"/>
            </a:pPr>
            <a:r>
              <a:rPr lang="fr-FR" sz="2800" b="1" dirty="0" smtClean="0">
                <a:solidFill>
                  <a:srgbClr val="C00000"/>
                </a:solidFill>
                <a:effectLst>
                  <a:outerShdw blurRad="38100" dist="38100" dir="2700000" algn="tl">
                    <a:srgbClr val="000000">
                      <a:alpha val="43137"/>
                    </a:srgbClr>
                  </a:outerShdw>
                </a:effectLst>
              </a:rPr>
              <a:t> </a:t>
            </a:r>
            <a:r>
              <a:rPr lang="fr-FR" sz="2800" b="1" dirty="0">
                <a:solidFill>
                  <a:srgbClr val="C00000"/>
                </a:solidFill>
                <a:effectLst>
                  <a:outerShdw blurRad="38100" dist="38100" dir="2700000" algn="tl">
                    <a:srgbClr val="000000">
                      <a:alpha val="43137"/>
                    </a:srgbClr>
                  </a:outerShdw>
                </a:effectLst>
              </a:rPr>
              <a:t>Protection of data </a:t>
            </a:r>
            <a:endParaRPr lang="fr-FR" sz="2800" b="1" dirty="0" smtClean="0">
              <a:solidFill>
                <a:srgbClr val="C00000"/>
              </a:solidFill>
              <a:effectLst>
                <a:outerShdw blurRad="38100" dist="38100" dir="2700000" algn="tl">
                  <a:srgbClr val="000000">
                    <a:alpha val="43137"/>
                  </a:srgbClr>
                </a:outerShdw>
              </a:effectLst>
            </a:endParaRPr>
          </a:p>
          <a:p>
            <a:pPr marL="973138" indent="-465138">
              <a:lnSpc>
                <a:spcPct val="150000"/>
              </a:lnSpc>
              <a:buFont typeface="Arial" panose="020B0604020202020204" pitchFamily="34" charset="0"/>
              <a:buChar char="•"/>
            </a:pPr>
            <a:r>
              <a:rPr lang="fr-FR" sz="2800" dirty="0" err="1" smtClean="0"/>
              <a:t>encryption</a:t>
            </a:r>
            <a:r>
              <a:rPr lang="fr-FR" sz="2800" dirty="0"/>
              <a:t>, isolation </a:t>
            </a:r>
            <a:endParaRPr lang="en-US" sz="2800" b="1" dirty="0">
              <a:solidFill>
                <a:srgbClr val="C00000"/>
              </a:solidFill>
            </a:endParaRPr>
          </a:p>
        </p:txBody>
      </p:sp>
    </p:spTree>
    <p:extLst>
      <p:ext uri="{BB962C8B-B14F-4D97-AF65-F5344CB8AC3E}">
        <p14:creationId xmlns:p14="http://schemas.microsoft.com/office/powerpoint/2010/main" val="114956370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80" y="646530"/>
            <a:ext cx="7999446"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29364" y="235036"/>
            <a:ext cx="565308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766766" y="690679"/>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Security features of Trusted OS </a:t>
            </a:r>
          </a:p>
        </p:txBody>
      </p:sp>
      <p:sp>
        <p:nvSpPr>
          <p:cNvPr id="4" name="ZoneTexte 3"/>
          <p:cNvSpPr txBox="1"/>
          <p:nvPr/>
        </p:nvSpPr>
        <p:spPr>
          <a:xfrm>
            <a:off x="56906" y="1195882"/>
            <a:ext cx="12135094" cy="5078313"/>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Identification </a:t>
            </a:r>
            <a:r>
              <a:rPr lang="en-US" sz="2400" b="1" dirty="0">
                <a:effectLst>
                  <a:outerShdw blurRad="38100" dist="38100" dir="2700000" algn="tl">
                    <a:srgbClr val="000000">
                      <a:alpha val="43137"/>
                    </a:srgbClr>
                  </a:outerShdw>
                </a:effectLst>
              </a:rPr>
              <a:t>and Authentication</a:t>
            </a:r>
            <a:r>
              <a:rPr lang="en-US" sz="2400" b="1" dirty="0"/>
              <a:t> </a:t>
            </a:r>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Mandatory</a:t>
            </a:r>
            <a:r>
              <a:rPr lang="en-US" sz="2400" dirty="0" smtClean="0">
                <a:effectLst>
                  <a:outerShdw blurRad="38100" dist="38100" dir="2700000" algn="tl">
                    <a:srgbClr val="000000">
                      <a:alpha val="43137"/>
                    </a:srgbClr>
                  </a:outerShdw>
                </a:effectLst>
              </a:rPr>
              <a:t> </a:t>
            </a:r>
            <a:r>
              <a:rPr lang="en-US" sz="2400" dirty="0"/>
              <a:t>(enforce multilevel security by classifying the data and users into various security classes) and </a:t>
            </a:r>
            <a:endParaRPr lang="en-US" sz="2400" dirty="0" smtClean="0"/>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Discretionary </a:t>
            </a:r>
            <a:r>
              <a:rPr lang="en-US" sz="2400" b="1" dirty="0">
                <a:effectLst>
                  <a:outerShdw blurRad="38100" dist="38100" dir="2700000" algn="tl">
                    <a:srgbClr val="000000">
                      <a:alpha val="43137"/>
                    </a:srgbClr>
                  </a:outerShdw>
                </a:effectLst>
              </a:rPr>
              <a:t>Access Control </a:t>
            </a:r>
            <a:r>
              <a:rPr lang="en-US" sz="2400" dirty="0"/>
              <a:t>(grant privileges to users) </a:t>
            </a:r>
            <a:endParaRPr lang="en-US" sz="2400" dirty="0" smtClean="0"/>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Object </a:t>
            </a:r>
            <a:r>
              <a:rPr lang="en-US" sz="2400" b="1" dirty="0">
                <a:effectLst>
                  <a:outerShdw blurRad="38100" dist="38100" dir="2700000" algn="tl">
                    <a:srgbClr val="000000">
                      <a:alpha val="43137"/>
                    </a:srgbClr>
                  </a:outerShdw>
                </a:effectLst>
              </a:rPr>
              <a:t>use and reuse protection</a:t>
            </a:r>
            <a:r>
              <a:rPr lang="en-US" sz="2400" b="1" dirty="0"/>
              <a:t> </a:t>
            </a:r>
            <a:r>
              <a:rPr lang="en-US" sz="2400" dirty="0"/>
              <a:t>(Subject and object) </a:t>
            </a:r>
            <a:endParaRPr lang="en-US" sz="2400" dirty="0" smtClean="0"/>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Anti-virus </a:t>
            </a:r>
            <a:r>
              <a:rPr lang="en-US" sz="2400" b="1" dirty="0">
                <a:effectLst>
                  <a:outerShdw blurRad="38100" dist="38100" dir="2700000" algn="tl">
                    <a:srgbClr val="000000">
                      <a:alpha val="43137"/>
                    </a:srgbClr>
                  </a:outerShdw>
                </a:effectLst>
              </a:rPr>
              <a:t>scan </a:t>
            </a:r>
            <a:endParaRPr lang="en-US" sz="2400" b="1" dirty="0" smtClean="0">
              <a:effectLst>
                <a:outerShdw blurRad="38100" dist="38100" dir="2700000" algn="tl">
                  <a:srgbClr val="000000">
                    <a:alpha val="43137"/>
                  </a:srgbClr>
                </a:outerShdw>
              </a:effectLst>
            </a:endParaRPr>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Accountability </a:t>
            </a:r>
            <a:r>
              <a:rPr lang="en-US" sz="2400" b="1" dirty="0">
                <a:effectLst>
                  <a:outerShdw blurRad="38100" dist="38100" dir="2700000" algn="tl">
                    <a:srgbClr val="000000">
                      <a:alpha val="43137"/>
                    </a:srgbClr>
                  </a:outerShdw>
                </a:effectLst>
              </a:rPr>
              <a:t>and Audit</a:t>
            </a:r>
            <a:r>
              <a:rPr lang="en-US" sz="2400" b="1" dirty="0"/>
              <a:t> </a:t>
            </a:r>
            <a:r>
              <a:rPr lang="en-US" sz="2400" dirty="0"/>
              <a:t>(security log) </a:t>
            </a:r>
            <a:endParaRPr lang="en-US" sz="2400" dirty="0" smtClean="0"/>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Firewall</a:t>
            </a:r>
            <a:r>
              <a:rPr lang="en-US" sz="2400" dirty="0" smtClean="0">
                <a:effectLst>
                  <a:outerShdw blurRad="38100" dist="38100" dir="2700000" algn="tl">
                    <a:srgbClr val="000000">
                      <a:alpha val="43137"/>
                    </a:srgbClr>
                  </a:outerShdw>
                </a:effectLst>
              </a:rPr>
              <a:t> </a:t>
            </a:r>
          </a:p>
          <a:p>
            <a:pPr marL="457200" indent="-457200">
              <a:lnSpc>
                <a:spcPct val="150000"/>
              </a:lnSpc>
              <a:buFont typeface="Wingdings" panose="05000000000000000000" pitchFamily="2" charset="2"/>
              <a:buChar char="§"/>
            </a:pPr>
            <a:r>
              <a:rPr lang="en-US" sz="2400" b="1" dirty="0" smtClean="0">
                <a:effectLst>
                  <a:outerShdw blurRad="38100" dist="38100" dir="2700000" algn="tl">
                    <a:srgbClr val="000000">
                      <a:alpha val="43137"/>
                    </a:srgbClr>
                  </a:outerShdw>
                </a:effectLst>
              </a:rPr>
              <a:t>Intrusion </a:t>
            </a:r>
            <a:r>
              <a:rPr lang="en-US" sz="2400" b="1" dirty="0">
                <a:effectLst>
                  <a:outerShdw blurRad="38100" dist="38100" dir="2700000" algn="tl">
                    <a:srgbClr val="000000">
                      <a:alpha val="43137"/>
                    </a:srgbClr>
                  </a:outerShdw>
                </a:effectLst>
              </a:rPr>
              <a:t>detection </a:t>
            </a:r>
            <a:r>
              <a:rPr lang="en-US" sz="2400" dirty="0"/>
              <a:t>(patterns of normal system usages, anomalies)</a:t>
            </a:r>
            <a:endParaRPr lang="en-US" sz="2400" b="1" dirty="0">
              <a:solidFill>
                <a:srgbClr val="C00000"/>
              </a:solidFill>
            </a:endParaRPr>
          </a:p>
        </p:txBody>
      </p:sp>
    </p:spTree>
    <p:extLst>
      <p:ext uri="{BB962C8B-B14F-4D97-AF65-F5344CB8AC3E}">
        <p14:creationId xmlns:p14="http://schemas.microsoft.com/office/powerpoint/2010/main" val="226549045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79" y="646530"/>
            <a:ext cx="5027646"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43650" y="235036"/>
            <a:ext cx="563879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3764732"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Protection Types </a:t>
            </a:r>
          </a:p>
        </p:txBody>
      </p:sp>
      <p:sp>
        <p:nvSpPr>
          <p:cNvPr id="4" name="ZoneTexte 3"/>
          <p:cNvSpPr txBox="1"/>
          <p:nvPr/>
        </p:nvSpPr>
        <p:spPr>
          <a:xfrm>
            <a:off x="56906" y="1350596"/>
            <a:ext cx="12135094" cy="4524315"/>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Do </a:t>
            </a:r>
            <a:r>
              <a:rPr lang="en-US" sz="3200" dirty="0">
                <a:solidFill>
                  <a:schemeClr val="accent1">
                    <a:lumMod val="75000"/>
                  </a:schemeClr>
                </a:solidFill>
                <a:effectLst>
                  <a:outerShdw blurRad="38100" dist="38100" dir="2700000" algn="tl">
                    <a:srgbClr val="000000">
                      <a:alpha val="43137"/>
                    </a:srgbClr>
                  </a:outerShdw>
                </a:effectLst>
              </a:rPr>
              <a:t>not protect </a:t>
            </a:r>
            <a:endParaRPr lang="en-US" sz="3200" dirty="0" smtClean="0">
              <a:solidFill>
                <a:schemeClr val="accent1">
                  <a:lumMod val="75000"/>
                </a:schemeClr>
              </a:solidFill>
              <a:effectLst>
                <a:outerShdw blurRad="38100" dist="38100" dir="2700000" algn="tl">
                  <a:srgbClr val="000000">
                    <a:alpha val="43137"/>
                  </a:srgbClr>
                </a:outerShdw>
              </a:effectLst>
            </a:endParaRPr>
          </a:p>
          <a:p>
            <a:pPr marL="342900" indent="-342900">
              <a:lnSpc>
                <a:spcPct val="150000"/>
              </a:lnSpc>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Isolate</a:t>
            </a:r>
            <a:r>
              <a:rPr lang="en-US" sz="3200" dirty="0" smtClean="0">
                <a:solidFill>
                  <a:schemeClr val="accent1">
                    <a:lumMod val="75000"/>
                  </a:schemeClr>
                </a:solidFill>
              </a:rPr>
              <a:t> </a:t>
            </a:r>
          </a:p>
          <a:p>
            <a:pPr marL="342900" indent="-342900">
              <a:lnSpc>
                <a:spcPct val="150000"/>
              </a:lnSpc>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Share </a:t>
            </a:r>
            <a:r>
              <a:rPr lang="en-US" sz="3200" dirty="0">
                <a:solidFill>
                  <a:schemeClr val="accent1">
                    <a:lumMod val="75000"/>
                  </a:schemeClr>
                </a:solidFill>
                <a:effectLst>
                  <a:outerShdw blurRad="38100" dist="38100" dir="2700000" algn="tl">
                    <a:srgbClr val="000000">
                      <a:alpha val="43137"/>
                    </a:srgbClr>
                  </a:outerShdw>
                </a:effectLst>
              </a:rPr>
              <a:t>all or share nothing </a:t>
            </a:r>
            <a:endParaRPr lang="en-US" sz="3200" dirty="0" smtClean="0">
              <a:solidFill>
                <a:schemeClr val="accent1">
                  <a:lumMod val="75000"/>
                </a:schemeClr>
              </a:solidFill>
              <a:effectLst>
                <a:outerShdw blurRad="38100" dist="38100" dir="2700000" algn="tl">
                  <a:srgbClr val="000000">
                    <a:alpha val="43137"/>
                  </a:srgbClr>
                </a:outerShdw>
              </a:effectLst>
            </a:endParaRPr>
          </a:p>
          <a:p>
            <a:pPr marL="342900" indent="-342900">
              <a:lnSpc>
                <a:spcPct val="150000"/>
              </a:lnSpc>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Share </a:t>
            </a:r>
            <a:r>
              <a:rPr lang="en-US" sz="3200" dirty="0">
                <a:solidFill>
                  <a:schemeClr val="accent1">
                    <a:lumMod val="75000"/>
                  </a:schemeClr>
                </a:solidFill>
                <a:effectLst>
                  <a:outerShdw blurRad="38100" dist="38100" dir="2700000" algn="tl">
                    <a:srgbClr val="000000">
                      <a:alpha val="43137"/>
                    </a:srgbClr>
                  </a:outerShdw>
                </a:effectLst>
              </a:rPr>
              <a:t>via access limitation </a:t>
            </a:r>
            <a:endParaRPr lang="en-US" sz="3200" dirty="0" smtClean="0">
              <a:solidFill>
                <a:schemeClr val="accent1">
                  <a:lumMod val="75000"/>
                </a:schemeClr>
              </a:solidFill>
              <a:effectLst>
                <a:outerShdw blurRad="38100" dist="38100" dir="2700000" algn="tl">
                  <a:srgbClr val="000000">
                    <a:alpha val="43137"/>
                  </a:srgbClr>
                </a:outerShdw>
              </a:effectLst>
            </a:endParaRPr>
          </a:p>
          <a:p>
            <a:pPr marL="342900" indent="-342900">
              <a:lnSpc>
                <a:spcPct val="150000"/>
              </a:lnSpc>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Share </a:t>
            </a:r>
            <a:r>
              <a:rPr lang="en-US" sz="3200" dirty="0">
                <a:solidFill>
                  <a:schemeClr val="accent1">
                    <a:lumMod val="75000"/>
                  </a:schemeClr>
                </a:solidFill>
                <a:effectLst>
                  <a:outerShdw blurRad="38100" dist="38100" dir="2700000" algn="tl">
                    <a:srgbClr val="000000">
                      <a:alpha val="43137"/>
                    </a:srgbClr>
                  </a:outerShdw>
                </a:effectLst>
              </a:rPr>
              <a:t>by capabilities </a:t>
            </a:r>
            <a:endParaRPr lang="en-US" sz="3200" dirty="0" smtClean="0">
              <a:solidFill>
                <a:schemeClr val="accent1">
                  <a:lumMod val="75000"/>
                </a:schemeClr>
              </a:solidFill>
              <a:effectLst>
                <a:outerShdw blurRad="38100" dist="38100" dir="2700000" algn="tl">
                  <a:srgbClr val="000000">
                    <a:alpha val="43137"/>
                  </a:srgbClr>
                </a:outerShdw>
              </a:effectLst>
            </a:endParaRPr>
          </a:p>
          <a:p>
            <a:pPr marL="342900" indent="-342900">
              <a:lnSpc>
                <a:spcPct val="150000"/>
              </a:lnSpc>
              <a:buFont typeface="Wingdings" panose="05000000000000000000" pitchFamily="2" charset="2"/>
              <a:buChar char="§"/>
            </a:pPr>
            <a:r>
              <a:rPr lang="en-US" sz="3200" dirty="0" smtClean="0">
                <a:solidFill>
                  <a:schemeClr val="accent1">
                    <a:lumMod val="75000"/>
                  </a:schemeClr>
                </a:solidFill>
                <a:effectLst>
                  <a:outerShdw blurRad="38100" dist="38100" dir="2700000" algn="tl">
                    <a:srgbClr val="000000">
                      <a:alpha val="43137"/>
                    </a:srgbClr>
                  </a:outerShdw>
                </a:effectLst>
              </a:rPr>
              <a:t>Limit </a:t>
            </a:r>
            <a:r>
              <a:rPr lang="en-US" sz="3200" dirty="0">
                <a:solidFill>
                  <a:schemeClr val="accent1">
                    <a:lumMod val="75000"/>
                  </a:schemeClr>
                </a:solidFill>
                <a:effectLst>
                  <a:outerShdw blurRad="38100" dist="38100" dir="2700000" algn="tl">
                    <a:srgbClr val="000000">
                      <a:alpha val="43137"/>
                    </a:srgbClr>
                  </a:outerShdw>
                </a:effectLst>
              </a:rPr>
              <a:t>use of an object</a:t>
            </a:r>
            <a:endParaRPr lang="en-US" sz="32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5297514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79" y="603666"/>
            <a:ext cx="5518863"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57926" y="235036"/>
            <a:ext cx="572452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Protection Types(cont.)</a:t>
            </a:r>
          </a:p>
        </p:txBody>
      </p:sp>
      <p:sp>
        <p:nvSpPr>
          <p:cNvPr id="4" name="ZoneTexte 3"/>
          <p:cNvSpPr txBox="1"/>
          <p:nvPr/>
        </p:nvSpPr>
        <p:spPr>
          <a:xfrm>
            <a:off x="56906" y="1350596"/>
            <a:ext cx="12135094" cy="3529428"/>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3000" b="1" dirty="0" smtClean="0">
                <a:solidFill>
                  <a:schemeClr val="accent1">
                    <a:lumMod val="75000"/>
                  </a:schemeClr>
                </a:solidFill>
                <a:effectLst>
                  <a:outerShdw blurRad="38100" dist="38100" dir="2700000" algn="tl">
                    <a:srgbClr val="000000">
                      <a:alpha val="43137"/>
                    </a:srgbClr>
                  </a:outerShdw>
                </a:effectLst>
              </a:rPr>
              <a:t>Do </a:t>
            </a:r>
            <a:r>
              <a:rPr lang="en-US" sz="3000" b="1" dirty="0">
                <a:solidFill>
                  <a:schemeClr val="accent1">
                    <a:lumMod val="75000"/>
                  </a:schemeClr>
                </a:solidFill>
                <a:effectLst>
                  <a:outerShdw blurRad="38100" dist="38100" dir="2700000" algn="tl">
                    <a:srgbClr val="000000">
                      <a:alpha val="43137"/>
                    </a:srgbClr>
                  </a:outerShdw>
                </a:effectLst>
              </a:rPr>
              <a:t>not protect</a:t>
            </a:r>
            <a:r>
              <a:rPr lang="en-US" sz="3000" dirty="0">
                <a:solidFill>
                  <a:schemeClr val="accent1">
                    <a:lumMod val="75000"/>
                  </a:schemeClr>
                </a:solidFill>
                <a:effectLst>
                  <a:outerShdw blurRad="38100" dist="38100" dir="2700000" algn="tl">
                    <a:srgbClr val="000000">
                      <a:alpha val="43137"/>
                    </a:srgbClr>
                  </a:outerShdw>
                </a:effectLst>
              </a:rPr>
              <a:t>. </a:t>
            </a:r>
            <a:r>
              <a:rPr lang="en-US" sz="3000" dirty="0"/>
              <a:t>Operating systems with no protection are appropriate A when sensitive procedures are being run at separate times. </a:t>
            </a:r>
          </a:p>
          <a:p>
            <a:pPr marL="342900" indent="-342900">
              <a:lnSpc>
                <a:spcPct val="150000"/>
              </a:lnSpc>
              <a:buFont typeface="Wingdings" panose="05000000000000000000" pitchFamily="2" charset="2"/>
              <a:buChar char="§"/>
            </a:pPr>
            <a:r>
              <a:rPr lang="en-US" sz="3000" b="1" dirty="0" smtClean="0">
                <a:solidFill>
                  <a:schemeClr val="accent1">
                    <a:lumMod val="75000"/>
                  </a:schemeClr>
                </a:solidFill>
                <a:effectLst>
                  <a:outerShdw blurRad="38100" dist="38100" dir="2700000" algn="tl">
                    <a:srgbClr val="000000">
                      <a:alpha val="43137"/>
                    </a:srgbClr>
                  </a:outerShdw>
                </a:effectLst>
              </a:rPr>
              <a:t>Isolate</a:t>
            </a:r>
            <a:r>
              <a:rPr lang="en-US" sz="3000" dirty="0">
                <a:solidFill>
                  <a:schemeClr val="accent1">
                    <a:lumMod val="75000"/>
                  </a:schemeClr>
                </a:solidFill>
                <a:effectLst>
                  <a:outerShdw blurRad="38100" dist="38100" dir="2700000" algn="tl">
                    <a:srgbClr val="000000">
                      <a:alpha val="43137"/>
                    </a:srgbClr>
                  </a:outerShdw>
                </a:effectLst>
              </a:rPr>
              <a:t>.</a:t>
            </a:r>
            <a:r>
              <a:rPr lang="en-US" sz="3000" dirty="0">
                <a:solidFill>
                  <a:schemeClr val="accent1">
                    <a:lumMod val="75000"/>
                  </a:schemeClr>
                </a:solidFill>
              </a:rPr>
              <a:t> </a:t>
            </a:r>
            <a:r>
              <a:rPr lang="en-US" sz="3000" dirty="0"/>
              <a:t>When an operating system provides isolation, different processes running concurrently are unaware of the presence of each other. Each process has its own address space, files, and other objects</a:t>
            </a:r>
            <a:endParaRPr lang="en-US" sz="3000" b="1" dirty="0">
              <a:solidFill>
                <a:srgbClr val="C00000"/>
              </a:solidFill>
            </a:endParaRPr>
          </a:p>
        </p:txBody>
      </p:sp>
    </p:spTree>
    <p:extLst>
      <p:ext uri="{BB962C8B-B14F-4D97-AF65-F5344CB8AC3E}">
        <p14:creationId xmlns:p14="http://schemas.microsoft.com/office/powerpoint/2010/main" val="2004140801"/>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79" y="603666"/>
            <a:ext cx="5518863"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6"/>
            <a:ext cx="562451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Protection Types(cont.)</a:t>
            </a:r>
          </a:p>
        </p:txBody>
      </p:sp>
      <p:sp>
        <p:nvSpPr>
          <p:cNvPr id="4" name="ZoneTexte 3"/>
          <p:cNvSpPr txBox="1"/>
          <p:nvPr/>
        </p:nvSpPr>
        <p:spPr>
          <a:xfrm>
            <a:off x="56906" y="1350596"/>
            <a:ext cx="12135094" cy="3785652"/>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3200" b="1" dirty="0" smtClean="0">
                <a:solidFill>
                  <a:schemeClr val="accent1">
                    <a:lumMod val="75000"/>
                  </a:schemeClr>
                </a:solidFill>
                <a:effectLst>
                  <a:outerShdw blurRad="38100" dist="38100" dir="2700000" algn="tl">
                    <a:srgbClr val="000000">
                      <a:alpha val="43137"/>
                    </a:srgbClr>
                  </a:outerShdw>
                </a:effectLst>
              </a:rPr>
              <a:t>Share </a:t>
            </a:r>
            <a:r>
              <a:rPr lang="en-US" sz="3200" b="1" dirty="0">
                <a:solidFill>
                  <a:schemeClr val="accent1">
                    <a:lumMod val="75000"/>
                  </a:schemeClr>
                </a:solidFill>
                <a:effectLst>
                  <a:outerShdw blurRad="38100" dist="38100" dir="2700000" algn="tl">
                    <a:srgbClr val="000000">
                      <a:alpha val="43137"/>
                    </a:srgbClr>
                  </a:outerShdw>
                </a:effectLst>
              </a:rPr>
              <a:t>all or share nothing</a:t>
            </a:r>
            <a:r>
              <a:rPr lang="en-US" sz="3200" dirty="0">
                <a:solidFill>
                  <a:schemeClr val="accent1">
                    <a:lumMod val="75000"/>
                  </a:schemeClr>
                </a:solidFill>
                <a:effectLst>
                  <a:outerShdw blurRad="38100" dist="38100" dir="2700000" algn="tl">
                    <a:srgbClr val="000000">
                      <a:alpha val="43137"/>
                    </a:srgbClr>
                  </a:outerShdw>
                </a:effectLst>
              </a:rPr>
              <a:t>.</a:t>
            </a:r>
            <a:r>
              <a:rPr lang="en-US" sz="3200" dirty="0"/>
              <a:t> With this form of protection, the owner of an object declares it to be public or private. </a:t>
            </a:r>
            <a:endParaRPr lang="en-US" sz="3200" dirty="0" smtClean="0"/>
          </a:p>
          <a:p>
            <a:pPr marL="342900" indent="-342900">
              <a:lnSpc>
                <a:spcPct val="150000"/>
              </a:lnSpc>
              <a:buFont typeface="Wingdings" panose="05000000000000000000" pitchFamily="2" charset="2"/>
              <a:buChar char="§"/>
            </a:pPr>
            <a:r>
              <a:rPr lang="en-US" sz="3200" b="1" dirty="0" smtClean="0">
                <a:solidFill>
                  <a:schemeClr val="accent1">
                    <a:lumMod val="75000"/>
                  </a:schemeClr>
                </a:solidFill>
                <a:effectLst>
                  <a:outerShdw blurRad="38100" dist="38100" dir="2700000" algn="tl">
                    <a:srgbClr val="000000">
                      <a:alpha val="43137"/>
                    </a:srgbClr>
                  </a:outerShdw>
                </a:effectLst>
              </a:rPr>
              <a:t>Share </a:t>
            </a:r>
            <a:r>
              <a:rPr lang="en-US" sz="3200" b="1" dirty="0">
                <a:solidFill>
                  <a:schemeClr val="accent1">
                    <a:lumMod val="75000"/>
                  </a:schemeClr>
                </a:solidFill>
                <a:effectLst>
                  <a:outerShdw blurRad="38100" dist="38100" dir="2700000" algn="tl">
                    <a:srgbClr val="000000">
                      <a:alpha val="43137"/>
                    </a:srgbClr>
                  </a:outerShdw>
                </a:effectLst>
              </a:rPr>
              <a:t>via access limitation</a:t>
            </a:r>
            <a:r>
              <a:rPr lang="en-US" sz="3200" dirty="0">
                <a:solidFill>
                  <a:schemeClr val="accent1">
                    <a:lumMod val="75000"/>
                  </a:schemeClr>
                </a:solidFill>
                <a:effectLst>
                  <a:outerShdw blurRad="38100" dist="38100" dir="2700000" algn="tl">
                    <a:srgbClr val="000000">
                      <a:alpha val="43137"/>
                    </a:srgbClr>
                  </a:outerShdw>
                </a:effectLst>
              </a:rPr>
              <a:t>. </a:t>
            </a:r>
            <a:r>
              <a:rPr lang="en-US" sz="3200" dirty="0"/>
              <a:t>With protection by access limitation, the operating system checks the allow ability of each user's potential access to an object.</a:t>
            </a:r>
            <a:endParaRPr lang="en-US" sz="3000" b="1" dirty="0">
              <a:solidFill>
                <a:srgbClr val="C00000"/>
              </a:solidFill>
            </a:endParaRPr>
          </a:p>
        </p:txBody>
      </p:sp>
    </p:spTree>
    <p:extLst>
      <p:ext uri="{BB962C8B-B14F-4D97-AF65-F5344CB8AC3E}">
        <p14:creationId xmlns:p14="http://schemas.microsoft.com/office/powerpoint/2010/main" val="165386961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79" y="603666"/>
            <a:ext cx="5518863"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6"/>
            <a:ext cx="562451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effectLst>
                  <a:outerShdw blurRad="38100" dist="38100" dir="2700000" algn="tl">
                    <a:srgbClr val="000000">
                      <a:alpha val="43137"/>
                    </a:srgbClr>
                  </a:outerShdw>
                </a:effectLst>
              </a:rPr>
              <a:t>Protection Types(cont.)</a:t>
            </a:r>
          </a:p>
        </p:txBody>
      </p:sp>
      <p:sp>
        <p:nvSpPr>
          <p:cNvPr id="4" name="ZoneTexte 3"/>
          <p:cNvSpPr txBox="1"/>
          <p:nvPr/>
        </p:nvSpPr>
        <p:spPr>
          <a:xfrm>
            <a:off x="56906" y="1350596"/>
            <a:ext cx="12135094" cy="3816429"/>
          </a:xfrm>
          <a:prstGeom prst="rect">
            <a:avLst/>
          </a:prstGeom>
          <a:noFill/>
        </p:spPr>
        <p:txBody>
          <a:bodyPr wrap="square" rtlCol="0">
            <a:spAutoFit/>
          </a:bodyPr>
          <a:lstStyle/>
          <a:p>
            <a:pPr marL="457200" indent="-457200">
              <a:buFont typeface="Wingdings" panose="05000000000000000000" pitchFamily="2" charset="2"/>
              <a:buChar char="§"/>
            </a:pPr>
            <a:r>
              <a:rPr lang="en-US" sz="3600" b="1" dirty="0" smtClean="0">
                <a:solidFill>
                  <a:schemeClr val="accent1">
                    <a:lumMod val="75000"/>
                  </a:schemeClr>
                </a:solidFill>
                <a:effectLst>
                  <a:outerShdw blurRad="38100" dist="38100" dir="2700000" algn="tl">
                    <a:srgbClr val="000000">
                      <a:alpha val="43137"/>
                    </a:srgbClr>
                  </a:outerShdw>
                </a:effectLst>
              </a:rPr>
              <a:t>Share </a:t>
            </a:r>
            <a:r>
              <a:rPr lang="en-US" sz="3600" b="1" dirty="0">
                <a:solidFill>
                  <a:schemeClr val="accent1">
                    <a:lumMod val="75000"/>
                  </a:schemeClr>
                </a:solidFill>
                <a:effectLst>
                  <a:outerShdw blurRad="38100" dist="38100" dir="2700000" algn="tl">
                    <a:srgbClr val="000000">
                      <a:alpha val="43137"/>
                    </a:srgbClr>
                  </a:outerShdw>
                </a:effectLst>
              </a:rPr>
              <a:t>by </a:t>
            </a:r>
            <a:r>
              <a:rPr lang="en-US" sz="3600" b="1" dirty="0" smtClean="0">
                <a:solidFill>
                  <a:schemeClr val="accent1">
                    <a:lumMod val="75000"/>
                  </a:schemeClr>
                </a:solidFill>
                <a:effectLst>
                  <a:outerShdw blurRad="38100" dist="38100" dir="2700000" algn="tl">
                    <a:srgbClr val="000000">
                      <a:alpha val="43137"/>
                    </a:srgbClr>
                  </a:outerShdw>
                </a:effectLst>
              </a:rPr>
              <a:t>capabilities.</a:t>
            </a:r>
            <a:r>
              <a:rPr lang="en-US" sz="3600" dirty="0" smtClean="0">
                <a:solidFill>
                  <a:schemeClr val="accent1">
                    <a:lumMod val="75000"/>
                  </a:schemeClr>
                </a:solidFill>
                <a:effectLst>
                  <a:outerShdw blurRad="38100" dist="38100" dir="2700000" algn="tl">
                    <a:srgbClr val="000000">
                      <a:alpha val="43137"/>
                    </a:srgbClr>
                  </a:outerShdw>
                </a:effectLst>
              </a:rPr>
              <a:t> </a:t>
            </a:r>
            <a:r>
              <a:rPr lang="en-US" sz="3600" dirty="0"/>
              <a:t>An extension of limited access sharing, this of sharing rights for form of protection allows dynamic creation objects, The degree of sharing can depend on the owner or the subject, on the context of the computation, or on the object itself.</a:t>
            </a:r>
          </a:p>
          <a:p>
            <a:r>
              <a:rPr lang="en-US" sz="3200" dirty="0"/>
              <a:t/>
            </a:r>
            <a:br>
              <a:rPr lang="en-US" sz="3200" dirty="0"/>
            </a:br>
            <a:endParaRPr lang="en-US" sz="3000" b="1" dirty="0">
              <a:solidFill>
                <a:srgbClr val="C00000"/>
              </a:solidFill>
            </a:endParaRPr>
          </a:p>
        </p:txBody>
      </p:sp>
    </p:spTree>
    <p:extLst>
      <p:ext uri="{BB962C8B-B14F-4D97-AF65-F5344CB8AC3E}">
        <p14:creationId xmlns:p14="http://schemas.microsoft.com/office/powerpoint/2010/main" val="1168604251"/>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315879" y="603666"/>
            <a:ext cx="5518863"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6"/>
            <a:ext cx="562451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rPr>
              <a:t>Protection Types(cont.)</a:t>
            </a:r>
            <a:endParaRPr lang="en-US" sz="3600" b="1" dirty="0">
              <a:solidFill>
                <a:schemeClr val="bg1"/>
              </a:solidFill>
              <a:effectLst>
                <a:outerShdw blurRad="38100" dist="38100" dir="2700000" algn="tl">
                  <a:srgbClr val="000000">
                    <a:alpha val="43137"/>
                  </a:srgbClr>
                </a:outerShdw>
              </a:effectLst>
            </a:endParaRPr>
          </a:p>
        </p:txBody>
      </p:sp>
      <p:sp>
        <p:nvSpPr>
          <p:cNvPr id="4" name="ZoneTexte 3"/>
          <p:cNvSpPr txBox="1"/>
          <p:nvPr/>
        </p:nvSpPr>
        <p:spPr>
          <a:xfrm>
            <a:off x="56906" y="1350596"/>
            <a:ext cx="12135094" cy="2769989"/>
          </a:xfrm>
          <a:prstGeom prst="rect">
            <a:avLst/>
          </a:prstGeom>
          <a:noFill/>
        </p:spPr>
        <p:txBody>
          <a:bodyPr wrap="square" rtlCol="0">
            <a:spAutoFit/>
          </a:bodyPr>
          <a:lstStyle/>
          <a:p>
            <a:pPr marL="457200" indent="-457200">
              <a:buFont typeface="Wingdings" panose="05000000000000000000" pitchFamily="2" charset="2"/>
              <a:buChar char="§"/>
            </a:pPr>
            <a:r>
              <a:rPr lang="en-US" sz="3600" b="1" dirty="0" smtClean="0">
                <a:solidFill>
                  <a:schemeClr val="accent1">
                    <a:lumMod val="75000"/>
                  </a:schemeClr>
                </a:solidFill>
                <a:effectLst>
                  <a:outerShdw blurRad="38100" dist="38100" dir="2700000" algn="tl">
                    <a:srgbClr val="000000">
                      <a:alpha val="43137"/>
                    </a:srgbClr>
                  </a:outerShdw>
                </a:effectLst>
              </a:rPr>
              <a:t>Limit </a:t>
            </a:r>
            <a:r>
              <a:rPr lang="en-US" sz="3600" b="1" dirty="0">
                <a:solidFill>
                  <a:schemeClr val="accent1">
                    <a:lumMod val="75000"/>
                  </a:schemeClr>
                </a:solidFill>
                <a:effectLst>
                  <a:outerShdw blurRad="38100" dist="38100" dir="2700000" algn="tl">
                    <a:srgbClr val="000000">
                      <a:alpha val="43137"/>
                    </a:srgbClr>
                  </a:outerShdw>
                </a:effectLst>
              </a:rPr>
              <a:t>use of an object.</a:t>
            </a:r>
            <a:r>
              <a:rPr lang="en-US" sz="3600" b="1" dirty="0"/>
              <a:t> </a:t>
            </a:r>
            <a:r>
              <a:rPr lang="en-US" sz="3600" dirty="0"/>
              <a:t>This form of protection limits not just the access to an object but the use made of that object after it has been accessed. For example, a user may be allowed to view a sensitive document, but not to print a copy of it.</a:t>
            </a:r>
            <a:r>
              <a:rPr lang="en-US" sz="3200" dirty="0"/>
              <a:t/>
            </a:r>
            <a:br>
              <a:rPr lang="en-US" sz="3200" dirty="0"/>
            </a:br>
            <a:endParaRPr lang="en-US" sz="3000" b="1" dirty="0">
              <a:solidFill>
                <a:srgbClr val="C00000"/>
              </a:solidFill>
            </a:endParaRPr>
          </a:p>
        </p:txBody>
      </p:sp>
    </p:spTree>
    <p:extLst>
      <p:ext uri="{BB962C8B-B14F-4D97-AF65-F5344CB8AC3E}">
        <p14:creationId xmlns:p14="http://schemas.microsoft.com/office/powerpoint/2010/main" val="157471900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15076" y="235036"/>
            <a:ext cx="566737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dirty="0">
                <a:solidFill>
                  <a:schemeClr val="bg1"/>
                </a:solidFill>
              </a:rPr>
              <a:t>Security Methods of Operating Systems</a:t>
            </a:r>
          </a:p>
        </p:txBody>
      </p:sp>
      <p:sp>
        <p:nvSpPr>
          <p:cNvPr id="4" name="ZoneTexte 3"/>
          <p:cNvSpPr txBox="1"/>
          <p:nvPr/>
        </p:nvSpPr>
        <p:spPr>
          <a:xfrm>
            <a:off x="56906" y="1350596"/>
            <a:ext cx="12135094" cy="4308872"/>
          </a:xfrm>
          <a:prstGeom prst="rect">
            <a:avLst/>
          </a:prstGeom>
          <a:noFill/>
        </p:spPr>
        <p:txBody>
          <a:bodyPr wrap="square" rtlCol="0">
            <a:spAutoFit/>
          </a:bodyPr>
          <a:lstStyle/>
          <a:p>
            <a:pPr marL="457200" indent="-457200">
              <a:buFont typeface="Wingdings" panose="05000000000000000000" pitchFamily="2" charset="2"/>
              <a:buChar char="§"/>
            </a:pPr>
            <a:r>
              <a:rPr lang="en-US" sz="4000" dirty="0" smtClean="0"/>
              <a:t>The </a:t>
            </a:r>
            <a:r>
              <a:rPr lang="en-US" sz="4000" dirty="0"/>
              <a:t>basis of protection is separation </a:t>
            </a:r>
            <a:endParaRPr lang="en-US" sz="4000" dirty="0" smtClean="0"/>
          </a:p>
          <a:p>
            <a:pPr marL="457200" indent="-457200">
              <a:buFont typeface="Arial" panose="020B0604020202020204" pitchFamily="34" charset="0"/>
              <a:buChar char="•"/>
            </a:pPr>
            <a:r>
              <a:rPr lang="en-US" sz="3600" b="1" dirty="0" smtClean="0"/>
              <a:t>separation</a:t>
            </a:r>
            <a:r>
              <a:rPr lang="en-US" sz="3600" b="1" dirty="0"/>
              <a:t>: keeping one user's objects separate from other users</a:t>
            </a:r>
            <a:r>
              <a:rPr lang="en-US" sz="4000" dirty="0"/>
              <a:t> </a:t>
            </a:r>
            <a:endParaRPr lang="en-US" sz="4000" dirty="0" smtClean="0"/>
          </a:p>
          <a:p>
            <a:pPr marL="1485900" lvl="2" indent="-571500">
              <a:buFont typeface="Courier New" panose="02070309020205020404" pitchFamily="49" charset="0"/>
              <a:buChar char="o"/>
            </a:pPr>
            <a:r>
              <a:rPr lang="en-US" sz="3200" dirty="0" smtClean="0"/>
              <a:t>physical </a:t>
            </a:r>
            <a:r>
              <a:rPr lang="en-US" sz="3200" dirty="0"/>
              <a:t>separation </a:t>
            </a:r>
            <a:endParaRPr lang="en-US" sz="3200" dirty="0" smtClean="0"/>
          </a:p>
          <a:p>
            <a:pPr marL="1485900" lvl="2" indent="-571500">
              <a:buFont typeface="Courier New" panose="02070309020205020404" pitchFamily="49" charset="0"/>
              <a:buChar char="o"/>
            </a:pPr>
            <a:r>
              <a:rPr lang="en-US" sz="3200" dirty="0" smtClean="0"/>
              <a:t>temporal </a:t>
            </a:r>
            <a:r>
              <a:rPr lang="en-US" sz="3200" dirty="0"/>
              <a:t>separation </a:t>
            </a:r>
            <a:endParaRPr lang="en-US" sz="3200" dirty="0" smtClean="0"/>
          </a:p>
          <a:p>
            <a:pPr marL="1485900" lvl="2" indent="-571500">
              <a:buFont typeface="Courier New" panose="02070309020205020404" pitchFamily="49" charset="0"/>
              <a:buChar char="o"/>
            </a:pPr>
            <a:r>
              <a:rPr lang="en-US" sz="3200" dirty="0" smtClean="0"/>
              <a:t>logical separation</a:t>
            </a:r>
          </a:p>
          <a:p>
            <a:pPr marL="1485900" lvl="2" indent="-571500">
              <a:buFont typeface="Courier New" panose="02070309020205020404" pitchFamily="49" charset="0"/>
              <a:buChar char="o"/>
            </a:pPr>
            <a:r>
              <a:rPr lang="en-US" sz="3200" dirty="0" smtClean="0"/>
              <a:t>cryptographic </a:t>
            </a:r>
            <a:r>
              <a:rPr lang="en-US" sz="3200" dirty="0"/>
              <a:t>separation</a:t>
            </a:r>
            <a:br>
              <a:rPr lang="en-US" sz="3200" dirty="0"/>
            </a:br>
            <a:endParaRPr lang="en-US" sz="3000" b="1" dirty="0">
              <a:solidFill>
                <a:srgbClr val="C00000"/>
              </a:solidFill>
            </a:endParaRPr>
          </a:p>
        </p:txBody>
      </p:sp>
    </p:spTree>
    <p:extLst>
      <p:ext uri="{BB962C8B-B14F-4D97-AF65-F5344CB8AC3E}">
        <p14:creationId xmlns:p14="http://schemas.microsoft.com/office/powerpoint/2010/main" val="398128184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57938" y="235036"/>
            <a:ext cx="562451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dirty="0">
                <a:solidFill>
                  <a:schemeClr val="bg1"/>
                </a:solidFill>
              </a:rPr>
              <a:t>Security Methods of Operating Systems</a:t>
            </a:r>
          </a:p>
        </p:txBody>
      </p:sp>
      <p:sp>
        <p:nvSpPr>
          <p:cNvPr id="4" name="ZoneTexte 3"/>
          <p:cNvSpPr txBox="1"/>
          <p:nvPr/>
        </p:nvSpPr>
        <p:spPr>
          <a:xfrm>
            <a:off x="56906" y="1350596"/>
            <a:ext cx="12135094" cy="4247317"/>
          </a:xfrm>
          <a:prstGeom prst="rect">
            <a:avLst/>
          </a:prstGeom>
          <a:noFill/>
        </p:spPr>
        <p:txBody>
          <a:bodyPr wrap="square" rtlCol="0">
            <a:spAutoFit/>
          </a:bodyPr>
          <a:lstStyle/>
          <a:p>
            <a:r>
              <a:rPr lang="en-US" sz="4000" b="1" dirty="0" smtClean="0"/>
              <a:t>• </a:t>
            </a:r>
            <a:r>
              <a:rPr lang="en-US" sz="4000" b="1" dirty="0"/>
              <a:t>physical separation</a:t>
            </a:r>
            <a:r>
              <a:rPr lang="en-US" sz="4000" dirty="0"/>
              <a:t>, in which different processes use different physical objects, such as separate printers for output requiring different levels of security. </a:t>
            </a:r>
            <a:endParaRPr lang="en-US" sz="4000" dirty="0" smtClean="0"/>
          </a:p>
          <a:p>
            <a:r>
              <a:rPr lang="en-US" sz="4000" dirty="0" smtClean="0"/>
              <a:t>• </a:t>
            </a:r>
            <a:r>
              <a:rPr lang="en-US" sz="4000" b="1" dirty="0"/>
              <a:t>temporal separation</a:t>
            </a:r>
            <a:r>
              <a:rPr lang="en-US" sz="4000" dirty="0"/>
              <a:t>, in which processes having different security requirements are executed at different times</a:t>
            </a:r>
            <a:r>
              <a:rPr lang="en-US" sz="3600" dirty="0"/>
              <a:t/>
            </a:r>
            <a:br>
              <a:rPr lang="en-US" sz="3600" dirty="0"/>
            </a:br>
            <a:endParaRPr lang="en-US" sz="3000" b="1" dirty="0">
              <a:solidFill>
                <a:srgbClr val="C00000"/>
              </a:solidFill>
            </a:endParaRPr>
          </a:p>
        </p:txBody>
      </p:sp>
    </p:spTree>
    <p:extLst>
      <p:ext uri="{BB962C8B-B14F-4D97-AF65-F5344CB8AC3E}">
        <p14:creationId xmlns:p14="http://schemas.microsoft.com/office/powerpoint/2010/main" val="95418441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429376" y="235036"/>
            <a:ext cx="555307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dirty="0">
                <a:solidFill>
                  <a:schemeClr val="bg1"/>
                </a:solidFill>
              </a:rPr>
              <a:t>Security Methods of Operating Systems</a:t>
            </a:r>
          </a:p>
        </p:txBody>
      </p:sp>
      <p:sp>
        <p:nvSpPr>
          <p:cNvPr id="4" name="ZoneTexte 3"/>
          <p:cNvSpPr txBox="1"/>
          <p:nvPr/>
        </p:nvSpPr>
        <p:spPr>
          <a:xfrm>
            <a:off x="56906" y="1350596"/>
            <a:ext cx="12135094" cy="4431983"/>
          </a:xfrm>
          <a:prstGeom prst="rect">
            <a:avLst/>
          </a:prstGeom>
          <a:noFill/>
        </p:spPr>
        <p:txBody>
          <a:bodyPr wrap="square" rtlCol="0">
            <a:spAutoFit/>
          </a:bodyPr>
          <a:lstStyle/>
          <a:p>
            <a:pPr marL="571500" indent="-571500">
              <a:buFont typeface="Wingdings" panose="05000000000000000000" pitchFamily="2" charset="2"/>
              <a:buChar char="§"/>
            </a:pPr>
            <a:r>
              <a:rPr lang="fr-FR" sz="3600" b="1" dirty="0" err="1" smtClean="0"/>
              <a:t>logical</a:t>
            </a:r>
            <a:r>
              <a:rPr lang="fr-FR" sz="3600" b="1" dirty="0" smtClean="0"/>
              <a:t> </a:t>
            </a:r>
            <a:r>
              <a:rPr lang="fr-FR" sz="3600" b="1" dirty="0" err="1"/>
              <a:t>separation</a:t>
            </a:r>
            <a:r>
              <a:rPr lang="fr-FR" sz="3600" b="1" dirty="0"/>
              <a:t>, </a:t>
            </a:r>
            <a:r>
              <a:rPr lang="fr-FR" sz="3600" dirty="0"/>
              <a:t>in </a:t>
            </a:r>
            <a:r>
              <a:rPr lang="fr-FR" sz="3600" dirty="0" err="1"/>
              <a:t>which</a:t>
            </a:r>
            <a:r>
              <a:rPr lang="fr-FR" sz="3600" dirty="0"/>
              <a:t> </a:t>
            </a:r>
            <a:r>
              <a:rPr lang="fr-FR" sz="3600" dirty="0" err="1"/>
              <a:t>users</a:t>
            </a:r>
            <a:r>
              <a:rPr lang="fr-FR" sz="3600" dirty="0"/>
              <a:t> </a:t>
            </a:r>
            <a:r>
              <a:rPr lang="fr-FR" sz="3600" dirty="0" err="1"/>
              <a:t>operate</a:t>
            </a:r>
            <a:r>
              <a:rPr lang="fr-FR" sz="3600" dirty="0"/>
              <a:t> </a:t>
            </a:r>
            <a:r>
              <a:rPr lang="fr-FR" sz="3600" dirty="0" err="1"/>
              <a:t>under</a:t>
            </a:r>
            <a:r>
              <a:rPr lang="fr-FR" sz="3600" dirty="0"/>
              <a:t> the illusion </a:t>
            </a:r>
            <a:r>
              <a:rPr lang="fr-FR" sz="3600" dirty="0" err="1"/>
              <a:t>that</a:t>
            </a:r>
            <a:r>
              <a:rPr lang="fr-FR" sz="3600" dirty="0"/>
              <a:t> no </a:t>
            </a:r>
            <a:r>
              <a:rPr lang="fr-FR" sz="3600" dirty="0" err="1"/>
              <a:t>other</a:t>
            </a:r>
            <a:r>
              <a:rPr lang="fr-FR" sz="3600" dirty="0"/>
              <a:t> </a:t>
            </a:r>
            <a:r>
              <a:rPr lang="fr-FR" sz="3600" dirty="0" err="1"/>
              <a:t>processes</a:t>
            </a:r>
            <a:r>
              <a:rPr lang="fr-FR" sz="3600" dirty="0"/>
              <a:t> </a:t>
            </a:r>
            <a:r>
              <a:rPr lang="fr-FR" sz="3600" dirty="0" err="1"/>
              <a:t>exist</a:t>
            </a:r>
            <a:r>
              <a:rPr lang="fr-FR" sz="3600" dirty="0"/>
              <a:t>, as </a:t>
            </a:r>
            <a:r>
              <a:rPr lang="fr-FR" sz="3600" dirty="0" err="1"/>
              <a:t>when</a:t>
            </a:r>
            <a:r>
              <a:rPr lang="fr-FR" sz="3600" dirty="0"/>
              <a:t> an operating system </a:t>
            </a:r>
            <a:r>
              <a:rPr lang="fr-FR" sz="3600" dirty="0" err="1"/>
              <a:t>constrains</a:t>
            </a:r>
            <a:r>
              <a:rPr lang="fr-FR" sz="3600" dirty="0"/>
              <a:t> a </a:t>
            </a:r>
            <a:r>
              <a:rPr lang="fr-FR" sz="3600" dirty="0" err="1"/>
              <a:t>program's</a:t>
            </a:r>
            <a:r>
              <a:rPr lang="fr-FR" sz="3600" dirty="0"/>
              <a:t> </a:t>
            </a:r>
            <a:r>
              <a:rPr lang="fr-FR" sz="3600" dirty="0" err="1"/>
              <a:t>accesses</a:t>
            </a:r>
            <a:r>
              <a:rPr lang="fr-FR" sz="3600" dirty="0"/>
              <a:t> </a:t>
            </a:r>
            <a:r>
              <a:rPr lang="fr-FR" sz="3600" dirty="0" err="1"/>
              <a:t>so</a:t>
            </a:r>
            <a:r>
              <a:rPr lang="fr-FR" sz="3600" dirty="0"/>
              <a:t> </a:t>
            </a:r>
            <a:r>
              <a:rPr lang="fr-FR" sz="3600" dirty="0" err="1"/>
              <a:t>that</a:t>
            </a:r>
            <a:r>
              <a:rPr lang="fr-FR" sz="3600" dirty="0"/>
              <a:t> the program </a:t>
            </a:r>
            <a:r>
              <a:rPr lang="fr-FR" sz="3600" dirty="0" err="1"/>
              <a:t>cannot</a:t>
            </a:r>
            <a:r>
              <a:rPr lang="fr-FR" sz="3600" dirty="0"/>
              <a:t> </a:t>
            </a:r>
            <a:r>
              <a:rPr lang="fr-FR" sz="3600" dirty="0" err="1"/>
              <a:t>access</a:t>
            </a:r>
            <a:r>
              <a:rPr lang="fr-FR" sz="3600" dirty="0"/>
              <a:t> </a:t>
            </a:r>
            <a:r>
              <a:rPr lang="fr-FR" sz="3600" dirty="0" err="1"/>
              <a:t>objects</a:t>
            </a:r>
            <a:r>
              <a:rPr lang="fr-FR" sz="3600" dirty="0"/>
              <a:t> </a:t>
            </a:r>
            <a:r>
              <a:rPr lang="fr-FR" sz="3600" dirty="0" err="1"/>
              <a:t>outside</a:t>
            </a:r>
            <a:r>
              <a:rPr lang="fr-FR" sz="3600" dirty="0"/>
              <a:t> </a:t>
            </a:r>
            <a:r>
              <a:rPr lang="fr-FR" sz="3600" dirty="0" err="1"/>
              <a:t>its</a:t>
            </a:r>
            <a:r>
              <a:rPr lang="fr-FR" sz="3600" dirty="0"/>
              <a:t> </a:t>
            </a:r>
            <a:r>
              <a:rPr lang="fr-FR" sz="3600" dirty="0" err="1"/>
              <a:t>permitted</a:t>
            </a:r>
            <a:r>
              <a:rPr lang="fr-FR" sz="3600" dirty="0"/>
              <a:t> </a:t>
            </a:r>
            <a:r>
              <a:rPr lang="fr-FR" sz="3600" dirty="0" err="1"/>
              <a:t>domain</a:t>
            </a:r>
            <a:r>
              <a:rPr lang="fr-FR" sz="3600" dirty="0" smtClean="0"/>
              <a:t>.</a:t>
            </a:r>
          </a:p>
          <a:p>
            <a:pPr marL="571500" indent="-571500">
              <a:buFont typeface="Wingdings" panose="05000000000000000000" pitchFamily="2" charset="2"/>
              <a:buChar char="§"/>
            </a:pPr>
            <a:r>
              <a:rPr lang="fr-FR" sz="3600" b="1" dirty="0" err="1" smtClean="0"/>
              <a:t>cryptographic</a:t>
            </a:r>
            <a:r>
              <a:rPr lang="fr-FR" sz="3600" b="1" dirty="0" smtClean="0"/>
              <a:t> </a:t>
            </a:r>
            <a:r>
              <a:rPr lang="fr-FR" sz="3600" b="1" dirty="0" err="1"/>
              <a:t>separation</a:t>
            </a:r>
            <a:r>
              <a:rPr lang="fr-FR" sz="3600" b="1" dirty="0"/>
              <a:t> </a:t>
            </a:r>
            <a:r>
              <a:rPr lang="fr-FR" sz="3600" dirty="0"/>
              <a:t>in </a:t>
            </a:r>
            <a:r>
              <a:rPr lang="fr-FR" sz="3600" dirty="0" err="1"/>
              <a:t>which</a:t>
            </a:r>
            <a:r>
              <a:rPr lang="fr-FR" sz="3600" dirty="0"/>
              <a:t> </a:t>
            </a:r>
            <a:r>
              <a:rPr lang="fr-FR" sz="3600" dirty="0" err="1"/>
              <a:t>processes</a:t>
            </a:r>
            <a:r>
              <a:rPr lang="fr-FR" sz="3600" dirty="0"/>
              <a:t> </a:t>
            </a:r>
            <a:r>
              <a:rPr lang="fr-FR" sz="3600" dirty="0" err="1"/>
              <a:t>conceal</a:t>
            </a:r>
            <a:r>
              <a:rPr lang="fr-FR" sz="3600" dirty="0"/>
              <a:t> </a:t>
            </a:r>
            <a:r>
              <a:rPr lang="fr-FR" sz="3600" dirty="0" err="1"/>
              <a:t>their</a:t>
            </a:r>
            <a:r>
              <a:rPr lang="fr-FR" sz="3600" dirty="0"/>
              <a:t> data and computations in </a:t>
            </a:r>
            <a:r>
              <a:rPr lang="fr-FR" sz="3600" dirty="0" err="1"/>
              <a:t>such</a:t>
            </a:r>
            <a:r>
              <a:rPr lang="fr-FR" sz="3600" dirty="0"/>
              <a:t> a </a:t>
            </a:r>
            <a:r>
              <a:rPr lang="fr-FR" sz="3600" dirty="0" err="1"/>
              <a:t>way</a:t>
            </a:r>
            <a:r>
              <a:rPr lang="fr-FR" sz="3600" dirty="0"/>
              <a:t> </a:t>
            </a:r>
            <a:r>
              <a:rPr lang="fr-FR" sz="3600" dirty="0" err="1"/>
              <a:t>that</a:t>
            </a:r>
            <a:r>
              <a:rPr lang="fr-FR" sz="3600" dirty="0"/>
              <a:t> </a:t>
            </a:r>
            <a:r>
              <a:rPr lang="fr-FR" sz="3600" dirty="0" err="1"/>
              <a:t>they</a:t>
            </a:r>
            <a:r>
              <a:rPr lang="fr-FR" sz="3600" dirty="0"/>
              <a:t> are </a:t>
            </a:r>
            <a:r>
              <a:rPr lang="fr-FR" sz="3600" dirty="0" err="1"/>
              <a:t>unintelligible</a:t>
            </a:r>
            <a:r>
              <a:rPr lang="fr-FR" sz="3600" dirty="0"/>
              <a:t> to </a:t>
            </a:r>
            <a:r>
              <a:rPr lang="fr-FR" sz="3600" dirty="0" err="1" smtClean="0"/>
              <a:t>outside</a:t>
            </a:r>
            <a:r>
              <a:rPr lang="fr-FR" sz="3600" dirty="0" smtClean="0"/>
              <a:t> </a:t>
            </a:r>
            <a:r>
              <a:rPr lang="fr-FR" sz="3600" dirty="0" err="1"/>
              <a:t>processes</a:t>
            </a:r>
            <a:r>
              <a:rPr lang="en-US" sz="3200" dirty="0"/>
              <a:t/>
            </a:r>
            <a:br>
              <a:rPr lang="en-US" sz="3200" dirty="0"/>
            </a:br>
            <a:endParaRPr lang="en-US" sz="3000" b="1" dirty="0">
              <a:solidFill>
                <a:srgbClr val="C00000"/>
              </a:solidFill>
            </a:endParaRPr>
          </a:p>
        </p:txBody>
      </p:sp>
    </p:spTree>
    <p:extLst>
      <p:ext uri="{BB962C8B-B14F-4D97-AF65-F5344CB8AC3E}">
        <p14:creationId xmlns:p14="http://schemas.microsoft.com/office/powerpoint/2010/main" val="118285027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15076" y="235036"/>
            <a:ext cx="566737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dirty="0">
                <a:solidFill>
                  <a:schemeClr val="bg1"/>
                </a:solidFill>
              </a:rPr>
              <a:t>Security Methods of Operating Systems</a:t>
            </a:r>
          </a:p>
        </p:txBody>
      </p:sp>
      <p:sp>
        <p:nvSpPr>
          <p:cNvPr id="4" name="ZoneTexte 3"/>
          <p:cNvSpPr txBox="1"/>
          <p:nvPr/>
        </p:nvSpPr>
        <p:spPr>
          <a:xfrm>
            <a:off x="56906" y="1350596"/>
            <a:ext cx="12135094" cy="4037259"/>
          </a:xfrm>
          <a:prstGeom prst="rect">
            <a:avLst/>
          </a:prstGeom>
          <a:noFill/>
        </p:spPr>
        <p:txBody>
          <a:bodyPr wrap="square" rtlCol="0">
            <a:spAutoFit/>
          </a:bodyPr>
          <a:lstStyle/>
          <a:p>
            <a:pPr marL="571500" indent="-571500">
              <a:lnSpc>
                <a:spcPct val="150000"/>
              </a:lnSpc>
              <a:buFont typeface="Wingdings" panose="05000000000000000000" pitchFamily="2" charset="2"/>
              <a:buChar char="§"/>
            </a:pPr>
            <a:r>
              <a:rPr lang="en-US" sz="3600" dirty="0" smtClean="0"/>
              <a:t>the </a:t>
            </a:r>
            <a:r>
              <a:rPr lang="en-US" sz="3600" dirty="0"/>
              <a:t>first two approaches are very stringent and can lead to poor resource utilization </a:t>
            </a:r>
            <a:endParaRPr lang="en-US" sz="3600" dirty="0" smtClean="0"/>
          </a:p>
          <a:p>
            <a:pPr marL="571500" indent="-571500">
              <a:lnSpc>
                <a:spcPct val="150000"/>
              </a:lnSpc>
              <a:buFont typeface="Wingdings" panose="05000000000000000000" pitchFamily="2" charset="2"/>
              <a:buChar char="§"/>
            </a:pPr>
            <a:r>
              <a:rPr lang="en-US" sz="3600" dirty="0" smtClean="0"/>
              <a:t>Therefore</a:t>
            </a:r>
            <a:r>
              <a:rPr lang="en-US" sz="3600" dirty="0"/>
              <a:t>, we would like to shift the burden of protection to the operating system to allow concurrent execution</a:t>
            </a:r>
            <a:r>
              <a:rPr lang="en-US" sz="3200" dirty="0"/>
              <a:t/>
            </a:r>
            <a:br>
              <a:rPr lang="en-US" sz="3200" dirty="0"/>
            </a:br>
            <a:endParaRPr lang="en-US" sz="3000" b="1" dirty="0">
              <a:solidFill>
                <a:srgbClr val="C00000"/>
              </a:solidFill>
            </a:endParaRPr>
          </a:p>
        </p:txBody>
      </p:sp>
    </p:spTree>
    <p:extLst>
      <p:ext uri="{BB962C8B-B14F-4D97-AF65-F5344CB8AC3E}">
        <p14:creationId xmlns:p14="http://schemas.microsoft.com/office/powerpoint/2010/main" val="29552034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415088" y="235036"/>
            <a:ext cx="5567361"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1089529"/>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dirty="0">
                <a:solidFill>
                  <a:schemeClr val="bg1"/>
                </a:solidFill>
              </a:rPr>
              <a:t>Security Methods of Operating Systems</a:t>
            </a:r>
          </a:p>
        </p:txBody>
      </p:sp>
      <p:sp>
        <p:nvSpPr>
          <p:cNvPr id="4" name="ZoneTexte 3"/>
          <p:cNvSpPr txBox="1"/>
          <p:nvPr/>
        </p:nvSpPr>
        <p:spPr>
          <a:xfrm>
            <a:off x="56906" y="1350596"/>
            <a:ext cx="12135094" cy="4939814"/>
          </a:xfrm>
          <a:prstGeom prst="rect">
            <a:avLst/>
          </a:prstGeom>
          <a:noFill/>
        </p:spPr>
        <p:txBody>
          <a:bodyPr wrap="square" rtlCol="0">
            <a:spAutoFit/>
          </a:bodyPr>
          <a:lstStyle/>
          <a:p>
            <a:pPr marL="571500" indent="-571500">
              <a:lnSpc>
                <a:spcPct val="150000"/>
              </a:lnSpc>
              <a:buFont typeface="Wingdings" panose="05000000000000000000" pitchFamily="2" charset="2"/>
              <a:buChar char="§"/>
            </a:pPr>
            <a:r>
              <a:rPr lang="en-US" sz="3600" dirty="0"/>
              <a:t>We want to separate users and their objects, but we also want to be able to provide sharing for some of those objects. </a:t>
            </a:r>
            <a:endParaRPr lang="en-US" sz="3600" dirty="0" smtClean="0"/>
          </a:p>
          <a:p>
            <a:pPr marL="571500" indent="-571500">
              <a:lnSpc>
                <a:spcPct val="150000"/>
              </a:lnSpc>
              <a:buFont typeface="Wingdings" panose="05000000000000000000" pitchFamily="2" charset="2"/>
              <a:buChar char="§"/>
            </a:pPr>
            <a:r>
              <a:rPr lang="en-US" sz="3600" dirty="0" smtClean="0"/>
              <a:t>An </a:t>
            </a:r>
            <a:r>
              <a:rPr lang="en-US" sz="3600" dirty="0"/>
              <a:t>operating system can support separation and sharing in several ways, offering protection at any of several levels,</a:t>
            </a:r>
          </a:p>
          <a:p>
            <a:pPr>
              <a:lnSpc>
                <a:spcPct val="150000"/>
              </a:lnSpc>
            </a:pPr>
            <a:r>
              <a:rPr lang="en-US" sz="3600" dirty="0"/>
              <a:t/>
            </a:r>
            <a:br>
              <a:rPr lang="en-US" sz="3600" dirty="0"/>
            </a:br>
            <a:endParaRPr lang="en-US" sz="3000" b="1" dirty="0">
              <a:solidFill>
                <a:srgbClr val="C00000"/>
              </a:solidFill>
            </a:endParaRPr>
          </a:p>
        </p:txBody>
      </p:sp>
    </p:spTree>
    <p:extLst>
      <p:ext uri="{BB962C8B-B14F-4D97-AF65-F5344CB8AC3E}">
        <p14:creationId xmlns:p14="http://schemas.microsoft.com/office/powerpoint/2010/main" val="940715601"/>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574859" y="648153"/>
            <a:ext cx="3406266"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43650" y="235036"/>
            <a:ext cx="563879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4507682"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rPr>
              <a:t>Basic Terms </a:t>
            </a:r>
          </a:p>
        </p:txBody>
      </p:sp>
      <p:sp>
        <p:nvSpPr>
          <p:cNvPr id="4" name="ZoneTexte 3"/>
          <p:cNvSpPr txBox="1"/>
          <p:nvPr/>
        </p:nvSpPr>
        <p:spPr>
          <a:xfrm>
            <a:off x="56906" y="1350596"/>
            <a:ext cx="12135094" cy="4801314"/>
          </a:xfrm>
          <a:prstGeom prst="rect">
            <a:avLst/>
          </a:prstGeom>
          <a:noFill/>
        </p:spPr>
        <p:txBody>
          <a:bodyPr wrap="square" rtlCol="0">
            <a:spAutoFit/>
          </a:bodyPr>
          <a:lstStyle/>
          <a:p>
            <a:pPr marL="571500" indent="-571500">
              <a:lnSpc>
                <a:spcPct val="150000"/>
              </a:lnSpc>
              <a:buFont typeface="Wingdings" panose="05000000000000000000" pitchFamily="2" charset="2"/>
              <a:buChar char="§"/>
            </a:pPr>
            <a:r>
              <a:rPr lang="en-US" sz="3200" b="1" dirty="0" smtClean="0"/>
              <a:t>The </a:t>
            </a:r>
            <a:r>
              <a:rPr lang="en-US" sz="3200" b="1" dirty="0"/>
              <a:t>kernel </a:t>
            </a:r>
            <a:endParaRPr lang="en-US" sz="3200" b="1" dirty="0" smtClean="0"/>
          </a:p>
          <a:p>
            <a:pPr marL="914400" indent="-457200">
              <a:lnSpc>
                <a:spcPct val="150000"/>
              </a:lnSpc>
              <a:buFont typeface="Arial" panose="020B0604020202020204" pitchFamily="34" charset="0"/>
              <a:buChar char="•"/>
            </a:pPr>
            <a:r>
              <a:rPr lang="en-US" sz="2800" dirty="0" smtClean="0"/>
              <a:t>The </a:t>
            </a:r>
            <a:r>
              <a:rPr lang="en-US" sz="2800" dirty="0"/>
              <a:t>core of the operating system </a:t>
            </a:r>
            <a:endParaRPr lang="en-US" sz="2800" dirty="0" smtClean="0"/>
          </a:p>
          <a:p>
            <a:pPr marL="914400" indent="-457200">
              <a:lnSpc>
                <a:spcPct val="150000"/>
              </a:lnSpc>
              <a:buFont typeface="Arial" panose="020B0604020202020204" pitchFamily="34" charset="0"/>
              <a:buChar char="•"/>
            </a:pPr>
            <a:r>
              <a:rPr lang="en-US" sz="2800" dirty="0" smtClean="0"/>
              <a:t>Includes </a:t>
            </a:r>
            <a:r>
              <a:rPr lang="en-US" sz="2800" dirty="0"/>
              <a:t>a monolithic core and modular components </a:t>
            </a:r>
            <a:endParaRPr lang="en-US" sz="2800" dirty="0" smtClean="0"/>
          </a:p>
          <a:p>
            <a:pPr marL="457200" indent="-457200">
              <a:lnSpc>
                <a:spcPct val="150000"/>
              </a:lnSpc>
              <a:buFont typeface="Wingdings" panose="05000000000000000000" pitchFamily="2" charset="2"/>
              <a:buChar char="§"/>
            </a:pPr>
            <a:r>
              <a:rPr lang="en-US" sz="2800" dirty="0" smtClean="0"/>
              <a:t> </a:t>
            </a:r>
            <a:r>
              <a:rPr lang="en-US" sz="3200" b="1" dirty="0"/>
              <a:t>The distribution </a:t>
            </a:r>
            <a:endParaRPr lang="en-US" sz="3200" b="1" dirty="0" smtClean="0"/>
          </a:p>
          <a:p>
            <a:pPr marL="914400" indent="-457200">
              <a:lnSpc>
                <a:spcPct val="150000"/>
              </a:lnSpc>
              <a:buFont typeface="Arial" panose="020B0604020202020204" pitchFamily="34" charset="0"/>
              <a:buChar char="•"/>
            </a:pPr>
            <a:r>
              <a:rPr lang="en-US" sz="2800" dirty="0" smtClean="0"/>
              <a:t>A unified </a:t>
            </a:r>
            <a:r>
              <a:rPr lang="en-US" sz="2800" dirty="0"/>
              <a:t>collection of applications, services, drivers, and libraries configured with the kernel </a:t>
            </a:r>
            <a:endParaRPr lang="en-US" sz="2800" dirty="0" smtClean="0"/>
          </a:p>
          <a:p>
            <a:pPr marL="914400" indent="-457200">
              <a:lnSpc>
                <a:spcPct val="150000"/>
              </a:lnSpc>
              <a:buFont typeface="Arial" panose="020B0604020202020204" pitchFamily="34" charset="0"/>
              <a:buChar char="•"/>
            </a:pPr>
            <a:r>
              <a:rPr lang="en-US" sz="2800" dirty="0" smtClean="0"/>
              <a:t> </a:t>
            </a:r>
            <a:r>
              <a:rPr lang="en-US" sz="2800" dirty="0"/>
              <a:t>Managed by either a company or a group of </a:t>
            </a:r>
            <a:r>
              <a:rPr lang="en-US" sz="2800" dirty="0" smtClean="0"/>
              <a:t>volunteers</a:t>
            </a:r>
            <a:endParaRPr lang="en-US" sz="3000" b="1" dirty="0">
              <a:solidFill>
                <a:srgbClr val="C00000"/>
              </a:solidFill>
            </a:endParaRPr>
          </a:p>
        </p:txBody>
      </p:sp>
    </p:spTree>
    <p:extLst>
      <p:ext uri="{BB962C8B-B14F-4D97-AF65-F5344CB8AC3E}">
        <p14:creationId xmlns:p14="http://schemas.microsoft.com/office/powerpoint/2010/main" val="118053691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72226" y="235036"/>
            <a:ext cx="561022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rPr>
              <a:t>Security Relates to the Kernel </a:t>
            </a:r>
          </a:p>
        </p:txBody>
      </p:sp>
      <p:sp>
        <p:nvSpPr>
          <p:cNvPr id="4" name="ZoneTexte 3"/>
          <p:cNvSpPr txBox="1"/>
          <p:nvPr/>
        </p:nvSpPr>
        <p:spPr>
          <a:xfrm>
            <a:off x="56906" y="1350596"/>
            <a:ext cx="12135094" cy="4832092"/>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smtClean="0"/>
              <a:t>Kernel </a:t>
            </a:r>
            <a:r>
              <a:rPr lang="en-US" sz="2800" b="1" dirty="0"/>
              <a:t>philosophy </a:t>
            </a:r>
            <a:endParaRPr lang="en-US" sz="2800" b="1" dirty="0" smtClean="0"/>
          </a:p>
          <a:p>
            <a:pPr marL="914400" indent="-449263">
              <a:buFont typeface="Arial" panose="020B0604020202020204" pitchFamily="34" charset="0"/>
              <a:buChar char="•"/>
            </a:pPr>
            <a:r>
              <a:rPr lang="en-US" sz="2800" dirty="0" smtClean="0"/>
              <a:t>Kernel </a:t>
            </a:r>
            <a:r>
              <a:rPr lang="en-US" sz="2800" dirty="0"/>
              <a:t>is robust </a:t>
            </a:r>
            <a:endParaRPr lang="en-US" sz="2800" dirty="0" smtClean="0"/>
          </a:p>
          <a:p>
            <a:pPr marL="914400" indent="-449263">
              <a:buFont typeface="Arial" panose="020B0604020202020204" pitchFamily="34" charset="0"/>
              <a:buChar char="•"/>
            </a:pPr>
            <a:r>
              <a:rPr lang="en-US" sz="2800" dirty="0"/>
              <a:t>Includes a core and supplemental modular components </a:t>
            </a:r>
          </a:p>
          <a:p>
            <a:pPr marL="914400" indent="-449263">
              <a:buFont typeface="Arial" panose="020B0604020202020204" pitchFamily="34" charset="0"/>
              <a:buChar char="•"/>
            </a:pPr>
            <a:r>
              <a:rPr lang="en-US" sz="2800" dirty="0"/>
              <a:t>Monolithic part of kernel contains drivers and options essential to the kernel boot process </a:t>
            </a:r>
          </a:p>
          <a:p>
            <a:pPr marL="914400" indent="-449263">
              <a:buFont typeface="Arial" panose="020B0604020202020204" pitchFamily="34" charset="0"/>
              <a:buChar char="•"/>
            </a:pPr>
            <a:r>
              <a:rPr lang="en-US" sz="2800" dirty="0"/>
              <a:t> The modular part of the kernel adds everything else needed for smooth operation </a:t>
            </a:r>
          </a:p>
          <a:p>
            <a:pPr marL="342900" indent="-342900">
              <a:buFont typeface="Wingdings" panose="05000000000000000000" pitchFamily="2" charset="2"/>
              <a:buChar char="§"/>
            </a:pPr>
            <a:r>
              <a:rPr lang="en-US" sz="2800" b="1" dirty="0" smtClean="0"/>
              <a:t>Basic </a:t>
            </a:r>
            <a:r>
              <a:rPr lang="en-US" sz="2800" b="1" dirty="0"/>
              <a:t>kernels </a:t>
            </a:r>
          </a:p>
          <a:p>
            <a:pPr marL="914400" indent="-449263">
              <a:buFont typeface="Arial" panose="020B0604020202020204" pitchFamily="34" charset="0"/>
              <a:buChar char="•"/>
            </a:pPr>
            <a:r>
              <a:rPr lang="en-US" sz="2800" dirty="0"/>
              <a:t>Development work is managed by the Kernel Organization </a:t>
            </a:r>
          </a:p>
          <a:p>
            <a:pPr marL="914400" indent="-449263">
              <a:buFont typeface="Arial" panose="020B0604020202020204" pitchFamily="34" charset="0"/>
              <a:buChar char="•"/>
            </a:pPr>
            <a:r>
              <a:rPr lang="en-US" sz="2800" dirty="0"/>
              <a:t>Source code for the kernel can be acquired at </a:t>
            </a:r>
            <a:r>
              <a:rPr lang="en-US" sz="2800" dirty="0">
                <a:hlinkClick r:id="rId2"/>
              </a:rPr>
              <a:t>https://kernel.org</a:t>
            </a:r>
            <a:r>
              <a:rPr lang="en-US" sz="2800" dirty="0"/>
              <a:t> </a:t>
            </a:r>
          </a:p>
          <a:p>
            <a:pPr marL="914400" indent="-449263">
              <a:buFont typeface="Arial" panose="020B0604020202020204" pitchFamily="34" charset="0"/>
              <a:buChar char="•"/>
            </a:pPr>
            <a:r>
              <a:rPr lang="en-US" sz="2800" dirty="0"/>
              <a:t>Building a custom kernel requires source </a:t>
            </a:r>
            <a:r>
              <a:rPr lang="en-US" sz="2800" dirty="0" smtClean="0"/>
              <a:t>code</a:t>
            </a:r>
            <a:endParaRPr lang="en-US" sz="2800" dirty="0"/>
          </a:p>
        </p:txBody>
      </p:sp>
    </p:spTree>
    <p:extLst>
      <p:ext uri="{BB962C8B-B14F-4D97-AF65-F5344CB8AC3E}">
        <p14:creationId xmlns:p14="http://schemas.microsoft.com/office/powerpoint/2010/main" val="237450970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0" y="617551"/>
            <a:ext cx="763795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29364" y="235036"/>
            <a:ext cx="565308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150168" y="678756"/>
            <a:ext cx="6548560" cy="590931"/>
          </a:xfrm>
          <a:prstGeom prst="rect">
            <a:avLst/>
          </a:prstGeom>
          <a:noFill/>
        </p:spPr>
        <p:txBody>
          <a:bodyPr wrap="square" rtlCol="0">
            <a:spAutoFit/>
          </a:bodyPr>
          <a:lstStyle/>
          <a:p>
            <a:pPr>
              <a:lnSpc>
                <a:spcPct val="90000"/>
              </a:lnSpc>
            </a:pPr>
            <a:r>
              <a:rPr lang="en-US" sz="2800" b="1" dirty="0" smtClean="0">
                <a:solidFill>
                  <a:schemeClr val="bg1"/>
                </a:solidFill>
              </a:rPr>
              <a:t> </a:t>
            </a:r>
            <a:r>
              <a:rPr lang="en-US" sz="3600" b="1" dirty="0">
                <a:solidFill>
                  <a:schemeClr val="bg1"/>
                </a:solidFill>
              </a:rPr>
              <a:t>Security Relates to the Kernel </a:t>
            </a:r>
          </a:p>
        </p:txBody>
      </p:sp>
      <p:sp>
        <p:nvSpPr>
          <p:cNvPr id="4" name="ZoneTexte 3"/>
          <p:cNvSpPr txBox="1"/>
          <p:nvPr/>
        </p:nvSpPr>
        <p:spPr>
          <a:xfrm>
            <a:off x="56906" y="1350596"/>
            <a:ext cx="12135094" cy="4832092"/>
          </a:xfrm>
          <a:prstGeom prst="rect">
            <a:avLst/>
          </a:prstGeom>
          <a:noFill/>
        </p:spPr>
        <p:txBody>
          <a:bodyPr wrap="square" rtlCol="0">
            <a:spAutoFit/>
          </a:bodyPr>
          <a:lstStyle/>
          <a:p>
            <a:r>
              <a:rPr lang="en-US" sz="2800" b="1" dirty="0" smtClean="0"/>
              <a:t>Distribution-specific kernels</a:t>
            </a:r>
          </a:p>
          <a:p>
            <a:pPr marL="457200" indent="-457200">
              <a:buFont typeface="Wingdings" panose="05000000000000000000" pitchFamily="2" charset="2"/>
              <a:buChar char="§"/>
            </a:pPr>
            <a:r>
              <a:rPr lang="en-US" sz="2800" dirty="0" smtClean="0"/>
              <a:t> The </a:t>
            </a:r>
            <a:r>
              <a:rPr lang="en-US" sz="2800" dirty="0"/>
              <a:t>distribution-specific kernel has been compiled and built with the intended hardware in mind </a:t>
            </a:r>
            <a:endParaRPr lang="en-US" sz="2800" dirty="0" smtClean="0"/>
          </a:p>
          <a:p>
            <a:pPr marL="457200" indent="-457200">
              <a:buFont typeface="Wingdings" panose="05000000000000000000" pitchFamily="2" charset="2"/>
              <a:buChar char="§"/>
            </a:pPr>
            <a:r>
              <a:rPr lang="en-US" sz="2800" dirty="0" smtClean="0"/>
              <a:t>Name </a:t>
            </a:r>
            <a:r>
              <a:rPr lang="en-US" sz="2800" dirty="0"/>
              <a:t>of the kernel file generally includes the version number as well as the hardware architecture </a:t>
            </a:r>
            <a:endParaRPr lang="en-US" sz="2800" dirty="0" smtClean="0"/>
          </a:p>
          <a:p>
            <a:pPr marL="1371600" lvl="2" indent="-457200">
              <a:buFont typeface="Arial" panose="020B0604020202020204" pitchFamily="34" charset="0"/>
              <a:buChar char="•"/>
            </a:pPr>
            <a:r>
              <a:rPr lang="en-US" sz="2800" dirty="0" smtClean="0"/>
              <a:t> </a:t>
            </a:r>
            <a:r>
              <a:rPr lang="en-US" sz="2800" dirty="0"/>
              <a:t>Example: </a:t>
            </a:r>
            <a:r>
              <a:rPr lang="en-US" sz="2800" dirty="0" err="1"/>
              <a:t>Debian</a:t>
            </a:r>
            <a:r>
              <a:rPr lang="en-US" sz="2800" dirty="0"/>
              <a:t> Linux has a kernel named </a:t>
            </a:r>
            <a:r>
              <a:rPr lang="en-US" sz="2800" dirty="0" smtClean="0"/>
              <a:t>vmlinuz-5.10.0-8-amd64</a:t>
            </a:r>
          </a:p>
          <a:p>
            <a:pPr marL="60325" lvl="2"/>
            <a:r>
              <a:rPr lang="en-US" sz="2800" b="1" dirty="0" smtClean="0"/>
              <a:t>Custom kernels </a:t>
            </a:r>
          </a:p>
          <a:p>
            <a:pPr marL="517525" lvl="2" indent="-457200">
              <a:buFont typeface="Wingdings" panose="05000000000000000000" pitchFamily="2" charset="2"/>
              <a:buChar char="§"/>
            </a:pPr>
            <a:r>
              <a:rPr lang="en-US" sz="2800" dirty="0" smtClean="0"/>
              <a:t>kernel is highly customizable </a:t>
            </a:r>
          </a:p>
          <a:p>
            <a:pPr marL="517525" lvl="2" indent="-457200">
              <a:buFont typeface="Wingdings" panose="05000000000000000000" pitchFamily="2" charset="2"/>
              <a:buChar char="§"/>
            </a:pPr>
            <a:r>
              <a:rPr lang="en-US" sz="2800" dirty="0" smtClean="0"/>
              <a:t>Different configuration interfaces exist, including a text-based one using the </a:t>
            </a:r>
            <a:r>
              <a:rPr lang="en-US" sz="2800" dirty="0" err="1" smtClean="0"/>
              <a:t>ncurses</a:t>
            </a:r>
            <a:r>
              <a:rPr lang="en-US" sz="2800" dirty="0" smtClean="0"/>
              <a:t> library</a:t>
            </a:r>
            <a:br>
              <a:rPr lang="en-US" sz="2800" dirty="0" smtClean="0"/>
            </a:br>
            <a:endParaRPr lang="en-US" sz="2800" dirty="0"/>
          </a:p>
        </p:txBody>
      </p:sp>
    </p:spTree>
    <p:extLst>
      <p:ext uri="{BB962C8B-B14F-4D97-AF65-F5344CB8AC3E}">
        <p14:creationId xmlns:p14="http://schemas.microsoft.com/office/powerpoint/2010/main" val="264610535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183103" y="617551"/>
            <a:ext cx="10020440"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329364" y="235036"/>
            <a:ext cx="5653086"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850706" y="682795"/>
            <a:ext cx="8547494" cy="535531"/>
          </a:xfrm>
          <a:prstGeom prst="rect">
            <a:avLst/>
          </a:prstGeom>
          <a:noFill/>
        </p:spPr>
        <p:txBody>
          <a:bodyPr wrap="square" rtlCol="0">
            <a:spAutoFit/>
          </a:bodyPr>
          <a:lstStyle/>
          <a:p>
            <a:pPr>
              <a:lnSpc>
                <a:spcPct val="90000"/>
              </a:lnSpc>
            </a:pPr>
            <a:r>
              <a:rPr lang="en-US" sz="3200" b="1" dirty="0" smtClean="0">
                <a:solidFill>
                  <a:schemeClr val="bg1"/>
                </a:solidFill>
              </a:rPr>
              <a:t> </a:t>
            </a:r>
            <a:r>
              <a:rPr lang="en-US" sz="2800" b="1" dirty="0">
                <a:solidFill>
                  <a:schemeClr val="bg1"/>
                </a:solidFill>
              </a:rPr>
              <a:t>Security Issues Beyond the Basic Operating System</a:t>
            </a:r>
          </a:p>
        </p:txBody>
      </p:sp>
      <p:sp>
        <p:nvSpPr>
          <p:cNvPr id="4" name="ZoneTexte 3"/>
          <p:cNvSpPr txBox="1"/>
          <p:nvPr/>
        </p:nvSpPr>
        <p:spPr>
          <a:xfrm>
            <a:off x="56906" y="1350596"/>
            <a:ext cx="12135094" cy="3877985"/>
          </a:xfrm>
          <a:prstGeom prst="rect">
            <a:avLst/>
          </a:prstGeom>
          <a:noFill/>
        </p:spPr>
        <p:txBody>
          <a:bodyPr wrap="square" rtlCol="0">
            <a:spAutoFit/>
          </a:bodyPr>
          <a:lstStyle/>
          <a:p>
            <a:r>
              <a:rPr lang="en-US" sz="3600" b="1" dirty="0" smtClean="0"/>
              <a:t>• </a:t>
            </a:r>
            <a:r>
              <a:rPr lang="en-US" sz="3600" b="1" dirty="0"/>
              <a:t>Security issues with the graphical user interface (GUI) </a:t>
            </a:r>
            <a:endParaRPr lang="en-US" sz="3600" b="1" dirty="0" smtClean="0"/>
          </a:p>
          <a:p>
            <a:pPr marL="914400" lvl="1" indent="-457200">
              <a:lnSpc>
                <a:spcPct val="150000"/>
              </a:lnSpc>
              <a:buFont typeface="Arial" panose="020B0604020202020204" pitchFamily="34" charset="0"/>
              <a:buChar char="•"/>
            </a:pPr>
            <a:r>
              <a:rPr lang="en-US" sz="2800" dirty="0" smtClean="0"/>
              <a:t>Programs </a:t>
            </a:r>
            <a:r>
              <a:rPr lang="en-US" sz="2800" dirty="0"/>
              <a:t>written for GUIs have a larger set of libraries that get added during the build; more code that can be broken </a:t>
            </a:r>
            <a:endParaRPr lang="en-US" sz="2800" dirty="0" smtClean="0"/>
          </a:p>
          <a:p>
            <a:pPr marL="914400" lvl="1" indent="-457200">
              <a:lnSpc>
                <a:spcPct val="150000"/>
              </a:lnSpc>
              <a:buFont typeface="Arial" panose="020B0604020202020204" pitchFamily="34" charset="0"/>
              <a:buChar char="•"/>
            </a:pPr>
            <a:r>
              <a:rPr lang="en-US" sz="2800" dirty="0" smtClean="0"/>
              <a:t>Reduce </a:t>
            </a:r>
            <a:r>
              <a:rPr lang="en-US" sz="2800" dirty="0"/>
              <a:t>the number of installed packages to reduce the potential for vulnerabilities</a:t>
            </a:r>
            <a:br>
              <a:rPr lang="en-US" sz="2800" dirty="0"/>
            </a:br>
            <a:endParaRPr lang="en-US" sz="2800" dirty="0"/>
          </a:p>
        </p:txBody>
      </p:sp>
    </p:spTree>
    <p:extLst>
      <p:ext uri="{BB962C8B-B14F-4D97-AF65-F5344CB8AC3E}">
        <p14:creationId xmlns:p14="http://schemas.microsoft.com/office/powerpoint/2010/main" val="147953305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183103" y="617551"/>
            <a:ext cx="7669126"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86500" y="235036"/>
            <a:ext cx="5695949"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656049" y="678755"/>
            <a:ext cx="6974603" cy="535531"/>
          </a:xfrm>
          <a:prstGeom prst="rect">
            <a:avLst/>
          </a:prstGeom>
          <a:noFill/>
        </p:spPr>
        <p:txBody>
          <a:bodyPr wrap="square" rtlCol="0">
            <a:spAutoFit/>
          </a:bodyPr>
          <a:lstStyle/>
          <a:p>
            <a:pPr>
              <a:lnSpc>
                <a:spcPct val="90000"/>
              </a:lnSpc>
            </a:pPr>
            <a:r>
              <a:rPr lang="en-US" sz="3200" b="1" dirty="0" smtClean="0">
                <a:solidFill>
                  <a:schemeClr val="bg1"/>
                </a:solidFill>
              </a:rPr>
              <a:t> </a:t>
            </a:r>
            <a:r>
              <a:rPr lang="en-US" sz="2800" b="1" dirty="0">
                <a:solidFill>
                  <a:schemeClr val="bg1"/>
                </a:solidFill>
              </a:rPr>
              <a:t>Tracking the Latest Security Updates </a:t>
            </a:r>
          </a:p>
        </p:txBody>
      </p:sp>
      <p:sp>
        <p:nvSpPr>
          <p:cNvPr id="4" name="ZoneTexte 3"/>
          <p:cNvSpPr txBox="1"/>
          <p:nvPr/>
        </p:nvSpPr>
        <p:spPr>
          <a:xfrm>
            <a:off x="56906" y="1350596"/>
            <a:ext cx="12135094" cy="3847207"/>
          </a:xfrm>
          <a:prstGeom prst="rect">
            <a:avLst/>
          </a:prstGeom>
          <a:noFill/>
        </p:spPr>
        <p:txBody>
          <a:bodyPr wrap="square" rtlCol="0">
            <a:spAutoFit/>
          </a:bodyPr>
          <a:lstStyle/>
          <a:p>
            <a:r>
              <a:rPr lang="en-US" sz="3600" dirty="0" smtClean="0"/>
              <a:t> </a:t>
            </a:r>
            <a:r>
              <a:rPr lang="en-US" sz="3600" b="1" dirty="0"/>
              <a:t>O.S security updates for: </a:t>
            </a:r>
            <a:endParaRPr lang="en-US" sz="3600" b="1" dirty="0" smtClean="0"/>
          </a:p>
          <a:p>
            <a:pPr marL="1028700" lvl="1" indent="-571500">
              <a:buFont typeface="Arial" panose="020B0604020202020204" pitchFamily="34" charset="0"/>
              <a:buChar char="•"/>
            </a:pPr>
            <a:r>
              <a:rPr lang="en-US" sz="3600" dirty="0"/>
              <a:t>Regular users </a:t>
            </a:r>
          </a:p>
          <a:p>
            <a:pPr marL="1028700" lvl="1" indent="-571500">
              <a:buFont typeface="Arial" panose="020B0604020202020204" pitchFamily="34" charset="0"/>
              <a:buChar char="•"/>
            </a:pPr>
            <a:r>
              <a:rPr lang="en-US" sz="3600" dirty="0"/>
              <a:t>Home hobbyists </a:t>
            </a:r>
          </a:p>
          <a:p>
            <a:pPr marL="1028700" lvl="1" indent="-571500">
              <a:buFont typeface="Arial" panose="020B0604020202020204" pitchFamily="34" charset="0"/>
              <a:buChar char="•"/>
            </a:pPr>
            <a:r>
              <a:rPr lang="en-US" sz="3600" dirty="0"/>
              <a:t>Power users </a:t>
            </a:r>
          </a:p>
          <a:p>
            <a:pPr marL="1028700" lvl="1" indent="-571500">
              <a:buFont typeface="Arial" panose="020B0604020202020204" pitchFamily="34" charset="0"/>
              <a:buChar char="•"/>
            </a:pPr>
            <a:r>
              <a:rPr lang="en-US" sz="3600" dirty="0"/>
              <a:t>administrators </a:t>
            </a:r>
          </a:p>
          <a:p>
            <a:pPr marL="914400" indent="-457200">
              <a:buFont typeface="Arial" panose="020B0604020202020204" pitchFamily="34" charset="0"/>
              <a:buChar char="•"/>
            </a:pPr>
            <a:r>
              <a:rPr lang="en-US" sz="3600" dirty="0" smtClean="0"/>
              <a:t>Update </a:t>
            </a:r>
            <a:r>
              <a:rPr lang="en-US" sz="3600" dirty="0"/>
              <a:t>administration</a:t>
            </a:r>
            <a:r>
              <a:rPr lang="en-US" sz="2800" dirty="0"/>
              <a:t/>
            </a:r>
            <a:br>
              <a:rPr lang="en-US" sz="2800" dirty="0"/>
            </a:br>
            <a:endParaRPr lang="en-US" sz="2800" dirty="0"/>
          </a:p>
        </p:txBody>
      </p:sp>
    </p:spTree>
    <p:extLst>
      <p:ext uri="{BB962C8B-B14F-4D97-AF65-F5344CB8AC3E}">
        <p14:creationId xmlns:p14="http://schemas.microsoft.com/office/powerpoint/2010/main" val="849348301"/>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97887F-346F-7DBD-F61F-BDD538B3FFBC}"/>
            </a:ext>
          </a:extLst>
        </p:cNvPr>
        <p:cNvGrpSpPr/>
        <p:nvPr/>
      </p:nvGrpSpPr>
      <p:grpSpPr>
        <a:xfrm>
          <a:off x="0" y="0"/>
          <a:ext cx="0" cy="0"/>
          <a:chOff x="0" y="0"/>
          <a:chExt cx="0" cy="0"/>
        </a:xfrm>
      </p:grpSpPr>
      <p:sp>
        <p:nvSpPr>
          <p:cNvPr id="11" name="Organigramme : Données stockées 10"/>
          <p:cNvSpPr/>
          <p:nvPr/>
        </p:nvSpPr>
        <p:spPr>
          <a:xfrm rot="10800000">
            <a:off x="579578" y="628319"/>
            <a:ext cx="3788823" cy="666020"/>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 xmlns:a16="http://schemas.microsoft.com/office/drawing/2014/main" id="{0A65FC1F-22B0-EE8D-66DA-F323A785E957}"/>
              </a:ext>
            </a:extLst>
          </p:cNvPr>
          <p:cNvSpPr txBox="1"/>
          <p:nvPr/>
        </p:nvSpPr>
        <p:spPr>
          <a:xfrm>
            <a:off x="1476038" y="76200"/>
            <a:ext cx="8086676" cy="535531"/>
          </a:xfrm>
          <a:prstGeom prst="rect">
            <a:avLst/>
          </a:prstGeom>
          <a:noFill/>
        </p:spPr>
        <p:txBody>
          <a:bodyPr wrap="square" rtlCol="0">
            <a:spAutoFit/>
          </a:bodyPr>
          <a:lstStyle/>
          <a:p>
            <a:pPr>
              <a:lnSpc>
                <a:spcPct val="90000"/>
              </a:lnSpc>
            </a:pPr>
            <a:r>
              <a:rPr lang="fr-FR" sz="3200" b="1" dirty="0">
                <a:solidFill>
                  <a:srgbClr val="FF0000"/>
                </a:solidFill>
              </a:rPr>
              <a:t>Operating </a:t>
            </a:r>
            <a:r>
              <a:rPr lang="fr-FR" sz="3200" b="1" dirty="0" err="1">
                <a:solidFill>
                  <a:srgbClr val="FF0000"/>
                </a:solidFill>
              </a:rPr>
              <a:t>Systems</a:t>
            </a:r>
            <a:r>
              <a:rPr lang="fr-FR" sz="3200" b="1" dirty="0">
                <a:solidFill>
                  <a:srgbClr val="FF0000"/>
                </a:solidFill>
              </a:rPr>
              <a:t> </a:t>
            </a:r>
            <a:r>
              <a:rPr lang="fr-FR" sz="3200" b="1" dirty="0" smtClean="0">
                <a:solidFill>
                  <a:srgbClr val="FF0000"/>
                </a:solidFill>
              </a:rPr>
              <a:t>Security</a:t>
            </a:r>
            <a:endParaRPr lang="en-US" sz="3600" b="1" dirty="0">
              <a:latin typeface="Constantia" panose="02030602050306030303" pitchFamily="18" charset="0"/>
              <a:cs typeface="+mj-cs"/>
            </a:endParaRPr>
          </a:p>
        </p:txBody>
      </p:sp>
      <p:grpSp>
        <p:nvGrpSpPr>
          <p:cNvPr id="7" name="Group 6">
            <a:extLst>
              <a:ext uri="{FF2B5EF4-FFF2-40B4-BE49-F238E27FC236}">
                <a16:creationId xmlns="" xmlns:a16="http://schemas.microsoft.com/office/drawing/2014/main" id="{7BED23BE-660A-6E34-2E7A-682793B302B1}"/>
              </a:ext>
            </a:extLst>
          </p:cNvPr>
          <p:cNvGrpSpPr/>
          <p:nvPr/>
        </p:nvGrpSpPr>
        <p:grpSpPr>
          <a:xfrm>
            <a:off x="56907" y="235036"/>
            <a:ext cx="1367702" cy="133643"/>
            <a:chOff x="842098" y="1109681"/>
            <a:chExt cx="1367702" cy="133643"/>
          </a:xfrm>
          <a:solidFill>
            <a:schemeClr val="accent2"/>
          </a:solidFill>
        </p:grpSpPr>
        <p:sp>
          <p:nvSpPr>
            <p:cNvPr id="19" name="Oval 18">
              <a:extLst>
                <a:ext uri="{FF2B5EF4-FFF2-40B4-BE49-F238E27FC236}">
                  <a16:creationId xmlns="" xmlns:a16="http://schemas.microsoft.com/office/drawing/2014/main" id="{7595CB5D-415A-7C61-D609-F6E96722B72F}"/>
                </a:ext>
              </a:extLst>
            </p:cNvPr>
            <p:cNvSpPr/>
            <p:nvPr/>
          </p:nvSpPr>
          <p:spPr>
            <a:xfrm>
              <a:off x="842098"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 xmlns:a16="http://schemas.microsoft.com/office/drawing/2014/main" id="{3CBB86E3-5AF1-4FEB-7E45-9AABF671F842}"/>
                </a:ext>
              </a:extLst>
            </p:cNvPr>
            <p:cNvSpPr/>
            <p:nvPr/>
          </p:nvSpPr>
          <p:spPr>
            <a:xfrm>
              <a:off x="1101074" y="1113404"/>
              <a:ext cx="126197" cy="126197"/>
            </a:xfrm>
            <a:prstGeom prst="ellipse">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Rounded Corners 23">
              <a:extLst>
                <a:ext uri="{FF2B5EF4-FFF2-40B4-BE49-F238E27FC236}">
                  <a16:creationId xmlns="" xmlns:a16="http://schemas.microsoft.com/office/drawing/2014/main" id="{EB349117-EEE0-6B07-9BD3-CE3C131AA481}"/>
                </a:ext>
              </a:extLst>
            </p:cNvPr>
            <p:cNvSpPr/>
            <p:nvPr/>
          </p:nvSpPr>
          <p:spPr>
            <a:xfrm>
              <a:off x="1360050" y="1109681"/>
              <a:ext cx="849750" cy="133643"/>
            </a:xfrm>
            <a:prstGeom prst="roundRect">
              <a:avLst>
                <a:gd name="adj" fmla="val 50000"/>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
        <p:nvSpPr>
          <p:cNvPr id="15" name="Rectangle: Rounded Corners 23">
            <a:extLst>
              <a:ext uri="{FF2B5EF4-FFF2-40B4-BE49-F238E27FC236}">
                <a16:creationId xmlns="" xmlns:a16="http://schemas.microsoft.com/office/drawing/2014/main" id="{85F8947A-24F9-F2EE-3B92-7A8B89D0F817}"/>
              </a:ext>
            </a:extLst>
          </p:cNvPr>
          <p:cNvSpPr/>
          <p:nvPr/>
        </p:nvSpPr>
        <p:spPr>
          <a:xfrm rot="10800000" flipH="1">
            <a:off x="6257926" y="235036"/>
            <a:ext cx="5724524" cy="129920"/>
          </a:xfrm>
          <a:prstGeom prst="roundRect">
            <a:avLst>
              <a:gd name="adj" fmla="val 50000"/>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3">
            <a:extLst>
              <a:ext uri="{FF2B5EF4-FFF2-40B4-BE49-F238E27FC236}">
                <a16:creationId xmlns="" xmlns:a16="http://schemas.microsoft.com/office/drawing/2014/main" id="{7875675D-B9CC-1887-1CE0-4FB3C2951B55}"/>
              </a:ext>
            </a:extLst>
          </p:cNvPr>
          <p:cNvSpPr/>
          <p:nvPr/>
        </p:nvSpPr>
        <p:spPr>
          <a:xfrm>
            <a:off x="1394792" y="6529033"/>
            <a:ext cx="1087200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Rounded Corners 23">
            <a:extLst>
              <a:ext uri="{FF2B5EF4-FFF2-40B4-BE49-F238E27FC236}">
                <a16:creationId xmlns="" xmlns:a16="http://schemas.microsoft.com/office/drawing/2014/main" id="{D3E1F96B-E651-8900-5A71-A3CE0400BA0F}"/>
              </a:ext>
            </a:extLst>
          </p:cNvPr>
          <p:cNvSpPr/>
          <p:nvPr/>
        </p:nvSpPr>
        <p:spPr>
          <a:xfrm>
            <a:off x="-193726" y="6529032"/>
            <a:ext cx="849750" cy="133643"/>
          </a:xfrm>
          <a:prstGeom prst="roundRect">
            <a:avLst>
              <a:gd name="adj" fmla="val 50000"/>
            </a:avLst>
          </a:prstGeom>
          <a:solidFill>
            <a:schemeClr val="accent2">
              <a:alpha val="7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7" name="Regular Pentagon 16">
            <a:extLst>
              <a:ext uri="{FF2B5EF4-FFF2-40B4-BE49-F238E27FC236}">
                <a16:creationId xmlns="" xmlns:a16="http://schemas.microsoft.com/office/drawing/2014/main" id="{B0E807BF-B4B0-B65F-1696-E9D4FA6F2405}"/>
              </a:ext>
            </a:extLst>
          </p:cNvPr>
          <p:cNvSpPr/>
          <p:nvPr/>
        </p:nvSpPr>
        <p:spPr>
          <a:xfrm>
            <a:off x="689749" y="6304128"/>
            <a:ext cx="540000" cy="468000"/>
          </a:xfrm>
          <a:prstGeom prst="pentagon">
            <a:avLst/>
          </a:prstGeom>
          <a:solidFill>
            <a:schemeClr val="accent2"/>
          </a:solidFill>
          <a:ln>
            <a:noFill/>
          </a:ln>
          <a:scene3d>
            <a:camera prst="perspectiveHeroicExtremeLeftFacing"/>
            <a:lightRig rig="threePt" dir="t"/>
          </a:scene3d>
          <a:sp3d extrusionH="279400" contourW="12700">
            <a:extrusionClr>
              <a:schemeClr val="tx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100" dirty="0"/>
          </a:p>
        </p:txBody>
      </p:sp>
      <p:sp>
        <p:nvSpPr>
          <p:cNvPr id="3" name="TextBox 1">
            <a:extLst>
              <a:ext uri="{FF2B5EF4-FFF2-40B4-BE49-F238E27FC236}">
                <a16:creationId xmlns="" xmlns:a16="http://schemas.microsoft.com/office/drawing/2014/main" id="{5A662463-C844-81F8-9E96-5857F99BCEBA}"/>
              </a:ext>
            </a:extLst>
          </p:cNvPr>
          <p:cNvSpPr txBox="1"/>
          <p:nvPr/>
        </p:nvSpPr>
        <p:spPr>
          <a:xfrm>
            <a:off x="1656050" y="678755"/>
            <a:ext cx="2315876" cy="535531"/>
          </a:xfrm>
          <a:prstGeom prst="rect">
            <a:avLst/>
          </a:prstGeom>
          <a:noFill/>
        </p:spPr>
        <p:txBody>
          <a:bodyPr wrap="square" rtlCol="0">
            <a:spAutoFit/>
          </a:bodyPr>
          <a:lstStyle/>
          <a:p>
            <a:pPr>
              <a:lnSpc>
                <a:spcPct val="90000"/>
              </a:lnSpc>
            </a:pPr>
            <a:r>
              <a:rPr lang="en-US" sz="3200" b="1" dirty="0" smtClean="0">
                <a:solidFill>
                  <a:schemeClr val="bg1"/>
                </a:solidFill>
              </a:rPr>
              <a:t> </a:t>
            </a:r>
            <a:r>
              <a:rPr lang="en-US" sz="3200" b="1" dirty="0">
                <a:solidFill>
                  <a:schemeClr val="bg1"/>
                </a:solidFill>
              </a:rPr>
              <a:t> </a:t>
            </a:r>
            <a:r>
              <a:rPr lang="en-US" sz="2800" b="1" dirty="0">
                <a:solidFill>
                  <a:schemeClr val="bg1"/>
                </a:solidFill>
              </a:rPr>
              <a:t>Summary </a:t>
            </a:r>
          </a:p>
        </p:txBody>
      </p:sp>
      <p:sp>
        <p:nvSpPr>
          <p:cNvPr id="4" name="ZoneTexte 3"/>
          <p:cNvSpPr txBox="1"/>
          <p:nvPr/>
        </p:nvSpPr>
        <p:spPr>
          <a:xfrm>
            <a:off x="546041" y="1344776"/>
            <a:ext cx="12135094" cy="3046988"/>
          </a:xfrm>
          <a:prstGeom prst="rect">
            <a:avLst/>
          </a:prstGeom>
          <a:noFill/>
        </p:spPr>
        <p:txBody>
          <a:bodyPr wrap="square" rtlCol="0">
            <a:spAutoFit/>
          </a:bodyPr>
          <a:lstStyle/>
          <a:p>
            <a:r>
              <a:rPr lang="en-US" sz="3200" b="1" dirty="0" smtClean="0"/>
              <a:t>This </a:t>
            </a:r>
            <a:r>
              <a:rPr lang="en-US" sz="3200" b="1" dirty="0"/>
              <a:t>chapter explained </a:t>
            </a:r>
            <a:r>
              <a:rPr lang="en-US" sz="3200" dirty="0"/>
              <a:t>: </a:t>
            </a:r>
            <a:endParaRPr lang="en-US" sz="3200" dirty="0" smtClean="0"/>
          </a:p>
          <a:p>
            <a:pPr marL="571500" indent="-571500">
              <a:buFont typeface="Wingdings" panose="05000000000000000000" pitchFamily="2" charset="2"/>
              <a:buChar char="§"/>
            </a:pPr>
            <a:r>
              <a:rPr lang="en-US" sz="3200" dirty="0" smtClean="0"/>
              <a:t>Kinds </a:t>
            </a:r>
            <a:r>
              <a:rPr lang="en-US" sz="3200" dirty="0"/>
              <a:t>of the Vulnerabilities </a:t>
            </a:r>
            <a:endParaRPr lang="en-US" sz="3200" dirty="0" smtClean="0"/>
          </a:p>
          <a:p>
            <a:pPr marL="571500" indent="-571500">
              <a:buFont typeface="Wingdings" panose="05000000000000000000" pitchFamily="2" charset="2"/>
              <a:buChar char="§"/>
            </a:pPr>
            <a:r>
              <a:rPr lang="en-US" sz="3200" dirty="0" smtClean="0"/>
              <a:t>How </a:t>
            </a:r>
            <a:r>
              <a:rPr lang="en-US" sz="3200" dirty="0"/>
              <a:t>the Methods of Defense work </a:t>
            </a:r>
            <a:endParaRPr lang="en-US" sz="3200" dirty="0" smtClean="0"/>
          </a:p>
          <a:p>
            <a:pPr marL="571500" indent="-571500">
              <a:buFont typeface="Wingdings" panose="05000000000000000000" pitchFamily="2" charset="2"/>
              <a:buChar char="§"/>
            </a:pPr>
            <a:r>
              <a:rPr lang="en-US" sz="3200" dirty="0" smtClean="0"/>
              <a:t>The </a:t>
            </a:r>
            <a:r>
              <a:rPr lang="en-US" sz="3200" dirty="0"/>
              <a:t>Software Controls </a:t>
            </a:r>
          </a:p>
          <a:p>
            <a:pPr marL="571500" indent="-571500">
              <a:buFont typeface="Wingdings" panose="05000000000000000000" pitchFamily="2" charset="2"/>
              <a:buChar char="§"/>
            </a:pPr>
            <a:r>
              <a:rPr lang="en-US" sz="3200" dirty="0" smtClean="0"/>
              <a:t>The </a:t>
            </a:r>
            <a:r>
              <a:rPr lang="en-US" sz="3200" dirty="0"/>
              <a:t>meaning of Protected Objects and Methods of Protection </a:t>
            </a:r>
            <a:endParaRPr lang="en-US" sz="3200" dirty="0" smtClean="0"/>
          </a:p>
          <a:p>
            <a:pPr marL="571500" indent="-571500">
              <a:buFont typeface="Wingdings" panose="05000000000000000000" pitchFamily="2" charset="2"/>
              <a:buChar char="§"/>
            </a:pPr>
            <a:r>
              <a:rPr lang="en-US" sz="3200" dirty="0" smtClean="0"/>
              <a:t>The </a:t>
            </a:r>
            <a:r>
              <a:rPr lang="en-US" sz="3200" dirty="0"/>
              <a:t>Protection Types</a:t>
            </a:r>
            <a:endParaRPr lang="en-US" sz="2400" dirty="0"/>
          </a:p>
        </p:txBody>
      </p:sp>
    </p:spTree>
    <p:extLst>
      <p:ext uri="{BB962C8B-B14F-4D97-AF65-F5344CB8AC3E}">
        <p14:creationId xmlns:p14="http://schemas.microsoft.com/office/powerpoint/2010/main" val="356837728"/>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20264</TotalTime>
  <Words>2100</Words>
  <Application>Microsoft Office PowerPoint</Application>
  <PresentationFormat>Grand écran</PresentationFormat>
  <Paragraphs>255</Paragraphs>
  <Slides>41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41</vt:i4>
      </vt:variant>
    </vt:vector>
  </HeadingPairs>
  <TitlesOfParts>
    <vt:vector size="47" baseType="lpstr">
      <vt:lpstr>Arial</vt:lpstr>
      <vt:lpstr>Calibri</vt:lpstr>
      <vt:lpstr>Constantia</vt:lpstr>
      <vt:lpstr>Courier New</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BOSS_ BABY</dc:creator>
  <cp:lastModifiedBy>lenovo</cp:lastModifiedBy>
  <cp:revision>1368</cp:revision>
  <dcterms:created xsi:type="dcterms:W3CDTF">2023-07-12T07:13:02Z</dcterms:created>
  <dcterms:modified xsi:type="dcterms:W3CDTF">2026-04-25T14:41:05Z</dcterms:modified>
</cp:coreProperties>
</file>