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696" r:id="rId2"/>
    <p:sldId id="766" r:id="rId3"/>
    <p:sldId id="767" r:id="rId4"/>
    <p:sldId id="768" r:id="rId5"/>
    <p:sldId id="771" r:id="rId6"/>
    <p:sldId id="772" r:id="rId7"/>
    <p:sldId id="773" r:id="rId8"/>
    <p:sldId id="774" r:id="rId9"/>
    <p:sldId id="809" r:id="rId10"/>
    <p:sldId id="810" r:id="rId11"/>
    <p:sldId id="775" r:id="rId12"/>
    <p:sldId id="776" r:id="rId13"/>
    <p:sldId id="777" r:id="rId14"/>
    <p:sldId id="778" r:id="rId15"/>
    <p:sldId id="780" r:id="rId16"/>
    <p:sldId id="781" r:id="rId17"/>
    <p:sldId id="784" r:id="rId18"/>
    <p:sldId id="785" r:id="rId19"/>
    <p:sldId id="786" r:id="rId20"/>
    <p:sldId id="905" r:id="rId21"/>
    <p:sldId id="788" r:id="rId22"/>
    <p:sldId id="789" r:id="rId23"/>
    <p:sldId id="790" r:id="rId24"/>
    <p:sldId id="791" r:id="rId25"/>
    <p:sldId id="792" r:id="rId26"/>
    <p:sldId id="793" r:id="rId27"/>
    <p:sldId id="794" r:id="rId28"/>
    <p:sldId id="795" r:id="rId29"/>
    <p:sldId id="796" r:id="rId30"/>
    <p:sldId id="797" r:id="rId31"/>
    <p:sldId id="798" r:id="rId32"/>
    <p:sldId id="799" r:id="rId33"/>
    <p:sldId id="801" r:id="rId34"/>
    <p:sldId id="800" r:id="rId35"/>
    <p:sldId id="802" r:id="rId36"/>
    <p:sldId id="803" r:id="rId37"/>
    <p:sldId id="804" r:id="rId38"/>
    <p:sldId id="805" r:id="rId39"/>
    <p:sldId id="806" r:id="rId40"/>
    <p:sldId id="807" r:id="rId41"/>
    <p:sldId id="904" r:id="rId42"/>
    <p:sldId id="812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DDA74"/>
    <a:srgbClr val="F75E41"/>
    <a:srgbClr val="FFC000"/>
    <a:srgbClr val="5640BB"/>
    <a:srgbClr val="F5F6FA"/>
    <a:srgbClr val="333333"/>
    <a:srgbClr val="4835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D0E4DD-3C63-4A22-BC49-59D4116F773B}" v="55" dt="2023-07-22T03:31:44.4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68" autoAdjust="0"/>
    <p:restoredTop sz="94434" autoAdjust="0"/>
  </p:normalViewPr>
  <p:slideViewPr>
    <p:cSldViewPr snapToGrid="0">
      <p:cViewPr varScale="1">
        <p:scale>
          <a:sx n="67" d="100"/>
          <a:sy n="67" d="100"/>
        </p:scale>
        <p:origin x="804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139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4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ssy Made Yulian" userId="238af46a17e978c5" providerId="LiveId" clId="{81D0E4DD-3C63-4A22-BC49-59D4116F773B}"/>
    <pc:docChg chg="undo custSel modSld modMainMaster">
      <pc:chgData name="Yossy Made Yulian" userId="238af46a17e978c5" providerId="LiveId" clId="{81D0E4DD-3C63-4A22-BC49-59D4116F773B}" dt="2023-07-22T03:31:44.465" v="311" actId="164"/>
      <pc:docMkLst>
        <pc:docMk/>
      </pc:docMkLst>
      <pc:sldChg chg="delSp modSp mod">
        <pc:chgData name="Yossy Made Yulian" userId="238af46a17e978c5" providerId="LiveId" clId="{81D0E4DD-3C63-4A22-BC49-59D4116F773B}" dt="2023-07-22T03:06:38.207" v="65" actId="207"/>
        <pc:sldMkLst>
          <pc:docMk/>
          <pc:sldMk cId="1680765068" sldId="256"/>
        </pc:sldMkLst>
        <pc:spChg chg="mod">
          <ac:chgData name="Yossy Made Yulian" userId="238af46a17e978c5" providerId="LiveId" clId="{81D0E4DD-3C63-4A22-BC49-59D4116F773B}" dt="2023-07-22T03:06:38.207" v="65" actId="207"/>
          <ac:spMkLst>
            <pc:docMk/>
            <pc:sldMk cId="1680765068" sldId="256"/>
            <ac:spMk id="32" creationId="{8C53F6F1-C513-4216-81C6-76EB179BDE0D}"/>
          </ac:spMkLst>
        </pc:spChg>
        <pc:spChg chg="del mod">
          <ac:chgData name="Yossy Made Yulian" userId="238af46a17e978c5" providerId="LiveId" clId="{81D0E4DD-3C63-4A22-BC49-59D4116F773B}" dt="2023-07-22T02:57:22.064" v="9" actId="478"/>
          <ac:spMkLst>
            <pc:docMk/>
            <pc:sldMk cId="1680765068" sldId="256"/>
            <ac:spMk id="57" creationId="{FF22CC11-10A5-4C0F-AEC9-077FFB8203DE}"/>
          </ac:spMkLst>
        </pc:spChg>
        <pc:grpChg chg="mod">
          <ac:chgData name="Yossy Made Yulian" userId="238af46a17e978c5" providerId="LiveId" clId="{81D0E4DD-3C63-4A22-BC49-59D4116F773B}" dt="2023-07-22T02:57:37.291" v="12" actId="1076"/>
          <ac:grpSpMkLst>
            <pc:docMk/>
            <pc:sldMk cId="1680765068" sldId="256"/>
            <ac:grpSpMk id="31" creationId="{5062DC39-41CB-4070-B9E4-D32255B276CA}"/>
          </ac:grpSpMkLst>
        </pc:grpChg>
      </pc:sldChg>
      <pc:sldChg chg="addSp modSp mod">
        <pc:chgData name="Yossy Made Yulian" userId="238af46a17e978c5" providerId="LiveId" clId="{81D0E4DD-3C63-4A22-BC49-59D4116F773B}" dt="2023-07-22T02:58:00.364" v="18" actId="167"/>
        <pc:sldMkLst>
          <pc:docMk/>
          <pc:sldMk cId="3802186706" sldId="257"/>
        </pc:sldMkLst>
        <pc:spChg chg="mod">
          <ac:chgData name="Yossy Made Yulian" userId="238af46a17e978c5" providerId="LiveId" clId="{81D0E4DD-3C63-4A22-BC49-59D4116F773B}" dt="2023-07-22T02:57:57.696" v="17" actId="164"/>
          <ac:spMkLst>
            <pc:docMk/>
            <pc:sldMk cId="3802186706" sldId="257"/>
            <ac:spMk id="2" creationId="{82051B6A-67BB-46AB-84DC-50A774A2C519}"/>
          </ac:spMkLst>
        </pc:spChg>
        <pc:spChg chg="mod">
          <ac:chgData name="Yossy Made Yulian" userId="238af46a17e978c5" providerId="LiveId" clId="{81D0E4DD-3C63-4A22-BC49-59D4116F773B}" dt="2023-07-22T02:57:57.696" v="17" actId="164"/>
          <ac:spMkLst>
            <pc:docMk/>
            <pc:sldMk cId="3802186706" sldId="257"/>
            <ac:spMk id="10" creationId="{9E986E62-1593-4C92-8900-5DEDFE9A8DBA}"/>
          </ac:spMkLst>
        </pc:spChg>
        <pc:spChg chg="mod">
          <ac:chgData name="Yossy Made Yulian" userId="238af46a17e978c5" providerId="LiveId" clId="{81D0E4DD-3C63-4A22-BC49-59D4116F773B}" dt="2023-07-22T02:57:57.696" v="17" actId="164"/>
          <ac:spMkLst>
            <pc:docMk/>
            <pc:sldMk cId="3802186706" sldId="257"/>
            <ac:spMk id="11" creationId="{C32D17C9-8782-4FDE-97F8-50A9B8F654EC}"/>
          </ac:spMkLst>
        </pc:spChg>
        <pc:spChg chg="mod">
          <ac:chgData name="Yossy Made Yulian" userId="238af46a17e978c5" providerId="LiveId" clId="{81D0E4DD-3C63-4A22-BC49-59D4116F773B}" dt="2023-07-22T02:57:57.696" v="17" actId="164"/>
          <ac:spMkLst>
            <pc:docMk/>
            <pc:sldMk cId="3802186706" sldId="257"/>
            <ac:spMk id="13" creationId="{F793A24A-EA97-4AB9-8057-B40946F97468}"/>
          </ac:spMkLst>
        </pc:spChg>
        <pc:spChg chg="mod">
          <ac:chgData name="Yossy Made Yulian" userId="238af46a17e978c5" providerId="LiveId" clId="{81D0E4DD-3C63-4A22-BC49-59D4116F773B}" dt="2023-07-22T02:57:57.696" v="17" actId="164"/>
          <ac:spMkLst>
            <pc:docMk/>
            <pc:sldMk cId="3802186706" sldId="257"/>
            <ac:spMk id="14" creationId="{7AA94518-978E-4F74-9299-1EC8B1D01D2F}"/>
          </ac:spMkLst>
        </pc:spChg>
        <pc:spChg chg="mod">
          <ac:chgData name="Yossy Made Yulian" userId="238af46a17e978c5" providerId="LiveId" clId="{81D0E4DD-3C63-4A22-BC49-59D4116F773B}" dt="2023-07-22T02:57:57.696" v="17" actId="164"/>
          <ac:spMkLst>
            <pc:docMk/>
            <pc:sldMk cId="3802186706" sldId="257"/>
            <ac:spMk id="16" creationId="{CB45DE94-7692-43A6-A81B-A8FCF12ECE6C}"/>
          </ac:spMkLst>
        </pc:spChg>
        <pc:spChg chg="mod">
          <ac:chgData name="Yossy Made Yulian" userId="238af46a17e978c5" providerId="LiveId" clId="{81D0E4DD-3C63-4A22-BC49-59D4116F773B}" dt="2023-07-22T02:57:57.696" v="17" actId="164"/>
          <ac:spMkLst>
            <pc:docMk/>
            <pc:sldMk cId="3802186706" sldId="257"/>
            <ac:spMk id="17" creationId="{6648C231-8BA3-4074-B9B8-EB36CE039E7F}"/>
          </ac:spMkLst>
        </pc:spChg>
        <pc:spChg chg="mod">
          <ac:chgData name="Yossy Made Yulian" userId="238af46a17e978c5" providerId="LiveId" clId="{81D0E4DD-3C63-4A22-BC49-59D4116F773B}" dt="2023-07-22T02:57:57.696" v="17" actId="164"/>
          <ac:spMkLst>
            <pc:docMk/>
            <pc:sldMk cId="3802186706" sldId="257"/>
            <ac:spMk id="19" creationId="{E103EF3B-388B-4386-A1A6-6DA831AC2861}"/>
          </ac:spMkLst>
        </pc:spChg>
        <pc:spChg chg="mod">
          <ac:chgData name="Yossy Made Yulian" userId="238af46a17e978c5" providerId="LiveId" clId="{81D0E4DD-3C63-4A22-BC49-59D4116F773B}" dt="2023-07-22T02:57:57.696" v="17" actId="164"/>
          <ac:spMkLst>
            <pc:docMk/>
            <pc:sldMk cId="3802186706" sldId="257"/>
            <ac:spMk id="20" creationId="{027E5925-42A2-445C-A1F5-051D3EDA2431}"/>
          </ac:spMkLst>
        </pc:spChg>
        <pc:grpChg chg="add mod ord">
          <ac:chgData name="Yossy Made Yulian" userId="238af46a17e978c5" providerId="LiveId" clId="{81D0E4DD-3C63-4A22-BC49-59D4116F773B}" dt="2023-07-22T02:58:00.364" v="18" actId="167"/>
          <ac:grpSpMkLst>
            <pc:docMk/>
            <pc:sldMk cId="3802186706" sldId="257"/>
            <ac:grpSpMk id="6" creationId="{102B7951-2775-E08B-D8AD-BE07855BF9FE}"/>
          </ac:grpSpMkLst>
        </pc:grpChg>
      </pc:sldChg>
      <pc:sldChg chg="addSp delSp modSp mod">
        <pc:chgData name="Yossy Made Yulian" userId="238af46a17e978c5" providerId="LiveId" clId="{81D0E4DD-3C63-4A22-BC49-59D4116F773B}" dt="2023-07-22T03:06:04.154" v="57" actId="1035"/>
        <pc:sldMkLst>
          <pc:docMk/>
          <pc:sldMk cId="2698937258" sldId="258"/>
        </pc:sldMkLst>
        <pc:spChg chg="del mod">
          <ac:chgData name="Yossy Made Yulian" userId="238af46a17e978c5" providerId="LiveId" clId="{81D0E4DD-3C63-4A22-BC49-59D4116F773B}" dt="2023-07-22T03:00:18.228" v="32" actId="478"/>
          <ac:spMkLst>
            <pc:docMk/>
            <pc:sldMk cId="2698937258" sldId="258"/>
            <ac:spMk id="8" creationId="{59F136C8-6B8E-4597-9006-CB70EE8014D7}"/>
          </ac:spMkLst>
        </pc:spChg>
        <pc:spChg chg="mod topLvl">
          <ac:chgData name="Yossy Made Yulian" userId="238af46a17e978c5" providerId="LiveId" clId="{81D0E4DD-3C63-4A22-BC49-59D4116F773B}" dt="2023-07-22T03:02:18.459" v="40" actId="164"/>
          <ac:spMkLst>
            <pc:docMk/>
            <pc:sldMk cId="2698937258" sldId="258"/>
            <ac:spMk id="12" creationId="{65061EDB-B67C-47C9-9D78-1F1093301E2E}"/>
          </ac:spMkLst>
        </pc:spChg>
        <pc:spChg chg="mod topLvl">
          <ac:chgData name="Yossy Made Yulian" userId="238af46a17e978c5" providerId="LiveId" clId="{81D0E4DD-3C63-4A22-BC49-59D4116F773B}" dt="2023-07-22T03:02:18.459" v="40" actId="164"/>
          <ac:spMkLst>
            <pc:docMk/>
            <pc:sldMk cId="2698937258" sldId="258"/>
            <ac:spMk id="13" creationId="{94605A04-5250-438C-B2A2-423B50C5C7DD}"/>
          </ac:spMkLst>
        </pc:spChg>
        <pc:spChg chg="mod topLvl">
          <ac:chgData name="Yossy Made Yulian" userId="238af46a17e978c5" providerId="LiveId" clId="{81D0E4DD-3C63-4A22-BC49-59D4116F773B}" dt="2023-07-22T03:02:18.459" v="40" actId="164"/>
          <ac:spMkLst>
            <pc:docMk/>
            <pc:sldMk cId="2698937258" sldId="258"/>
            <ac:spMk id="21" creationId="{67D2826A-4775-4C39-ACE5-852C4611EE3D}"/>
          </ac:spMkLst>
        </pc:spChg>
        <pc:spChg chg="mod topLvl">
          <ac:chgData name="Yossy Made Yulian" userId="238af46a17e978c5" providerId="LiveId" clId="{81D0E4DD-3C63-4A22-BC49-59D4116F773B}" dt="2023-07-22T03:02:18.459" v="40" actId="164"/>
          <ac:spMkLst>
            <pc:docMk/>
            <pc:sldMk cId="2698937258" sldId="258"/>
            <ac:spMk id="58" creationId="{9B973600-1D19-41EC-9B74-00D792BC30FA}"/>
          </ac:spMkLst>
        </pc:spChg>
        <pc:spChg chg="mod topLvl">
          <ac:chgData name="Yossy Made Yulian" userId="238af46a17e978c5" providerId="LiveId" clId="{81D0E4DD-3C63-4A22-BC49-59D4116F773B}" dt="2023-07-22T03:02:18.459" v="40" actId="164"/>
          <ac:spMkLst>
            <pc:docMk/>
            <pc:sldMk cId="2698937258" sldId="258"/>
            <ac:spMk id="59" creationId="{56EFCCCA-6A2B-41DD-A1DB-76D68C6ABE64}"/>
          </ac:spMkLst>
        </pc:spChg>
        <pc:spChg chg="mod topLvl">
          <ac:chgData name="Yossy Made Yulian" userId="238af46a17e978c5" providerId="LiveId" clId="{81D0E4DD-3C63-4A22-BC49-59D4116F773B}" dt="2023-07-22T03:02:18.459" v="40" actId="164"/>
          <ac:spMkLst>
            <pc:docMk/>
            <pc:sldMk cId="2698937258" sldId="258"/>
            <ac:spMk id="70" creationId="{75235561-A055-4BC3-8B15-843EE2304B7E}"/>
          </ac:spMkLst>
        </pc:spChg>
        <pc:grpChg chg="add del mod ord">
          <ac:chgData name="Yossy Made Yulian" userId="238af46a17e978c5" providerId="LiveId" clId="{81D0E4DD-3C63-4A22-BC49-59D4116F773B}" dt="2023-07-22T03:02:15.666" v="39" actId="165"/>
          <ac:grpSpMkLst>
            <pc:docMk/>
            <pc:sldMk cId="2698937258" sldId="258"/>
            <ac:grpSpMk id="3" creationId="{2E4FD291-D24C-6263-9F6B-787F870EFA30}"/>
          </ac:grpSpMkLst>
        </pc:grpChg>
        <pc:grpChg chg="add mod ord">
          <ac:chgData name="Yossy Made Yulian" userId="238af46a17e978c5" providerId="LiveId" clId="{81D0E4DD-3C63-4A22-BC49-59D4116F773B}" dt="2023-07-22T03:06:04.154" v="57" actId="1035"/>
          <ac:grpSpMkLst>
            <pc:docMk/>
            <pc:sldMk cId="2698937258" sldId="258"/>
            <ac:grpSpMk id="4" creationId="{AEE4090E-9A8A-1684-2B01-C359DA6D6E6D}"/>
          </ac:grpSpMkLst>
        </pc:grpChg>
        <pc:picChg chg="add del mod">
          <ac:chgData name="Yossy Made Yulian" userId="238af46a17e978c5" providerId="LiveId" clId="{81D0E4DD-3C63-4A22-BC49-59D4116F773B}" dt="2023-07-22T03:05:55.197" v="49" actId="21"/>
          <ac:picMkLst>
            <pc:docMk/>
            <pc:sldMk cId="2698937258" sldId="258"/>
            <ac:picMk id="6" creationId="{DFD1A9F6-1189-3C9D-41AC-79326668287C}"/>
          </ac:picMkLst>
        </pc:picChg>
        <pc:picChg chg="add mod">
          <ac:chgData name="Yossy Made Yulian" userId="238af46a17e978c5" providerId="LiveId" clId="{81D0E4DD-3C63-4A22-BC49-59D4116F773B}" dt="2023-07-22T03:05:57.226" v="51"/>
          <ac:picMkLst>
            <pc:docMk/>
            <pc:sldMk cId="2698937258" sldId="258"/>
            <ac:picMk id="7" creationId="{4985871C-793A-51C3-82A7-595B9926C90B}"/>
          </ac:picMkLst>
        </pc:picChg>
        <pc:picChg chg="del mod topLvl modCrop">
          <ac:chgData name="Yossy Made Yulian" userId="238af46a17e978c5" providerId="LiveId" clId="{81D0E4DD-3C63-4A22-BC49-59D4116F773B}" dt="2023-07-22T03:05:56.143" v="50" actId="478"/>
          <ac:picMkLst>
            <pc:docMk/>
            <pc:sldMk cId="2698937258" sldId="258"/>
            <ac:picMk id="10" creationId="{D4D80BB9-AD0A-49C2-BDD5-C9C6F8764898}"/>
          </ac:picMkLst>
        </pc:picChg>
        <pc:cxnChg chg="mod">
          <ac:chgData name="Yossy Made Yulian" userId="238af46a17e978c5" providerId="LiveId" clId="{81D0E4DD-3C63-4A22-BC49-59D4116F773B}" dt="2023-07-22T03:02:18.459" v="40" actId="164"/>
          <ac:cxnSpMkLst>
            <pc:docMk/>
            <pc:sldMk cId="2698937258" sldId="258"/>
            <ac:cxnSpMk id="30" creationId="{B20F596F-3376-47E8-BE85-CFF071102899}"/>
          </ac:cxnSpMkLst>
        </pc:cxnChg>
      </pc:sldChg>
      <pc:sldChg chg="addSp modSp mod">
        <pc:chgData name="Yossy Made Yulian" userId="238af46a17e978c5" providerId="LiveId" clId="{81D0E4DD-3C63-4A22-BC49-59D4116F773B}" dt="2023-07-22T03:07:55.227" v="68" actId="164"/>
        <pc:sldMkLst>
          <pc:docMk/>
          <pc:sldMk cId="281857432" sldId="259"/>
        </pc:sldMkLst>
        <pc:spChg chg="mod">
          <ac:chgData name="Yossy Made Yulian" userId="238af46a17e978c5" providerId="LiveId" clId="{81D0E4DD-3C63-4A22-BC49-59D4116F773B}" dt="2023-07-22T03:06:33.775" v="64" actId="207"/>
          <ac:spMkLst>
            <pc:docMk/>
            <pc:sldMk cId="281857432" sldId="259"/>
            <ac:spMk id="3" creationId="{8F6CBE23-0338-4EDB-9E85-D75D12D43FFF}"/>
          </ac:spMkLst>
        </pc:spChg>
        <pc:spChg chg="mod">
          <ac:chgData name="Yossy Made Yulian" userId="238af46a17e978c5" providerId="LiveId" clId="{81D0E4DD-3C63-4A22-BC49-59D4116F773B}" dt="2023-07-22T03:06:33.775" v="64" actId="207"/>
          <ac:spMkLst>
            <pc:docMk/>
            <pc:sldMk cId="281857432" sldId="259"/>
            <ac:spMk id="16" creationId="{10FC6932-8359-43AF-B0DE-A50004D46F25}"/>
          </ac:spMkLst>
        </pc:spChg>
        <pc:spChg chg="mod">
          <ac:chgData name="Yossy Made Yulian" userId="238af46a17e978c5" providerId="LiveId" clId="{81D0E4DD-3C63-4A22-BC49-59D4116F773B}" dt="2023-07-22T03:07:55.227" v="68" actId="164"/>
          <ac:spMkLst>
            <pc:docMk/>
            <pc:sldMk cId="281857432" sldId="259"/>
            <ac:spMk id="19" creationId="{0A3A7660-C6A4-4DA1-8922-F077BCBEF787}"/>
          </ac:spMkLst>
        </pc:spChg>
        <pc:spChg chg="mod">
          <ac:chgData name="Yossy Made Yulian" userId="238af46a17e978c5" providerId="LiveId" clId="{81D0E4DD-3C63-4A22-BC49-59D4116F773B}" dt="2023-07-22T03:07:55.227" v="68" actId="164"/>
          <ac:spMkLst>
            <pc:docMk/>
            <pc:sldMk cId="281857432" sldId="259"/>
            <ac:spMk id="20" creationId="{125D7ECF-BE1E-4091-906B-5075B3F2A810}"/>
          </ac:spMkLst>
        </pc:spChg>
        <pc:spChg chg="mod">
          <ac:chgData name="Yossy Made Yulian" userId="238af46a17e978c5" providerId="LiveId" clId="{81D0E4DD-3C63-4A22-BC49-59D4116F773B}" dt="2023-07-22T03:07:50.039" v="66" actId="164"/>
          <ac:spMkLst>
            <pc:docMk/>
            <pc:sldMk cId="281857432" sldId="259"/>
            <ac:spMk id="21" creationId="{83097104-F9C1-4689-975E-954AA02D10EE}"/>
          </ac:spMkLst>
        </pc:spChg>
        <pc:spChg chg="mod">
          <ac:chgData name="Yossy Made Yulian" userId="238af46a17e978c5" providerId="LiveId" clId="{81D0E4DD-3C63-4A22-BC49-59D4116F773B}" dt="2023-07-22T03:07:50.039" v="66" actId="164"/>
          <ac:spMkLst>
            <pc:docMk/>
            <pc:sldMk cId="281857432" sldId="259"/>
            <ac:spMk id="22" creationId="{1486DFD1-C9B3-4C92-884B-5F53335B13B6}"/>
          </ac:spMkLst>
        </pc:spChg>
        <pc:spChg chg="mod">
          <ac:chgData name="Yossy Made Yulian" userId="238af46a17e978c5" providerId="LiveId" clId="{81D0E4DD-3C63-4A22-BC49-59D4116F773B}" dt="2023-07-22T03:07:50.039" v="66" actId="164"/>
          <ac:spMkLst>
            <pc:docMk/>
            <pc:sldMk cId="281857432" sldId="259"/>
            <ac:spMk id="23" creationId="{90693C7E-2734-4B1F-9925-AD30D6D39918}"/>
          </ac:spMkLst>
        </pc:spChg>
        <pc:spChg chg="mod">
          <ac:chgData name="Yossy Made Yulian" userId="238af46a17e978c5" providerId="LiveId" clId="{81D0E4DD-3C63-4A22-BC49-59D4116F773B}" dt="2023-07-22T03:07:55.227" v="68" actId="164"/>
          <ac:spMkLst>
            <pc:docMk/>
            <pc:sldMk cId="281857432" sldId="259"/>
            <ac:spMk id="24" creationId="{1314F15E-BC65-4505-A690-E8B2DBCDAC83}"/>
          </ac:spMkLst>
        </pc:spChg>
        <pc:spChg chg="mod">
          <ac:chgData name="Yossy Made Yulian" userId="238af46a17e978c5" providerId="LiveId" clId="{81D0E4DD-3C63-4A22-BC49-59D4116F773B}" dt="2023-07-22T03:07:50.039" v="66" actId="164"/>
          <ac:spMkLst>
            <pc:docMk/>
            <pc:sldMk cId="281857432" sldId="259"/>
            <ac:spMk id="27" creationId="{33F60879-6BFE-46CC-A1EB-CCAEC4D45305}"/>
          </ac:spMkLst>
        </pc:spChg>
        <pc:spChg chg="mod">
          <ac:chgData name="Yossy Made Yulian" userId="238af46a17e978c5" providerId="LiveId" clId="{81D0E4DD-3C63-4A22-BC49-59D4116F773B}" dt="2023-07-22T03:07:50.039" v="66" actId="164"/>
          <ac:spMkLst>
            <pc:docMk/>
            <pc:sldMk cId="281857432" sldId="259"/>
            <ac:spMk id="28" creationId="{DBD94223-7AD7-4127-80E3-77D70D92F34E}"/>
          </ac:spMkLst>
        </pc:spChg>
        <pc:grpChg chg="add mod ord">
          <ac:chgData name="Yossy Made Yulian" userId="238af46a17e978c5" providerId="LiveId" clId="{81D0E4DD-3C63-4A22-BC49-59D4116F773B}" dt="2023-07-22T03:07:51.887" v="67" actId="167"/>
          <ac:grpSpMkLst>
            <pc:docMk/>
            <pc:sldMk cId="281857432" sldId="259"/>
            <ac:grpSpMk id="6" creationId="{1C29A185-40EC-CA2B-597E-2C9275213FE9}"/>
          </ac:grpSpMkLst>
        </pc:grpChg>
        <pc:grpChg chg="add mod">
          <ac:chgData name="Yossy Made Yulian" userId="238af46a17e978c5" providerId="LiveId" clId="{81D0E4DD-3C63-4A22-BC49-59D4116F773B}" dt="2023-07-22T03:07:55.227" v="68" actId="164"/>
          <ac:grpSpMkLst>
            <pc:docMk/>
            <pc:sldMk cId="281857432" sldId="259"/>
            <ac:grpSpMk id="7" creationId="{0ED1A227-FB96-266E-B0E6-46D9C0559B6F}"/>
          </ac:grpSpMkLst>
        </pc:grpChg>
      </pc:sldChg>
      <pc:sldChg chg="modSp mod">
        <pc:chgData name="Yossy Made Yulian" userId="238af46a17e978c5" providerId="LiveId" clId="{81D0E4DD-3C63-4A22-BC49-59D4116F773B}" dt="2023-07-22T03:08:32.427" v="71" actId="20577"/>
        <pc:sldMkLst>
          <pc:docMk/>
          <pc:sldMk cId="4144073478" sldId="260"/>
        </pc:sldMkLst>
        <pc:spChg chg="mod">
          <ac:chgData name="Yossy Made Yulian" userId="238af46a17e978c5" providerId="LiveId" clId="{81D0E4DD-3C63-4A22-BC49-59D4116F773B}" dt="2023-07-22T03:08:25.726" v="69" actId="207"/>
          <ac:spMkLst>
            <pc:docMk/>
            <pc:sldMk cId="4144073478" sldId="260"/>
            <ac:spMk id="4" creationId="{681A541C-99C6-4C00-8741-E3C39D7B961A}"/>
          </ac:spMkLst>
        </pc:spChg>
        <pc:spChg chg="mod">
          <ac:chgData name="Yossy Made Yulian" userId="238af46a17e978c5" providerId="LiveId" clId="{81D0E4DD-3C63-4A22-BC49-59D4116F773B}" dt="2023-07-22T03:08:25.726" v="69" actId="207"/>
          <ac:spMkLst>
            <pc:docMk/>
            <pc:sldMk cId="4144073478" sldId="260"/>
            <ac:spMk id="12" creationId="{24B812E7-FCB8-4A09-A8C3-7323746EBB5A}"/>
          </ac:spMkLst>
        </pc:spChg>
        <pc:spChg chg="mod">
          <ac:chgData name="Yossy Made Yulian" userId="238af46a17e978c5" providerId="LiveId" clId="{81D0E4DD-3C63-4A22-BC49-59D4116F773B}" dt="2023-07-22T03:08:32.427" v="71" actId="20577"/>
          <ac:spMkLst>
            <pc:docMk/>
            <pc:sldMk cId="4144073478" sldId="260"/>
            <ac:spMk id="13" creationId="{1A67C4DF-9AD2-4DB4-8EEF-AC2D81B1B4DF}"/>
          </ac:spMkLst>
        </pc:spChg>
      </pc:sldChg>
      <pc:sldChg chg="modSp mod">
        <pc:chgData name="Yossy Made Yulian" userId="238af46a17e978c5" providerId="LiveId" clId="{81D0E4DD-3C63-4A22-BC49-59D4116F773B}" dt="2023-07-22T03:09:38.987" v="72" actId="207"/>
        <pc:sldMkLst>
          <pc:docMk/>
          <pc:sldMk cId="1655989939" sldId="261"/>
        </pc:sldMkLst>
        <pc:spChg chg="mod">
          <ac:chgData name="Yossy Made Yulian" userId="238af46a17e978c5" providerId="LiveId" clId="{81D0E4DD-3C63-4A22-BC49-59D4116F773B}" dt="2023-07-22T03:09:38.987" v="72" actId="207"/>
          <ac:spMkLst>
            <pc:docMk/>
            <pc:sldMk cId="1655989939" sldId="261"/>
            <ac:spMk id="5" creationId="{1CD573F3-00BF-402F-ACA8-B4AECDFA6698}"/>
          </ac:spMkLst>
        </pc:spChg>
      </pc:sldChg>
      <pc:sldChg chg="modSp mod">
        <pc:chgData name="Yossy Made Yulian" userId="238af46a17e978c5" providerId="LiveId" clId="{81D0E4DD-3C63-4A22-BC49-59D4116F773B}" dt="2023-07-22T03:13:53.111" v="123" actId="1076"/>
        <pc:sldMkLst>
          <pc:docMk/>
          <pc:sldMk cId="1227714157" sldId="262"/>
        </pc:sldMkLst>
        <pc:spChg chg="mod">
          <ac:chgData name="Yossy Made Yulian" userId="238af46a17e978c5" providerId="LiveId" clId="{81D0E4DD-3C63-4A22-BC49-59D4116F773B}" dt="2023-07-22T03:13:53.111" v="123" actId="1076"/>
          <ac:spMkLst>
            <pc:docMk/>
            <pc:sldMk cId="1227714157" sldId="262"/>
            <ac:spMk id="6" creationId="{1DCAFECF-6F8B-415A-BFFB-6464354A832D}"/>
          </ac:spMkLst>
        </pc:spChg>
        <pc:spChg chg="mod">
          <ac:chgData name="Yossy Made Yulian" userId="238af46a17e978c5" providerId="LiveId" clId="{81D0E4DD-3C63-4A22-BC49-59D4116F773B}" dt="2023-07-22T03:13:01.998" v="119" actId="207"/>
          <ac:spMkLst>
            <pc:docMk/>
            <pc:sldMk cId="1227714157" sldId="262"/>
            <ac:spMk id="11" creationId="{4AC0643D-1999-4D1A-BAEA-3CD88A96C34E}"/>
          </ac:spMkLst>
        </pc:spChg>
        <pc:spChg chg="mod">
          <ac:chgData name="Yossy Made Yulian" userId="238af46a17e978c5" providerId="LiveId" clId="{81D0E4DD-3C63-4A22-BC49-59D4116F773B}" dt="2023-07-22T03:13:01.998" v="119" actId="207"/>
          <ac:spMkLst>
            <pc:docMk/>
            <pc:sldMk cId="1227714157" sldId="262"/>
            <ac:spMk id="22" creationId="{325D6E51-59CB-4C58-81DC-51AC8E458A59}"/>
          </ac:spMkLst>
        </pc:spChg>
        <pc:spChg chg="mod">
          <ac:chgData name="Yossy Made Yulian" userId="238af46a17e978c5" providerId="LiveId" clId="{81D0E4DD-3C63-4A22-BC49-59D4116F773B}" dt="2023-07-22T03:13:01.998" v="119" actId="207"/>
          <ac:spMkLst>
            <pc:docMk/>
            <pc:sldMk cId="1227714157" sldId="262"/>
            <ac:spMk id="30" creationId="{4F0AB8AA-C27B-4D26-95EE-21AC7894444D}"/>
          </ac:spMkLst>
        </pc:spChg>
        <pc:spChg chg="mod">
          <ac:chgData name="Yossy Made Yulian" userId="238af46a17e978c5" providerId="LiveId" clId="{81D0E4DD-3C63-4A22-BC49-59D4116F773B}" dt="2023-07-22T03:13:01.998" v="119" actId="207"/>
          <ac:spMkLst>
            <pc:docMk/>
            <pc:sldMk cId="1227714157" sldId="262"/>
            <ac:spMk id="35" creationId="{90E6D60C-B9A5-4B5B-907C-C814FF7787BE}"/>
          </ac:spMkLst>
        </pc:spChg>
      </pc:sldChg>
      <pc:sldChg chg="delSp modSp mod">
        <pc:chgData name="Yossy Made Yulian" userId="238af46a17e978c5" providerId="LiveId" clId="{81D0E4DD-3C63-4A22-BC49-59D4116F773B}" dt="2023-07-22T03:14:04.502" v="128" actId="1076"/>
        <pc:sldMkLst>
          <pc:docMk/>
          <pc:sldMk cId="4148428315" sldId="263"/>
        </pc:sldMkLst>
        <pc:spChg chg="mod">
          <ac:chgData name="Yossy Made Yulian" userId="238af46a17e978c5" providerId="LiveId" clId="{81D0E4DD-3C63-4A22-BC49-59D4116F773B}" dt="2023-07-22T03:13:58.481" v="125" actId="1076"/>
          <ac:spMkLst>
            <pc:docMk/>
            <pc:sldMk cId="4148428315" sldId="263"/>
            <ac:spMk id="7" creationId="{BC56AEFA-81C2-4CD3-AAAE-538D95E7F163}"/>
          </ac:spMkLst>
        </pc:spChg>
        <pc:grpChg chg="del">
          <ac:chgData name="Yossy Made Yulian" userId="238af46a17e978c5" providerId="LiveId" clId="{81D0E4DD-3C63-4A22-BC49-59D4116F773B}" dt="2023-07-22T03:14:02.832" v="126" actId="478"/>
          <ac:grpSpMkLst>
            <pc:docMk/>
            <pc:sldMk cId="4148428315" sldId="263"/>
            <ac:grpSpMk id="41" creationId="{B5DD3ACA-A96C-41B9-AEB1-BCE15BAEF4A6}"/>
          </ac:grpSpMkLst>
        </pc:grpChg>
        <pc:picChg chg="mod">
          <ac:chgData name="Yossy Made Yulian" userId="238af46a17e978c5" providerId="LiveId" clId="{81D0E4DD-3C63-4A22-BC49-59D4116F773B}" dt="2023-07-22T03:14:04.502" v="128" actId="1076"/>
          <ac:picMkLst>
            <pc:docMk/>
            <pc:sldMk cId="4148428315" sldId="263"/>
            <ac:picMk id="22" creationId="{3B9F045A-E9DB-40D1-A187-A3A63F06796A}"/>
          </ac:picMkLst>
        </pc:picChg>
      </pc:sldChg>
      <pc:sldChg chg="modSp mod">
        <pc:chgData name="Yossy Made Yulian" userId="238af46a17e978c5" providerId="LiveId" clId="{81D0E4DD-3C63-4A22-BC49-59D4116F773B}" dt="2023-07-22T03:14:16.502" v="131" actId="1076"/>
        <pc:sldMkLst>
          <pc:docMk/>
          <pc:sldMk cId="4171103042" sldId="264"/>
        </pc:sldMkLst>
        <pc:spChg chg="mod">
          <ac:chgData name="Yossy Made Yulian" userId="238af46a17e978c5" providerId="LiveId" clId="{81D0E4DD-3C63-4A22-BC49-59D4116F773B}" dt="2023-07-22T03:14:09.284" v="129" actId="207"/>
          <ac:spMkLst>
            <pc:docMk/>
            <pc:sldMk cId="4171103042" sldId="264"/>
            <ac:spMk id="11" creationId="{924E6A9E-18F8-4964-A311-BA492E7A43F3}"/>
          </ac:spMkLst>
        </pc:spChg>
        <pc:spChg chg="mod">
          <ac:chgData name="Yossy Made Yulian" userId="238af46a17e978c5" providerId="LiveId" clId="{81D0E4DD-3C63-4A22-BC49-59D4116F773B}" dt="2023-07-22T03:14:09.284" v="129" actId="207"/>
          <ac:spMkLst>
            <pc:docMk/>
            <pc:sldMk cId="4171103042" sldId="264"/>
            <ac:spMk id="13" creationId="{8269156A-939D-4054-AF8D-656A809415A1}"/>
          </ac:spMkLst>
        </pc:spChg>
        <pc:picChg chg="mod">
          <ac:chgData name="Yossy Made Yulian" userId="238af46a17e978c5" providerId="LiveId" clId="{81D0E4DD-3C63-4A22-BC49-59D4116F773B}" dt="2023-07-22T03:14:16.502" v="131" actId="1076"/>
          <ac:picMkLst>
            <pc:docMk/>
            <pc:sldMk cId="4171103042" sldId="264"/>
            <ac:picMk id="81" creationId="{640961D2-A1BA-4B7B-9D0A-DD2DCD1ADD0A}"/>
          </ac:picMkLst>
        </pc:picChg>
      </pc:sldChg>
      <pc:sldChg chg="modSp mod">
        <pc:chgData name="Yossy Made Yulian" userId="238af46a17e978c5" providerId="LiveId" clId="{81D0E4DD-3C63-4A22-BC49-59D4116F773B}" dt="2023-07-22T03:14:26.167" v="133" actId="207"/>
        <pc:sldMkLst>
          <pc:docMk/>
          <pc:sldMk cId="2837407758" sldId="265"/>
        </pc:sldMkLst>
        <pc:spChg chg="mod">
          <ac:chgData name="Yossy Made Yulian" userId="238af46a17e978c5" providerId="LiveId" clId="{81D0E4DD-3C63-4A22-BC49-59D4116F773B}" dt="2023-07-22T03:14:20.064" v="132" actId="207"/>
          <ac:spMkLst>
            <pc:docMk/>
            <pc:sldMk cId="2837407758" sldId="265"/>
            <ac:spMk id="4" creationId="{24B03272-BC37-4F23-971E-3CCF5F8E48CB}"/>
          </ac:spMkLst>
        </pc:spChg>
        <pc:spChg chg="mod">
          <ac:chgData name="Yossy Made Yulian" userId="238af46a17e978c5" providerId="LiveId" clId="{81D0E4DD-3C63-4A22-BC49-59D4116F773B}" dt="2023-07-22T03:14:20.064" v="132" actId="207"/>
          <ac:spMkLst>
            <pc:docMk/>
            <pc:sldMk cId="2837407758" sldId="265"/>
            <ac:spMk id="10" creationId="{22BCFD1A-A752-439A-A632-EA16CD238E36}"/>
          </ac:spMkLst>
        </pc:spChg>
        <pc:spChg chg="mod">
          <ac:chgData name="Yossy Made Yulian" userId="238af46a17e978c5" providerId="LiveId" clId="{81D0E4DD-3C63-4A22-BC49-59D4116F773B}" dt="2023-07-22T03:14:26.167" v="133" actId="207"/>
          <ac:spMkLst>
            <pc:docMk/>
            <pc:sldMk cId="2837407758" sldId="265"/>
            <ac:spMk id="22" creationId="{5C13CD1B-C516-47F6-AFB5-2E9510AB7F3B}"/>
          </ac:spMkLst>
        </pc:spChg>
      </pc:sldChg>
      <pc:sldChg chg="modSp mod">
        <pc:chgData name="Yossy Made Yulian" userId="238af46a17e978c5" providerId="LiveId" clId="{81D0E4DD-3C63-4A22-BC49-59D4116F773B}" dt="2023-07-22T03:16:11.792" v="136" actId="20577"/>
        <pc:sldMkLst>
          <pc:docMk/>
          <pc:sldMk cId="2204463998" sldId="266"/>
        </pc:sldMkLst>
        <pc:spChg chg="mod">
          <ac:chgData name="Yossy Made Yulian" userId="238af46a17e978c5" providerId="LiveId" clId="{81D0E4DD-3C63-4A22-BC49-59D4116F773B}" dt="2023-07-22T03:16:11.792" v="136" actId="20577"/>
          <ac:spMkLst>
            <pc:docMk/>
            <pc:sldMk cId="2204463998" sldId="266"/>
            <ac:spMk id="3" creationId="{06BEFC5C-D23B-4A34-BD93-235B9EEF5F84}"/>
          </ac:spMkLst>
        </pc:spChg>
        <pc:spChg chg="mod">
          <ac:chgData name="Yossy Made Yulian" userId="238af46a17e978c5" providerId="LiveId" clId="{81D0E4DD-3C63-4A22-BC49-59D4116F773B}" dt="2023-07-22T03:16:06.172" v="134" actId="207"/>
          <ac:spMkLst>
            <pc:docMk/>
            <pc:sldMk cId="2204463998" sldId="266"/>
            <ac:spMk id="13" creationId="{DC00B5D0-CC0C-43E5-AD9D-7802E7F108E6}"/>
          </ac:spMkLst>
        </pc:spChg>
        <pc:spChg chg="mod">
          <ac:chgData name="Yossy Made Yulian" userId="238af46a17e978c5" providerId="LiveId" clId="{81D0E4DD-3C63-4A22-BC49-59D4116F773B}" dt="2023-07-22T03:16:06.172" v="134" actId="207"/>
          <ac:spMkLst>
            <pc:docMk/>
            <pc:sldMk cId="2204463998" sldId="266"/>
            <ac:spMk id="17" creationId="{70FD16C6-0CF5-4FFB-9998-097BCE1E7EC9}"/>
          </ac:spMkLst>
        </pc:spChg>
        <pc:spChg chg="mod">
          <ac:chgData name="Yossy Made Yulian" userId="238af46a17e978c5" providerId="LiveId" clId="{81D0E4DD-3C63-4A22-BC49-59D4116F773B}" dt="2023-07-22T03:16:06.172" v="134" actId="207"/>
          <ac:spMkLst>
            <pc:docMk/>
            <pc:sldMk cId="2204463998" sldId="266"/>
            <ac:spMk id="36" creationId="{A1BC7DBD-38AE-498A-947F-CD5052982D1E}"/>
          </ac:spMkLst>
        </pc:spChg>
        <pc:spChg chg="mod">
          <ac:chgData name="Yossy Made Yulian" userId="238af46a17e978c5" providerId="LiveId" clId="{81D0E4DD-3C63-4A22-BC49-59D4116F773B}" dt="2023-07-22T03:16:06.172" v="134" actId="207"/>
          <ac:spMkLst>
            <pc:docMk/>
            <pc:sldMk cId="2204463998" sldId="266"/>
            <ac:spMk id="38" creationId="{9621E602-F560-4539-AD4B-5B9863684885}"/>
          </ac:spMkLst>
        </pc:spChg>
      </pc:sldChg>
      <pc:sldChg chg="addSp modSp mod">
        <pc:chgData name="Yossy Made Yulian" userId="238af46a17e978c5" providerId="LiveId" clId="{81D0E4DD-3C63-4A22-BC49-59D4116F773B}" dt="2023-07-22T03:17:08.372" v="174" actId="207"/>
        <pc:sldMkLst>
          <pc:docMk/>
          <pc:sldMk cId="582541674" sldId="267"/>
        </pc:sldMkLst>
        <pc:spChg chg="mod">
          <ac:chgData name="Yossy Made Yulian" userId="238af46a17e978c5" providerId="LiveId" clId="{81D0E4DD-3C63-4A22-BC49-59D4116F773B}" dt="2023-07-22T03:16:56.971" v="171" actId="207"/>
          <ac:spMkLst>
            <pc:docMk/>
            <pc:sldMk cId="582541674" sldId="267"/>
            <ac:spMk id="3" creationId="{88996A2B-D4C8-4B33-95DC-7FF1BD232800}"/>
          </ac:spMkLst>
        </pc:spChg>
        <pc:spChg chg="mod">
          <ac:chgData name="Yossy Made Yulian" userId="238af46a17e978c5" providerId="LiveId" clId="{81D0E4DD-3C63-4A22-BC49-59D4116F773B}" dt="2023-07-22T03:16:56.971" v="171" actId="207"/>
          <ac:spMkLst>
            <pc:docMk/>
            <pc:sldMk cId="582541674" sldId="267"/>
            <ac:spMk id="4" creationId="{0A35F604-6188-4D87-9E7B-85010A73897A}"/>
          </ac:spMkLst>
        </pc:spChg>
        <pc:spChg chg="mod">
          <ac:chgData name="Yossy Made Yulian" userId="238af46a17e978c5" providerId="LiveId" clId="{81D0E4DD-3C63-4A22-BC49-59D4116F773B}" dt="2023-07-22T03:17:00.519" v="172" actId="164"/>
          <ac:spMkLst>
            <pc:docMk/>
            <pc:sldMk cId="582541674" sldId="267"/>
            <ac:spMk id="5" creationId="{DFAEE11B-C5A2-4F67-8163-CA4D7DC192C9}"/>
          </ac:spMkLst>
        </pc:spChg>
        <pc:spChg chg="mod">
          <ac:chgData name="Yossy Made Yulian" userId="238af46a17e978c5" providerId="LiveId" clId="{81D0E4DD-3C63-4A22-BC49-59D4116F773B}" dt="2023-07-22T03:17:00.519" v="172" actId="164"/>
          <ac:spMkLst>
            <pc:docMk/>
            <pc:sldMk cId="582541674" sldId="267"/>
            <ac:spMk id="6" creationId="{687DCE2D-8B86-476C-B4E9-EB2089C595C0}"/>
          </ac:spMkLst>
        </pc:spChg>
        <pc:spChg chg="mod">
          <ac:chgData name="Yossy Made Yulian" userId="238af46a17e978c5" providerId="LiveId" clId="{81D0E4DD-3C63-4A22-BC49-59D4116F773B}" dt="2023-07-22T03:17:00.519" v="172" actId="164"/>
          <ac:spMkLst>
            <pc:docMk/>
            <pc:sldMk cId="582541674" sldId="267"/>
            <ac:spMk id="7" creationId="{89F12A17-7911-48EF-830D-638721377067}"/>
          </ac:spMkLst>
        </pc:spChg>
        <pc:spChg chg="mod">
          <ac:chgData name="Yossy Made Yulian" userId="238af46a17e978c5" providerId="LiveId" clId="{81D0E4DD-3C63-4A22-BC49-59D4116F773B}" dt="2023-07-22T03:17:03.753" v="173" actId="164"/>
          <ac:spMkLst>
            <pc:docMk/>
            <pc:sldMk cId="582541674" sldId="267"/>
            <ac:spMk id="9" creationId="{2996EA28-4FDE-42EB-9CFF-EF32FF87B691}"/>
          </ac:spMkLst>
        </pc:spChg>
        <pc:spChg chg="mod">
          <ac:chgData name="Yossy Made Yulian" userId="238af46a17e978c5" providerId="LiveId" clId="{81D0E4DD-3C63-4A22-BC49-59D4116F773B}" dt="2023-07-22T03:16:56.971" v="171" actId="207"/>
          <ac:spMkLst>
            <pc:docMk/>
            <pc:sldMk cId="582541674" sldId="267"/>
            <ac:spMk id="10" creationId="{422D7F6F-A884-413F-AF50-A4C1E1443575}"/>
          </ac:spMkLst>
        </pc:spChg>
        <pc:spChg chg="mod">
          <ac:chgData name="Yossy Made Yulian" userId="238af46a17e978c5" providerId="LiveId" clId="{81D0E4DD-3C63-4A22-BC49-59D4116F773B}" dt="2023-07-22T03:17:08.372" v="174" actId="207"/>
          <ac:spMkLst>
            <pc:docMk/>
            <pc:sldMk cId="582541674" sldId="267"/>
            <ac:spMk id="22" creationId="{3400A97B-8A0C-4BAC-A52E-62BDFEA67FD9}"/>
          </ac:spMkLst>
        </pc:spChg>
        <pc:spChg chg="mod">
          <ac:chgData name="Yossy Made Yulian" userId="238af46a17e978c5" providerId="LiveId" clId="{81D0E4DD-3C63-4A22-BC49-59D4116F773B}" dt="2023-07-22T03:17:03.753" v="173" actId="164"/>
          <ac:spMkLst>
            <pc:docMk/>
            <pc:sldMk cId="582541674" sldId="267"/>
            <ac:spMk id="36" creationId="{1339D7A4-BE8F-4E1D-AC42-D0793FC09990}"/>
          </ac:spMkLst>
        </pc:spChg>
        <pc:grpChg chg="add mod">
          <ac:chgData name="Yossy Made Yulian" userId="238af46a17e978c5" providerId="LiveId" clId="{81D0E4DD-3C63-4A22-BC49-59D4116F773B}" dt="2023-07-22T03:17:00.519" v="172" actId="164"/>
          <ac:grpSpMkLst>
            <pc:docMk/>
            <pc:sldMk cId="582541674" sldId="267"/>
            <ac:grpSpMk id="14" creationId="{6DA97249-9768-D458-66EB-7955B92BD110}"/>
          </ac:grpSpMkLst>
        </pc:grpChg>
        <pc:grpChg chg="add mod">
          <ac:chgData name="Yossy Made Yulian" userId="238af46a17e978c5" providerId="LiveId" clId="{81D0E4DD-3C63-4A22-BC49-59D4116F773B}" dt="2023-07-22T03:17:03.753" v="173" actId="164"/>
          <ac:grpSpMkLst>
            <pc:docMk/>
            <pc:sldMk cId="582541674" sldId="267"/>
            <ac:grpSpMk id="16" creationId="{E8B705C1-3459-B093-2B5B-78A8B5A3C119}"/>
          </ac:grpSpMkLst>
        </pc:grpChg>
      </pc:sldChg>
      <pc:sldChg chg="addSp modSp mod">
        <pc:chgData name="Yossy Made Yulian" userId="238af46a17e978c5" providerId="LiveId" clId="{81D0E4DD-3C63-4A22-BC49-59D4116F773B}" dt="2023-07-22T03:17:44.367" v="178" actId="1076"/>
        <pc:sldMkLst>
          <pc:docMk/>
          <pc:sldMk cId="2725169220" sldId="268"/>
        </pc:sldMkLst>
        <pc:spChg chg="mod">
          <ac:chgData name="Yossy Made Yulian" userId="238af46a17e978c5" providerId="LiveId" clId="{81D0E4DD-3C63-4A22-BC49-59D4116F773B}" dt="2023-07-22T03:17:35.435" v="175" actId="207"/>
          <ac:spMkLst>
            <pc:docMk/>
            <pc:sldMk cId="2725169220" sldId="268"/>
            <ac:spMk id="12" creationId="{186E6C71-CEF1-4D65-9C20-28FA8CC5AF80}"/>
          </ac:spMkLst>
        </pc:spChg>
        <pc:spChg chg="mod">
          <ac:chgData name="Yossy Made Yulian" userId="238af46a17e978c5" providerId="LiveId" clId="{81D0E4DD-3C63-4A22-BC49-59D4116F773B}" dt="2023-07-22T03:17:44.367" v="178" actId="1076"/>
          <ac:spMkLst>
            <pc:docMk/>
            <pc:sldMk cId="2725169220" sldId="268"/>
            <ac:spMk id="29" creationId="{05B00594-BA69-4E89-8806-23CF8CE3E4CE}"/>
          </ac:spMkLst>
        </pc:spChg>
        <pc:spChg chg="mod">
          <ac:chgData name="Yossy Made Yulian" userId="238af46a17e978c5" providerId="LiveId" clId="{81D0E4DD-3C63-4A22-BC49-59D4116F773B}" dt="2023-07-22T03:17:41.999" v="176" actId="164"/>
          <ac:spMkLst>
            <pc:docMk/>
            <pc:sldMk cId="2725169220" sldId="268"/>
            <ac:spMk id="52" creationId="{E11F5773-10F7-49B4-91C1-AA872113BE64}"/>
          </ac:spMkLst>
        </pc:spChg>
        <pc:spChg chg="mod">
          <ac:chgData name="Yossy Made Yulian" userId="238af46a17e978c5" providerId="LiveId" clId="{81D0E4DD-3C63-4A22-BC49-59D4116F773B}" dt="2023-07-22T03:17:41.999" v="176" actId="164"/>
          <ac:spMkLst>
            <pc:docMk/>
            <pc:sldMk cId="2725169220" sldId="268"/>
            <ac:spMk id="53" creationId="{1766F250-583B-4320-B3E7-02C73169A45F}"/>
          </ac:spMkLst>
        </pc:spChg>
        <pc:grpChg chg="add mod">
          <ac:chgData name="Yossy Made Yulian" userId="238af46a17e978c5" providerId="LiveId" clId="{81D0E4DD-3C63-4A22-BC49-59D4116F773B}" dt="2023-07-22T03:17:41.999" v="176" actId="164"/>
          <ac:grpSpMkLst>
            <pc:docMk/>
            <pc:sldMk cId="2725169220" sldId="268"/>
            <ac:grpSpMk id="6" creationId="{A418B221-EA0A-278C-9750-4A75CC5C2464}"/>
          </ac:grpSpMkLst>
        </pc:grpChg>
      </pc:sldChg>
      <pc:sldChg chg="addSp modSp mod">
        <pc:chgData name="Yossy Made Yulian" userId="238af46a17e978c5" providerId="LiveId" clId="{81D0E4DD-3C63-4A22-BC49-59D4116F773B}" dt="2023-07-22T03:18:05.817" v="186" actId="1076"/>
        <pc:sldMkLst>
          <pc:docMk/>
          <pc:sldMk cId="3691566760" sldId="269"/>
        </pc:sldMkLst>
        <pc:spChg chg="mod">
          <ac:chgData name="Yossy Made Yulian" userId="238af46a17e978c5" providerId="LiveId" clId="{81D0E4DD-3C63-4A22-BC49-59D4116F773B}" dt="2023-07-22T03:17:57.455" v="179" actId="207"/>
          <ac:spMkLst>
            <pc:docMk/>
            <pc:sldMk cId="3691566760" sldId="269"/>
            <ac:spMk id="28" creationId="{2DA29545-9BA1-407C-8793-472960398983}"/>
          </ac:spMkLst>
        </pc:spChg>
        <pc:spChg chg="mod">
          <ac:chgData name="Yossy Made Yulian" userId="238af46a17e978c5" providerId="LiveId" clId="{81D0E4DD-3C63-4A22-BC49-59D4116F773B}" dt="2023-07-22T03:17:57.455" v="179" actId="207"/>
          <ac:spMkLst>
            <pc:docMk/>
            <pc:sldMk cId="3691566760" sldId="269"/>
            <ac:spMk id="38" creationId="{A7E3B97D-8005-4E30-A6DF-CB1BDB2693B1}"/>
          </ac:spMkLst>
        </pc:spChg>
        <pc:spChg chg="mod">
          <ac:chgData name="Yossy Made Yulian" userId="238af46a17e978c5" providerId="LiveId" clId="{81D0E4DD-3C63-4A22-BC49-59D4116F773B}" dt="2023-07-22T03:17:57.455" v="179" actId="207"/>
          <ac:spMkLst>
            <pc:docMk/>
            <pc:sldMk cId="3691566760" sldId="269"/>
            <ac:spMk id="44" creationId="{FA410EE2-8A03-43F5-8DF4-1D68CFC99975}"/>
          </ac:spMkLst>
        </pc:spChg>
        <pc:grpChg chg="add mod">
          <ac:chgData name="Yossy Made Yulian" userId="238af46a17e978c5" providerId="LiveId" clId="{81D0E4DD-3C63-4A22-BC49-59D4116F773B}" dt="2023-07-22T03:18:00.508" v="182" actId="164"/>
          <ac:grpSpMkLst>
            <pc:docMk/>
            <pc:sldMk cId="3691566760" sldId="269"/>
            <ac:grpSpMk id="6" creationId="{29C9ADD9-80DD-9950-D2EF-04BD218B498A}"/>
          </ac:grpSpMkLst>
        </pc:grpChg>
        <pc:grpChg chg="add mod">
          <ac:chgData name="Yossy Made Yulian" userId="238af46a17e978c5" providerId="LiveId" clId="{81D0E4DD-3C63-4A22-BC49-59D4116F773B}" dt="2023-07-22T03:18:02.695" v="183" actId="164"/>
          <ac:grpSpMkLst>
            <pc:docMk/>
            <pc:sldMk cId="3691566760" sldId="269"/>
            <ac:grpSpMk id="7" creationId="{C30BE76A-4944-00EF-0F5C-18A6ADA4C4BA}"/>
          </ac:grpSpMkLst>
        </pc:grpChg>
        <pc:grpChg chg="add mod">
          <ac:chgData name="Yossy Made Yulian" userId="238af46a17e978c5" providerId="LiveId" clId="{81D0E4DD-3C63-4A22-BC49-59D4116F773B}" dt="2023-07-22T03:18:05.817" v="186" actId="1076"/>
          <ac:grpSpMkLst>
            <pc:docMk/>
            <pc:sldMk cId="3691566760" sldId="269"/>
            <ac:grpSpMk id="8" creationId="{1214AE99-1F2A-B05D-A9F4-18C743F349D1}"/>
          </ac:grpSpMkLst>
        </pc:grpChg>
        <pc:cxnChg chg="mod">
          <ac:chgData name="Yossy Made Yulian" userId="238af46a17e978c5" providerId="LiveId" clId="{81D0E4DD-3C63-4A22-BC49-59D4116F773B}" dt="2023-07-22T03:18:04.112" v="184" actId="164"/>
          <ac:cxnSpMkLst>
            <pc:docMk/>
            <pc:sldMk cId="3691566760" sldId="269"/>
            <ac:cxnSpMk id="30" creationId="{AE6B3CD3-B3C5-4C84-831F-682CAFD789A6}"/>
          </ac:cxnSpMkLst>
        </pc:cxnChg>
        <pc:cxnChg chg="mod">
          <ac:chgData name="Yossy Made Yulian" userId="238af46a17e978c5" providerId="LiveId" clId="{81D0E4DD-3C63-4A22-BC49-59D4116F773B}" dt="2023-07-22T03:18:04.112" v="184" actId="164"/>
          <ac:cxnSpMkLst>
            <pc:docMk/>
            <pc:sldMk cId="3691566760" sldId="269"/>
            <ac:cxnSpMk id="32" creationId="{A284A291-C02E-42B8-928E-6C6C3D5DE7A6}"/>
          </ac:cxnSpMkLst>
        </pc:cxnChg>
        <pc:cxnChg chg="mod">
          <ac:chgData name="Yossy Made Yulian" userId="238af46a17e978c5" providerId="LiveId" clId="{81D0E4DD-3C63-4A22-BC49-59D4116F773B}" dt="2023-07-22T03:18:02.695" v="183" actId="164"/>
          <ac:cxnSpMkLst>
            <pc:docMk/>
            <pc:sldMk cId="3691566760" sldId="269"/>
            <ac:cxnSpMk id="39" creationId="{AEDFA11F-09FF-4D44-9326-720EDB56E3C8}"/>
          </ac:cxnSpMkLst>
        </pc:cxnChg>
        <pc:cxnChg chg="mod">
          <ac:chgData name="Yossy Made Yulian" userId="238af46a17e978c5" providerId="LiveId" clId="{81D0E4DD-3C63-4A22-BC49-59D4116F773B}" dt="2023-07-22T03:18:02.695" v="183" actId="164"/>
          <ac:cxnSpMkLst>
            <pc:docMk/>
            <pc:sldMk cId="3691566760" sldId="269"/>
            <ac:cxnSpMk id="40" creationId="{CA0FD2E7-5443-4937-A8DB-EDC98C7C03E6}"/>
          </ac:cxnSpMkLst>
        </pc:cxnChg>
        <pc:cxnChg chg="mod">
          <ac:chgData name="Yossy Made Yulian" userId="238af46a17e978c5" providerId="LiveId" clId="{81D0E4DD-3C63-4A22-BC49-59D4116F773B}" dt="2023-07-22T03:18:00.508" v="182" actId="164"/>
          <ac:cxnSpMkLst>
            <pc:docMk/>
            <pc:sldMk cId="3691566760" sldId="269"/>
            <ac:cxnSpMk id="45" creationId="{32ABE6D2-2FA9-4DD4-B797-D096831CA2B6}"/>
          </ac:cxnSpMkLst>
        </pc:cxnChg>
        <pc:cxnChg chg="mod">
          <ac:chgData name="Yossy Made Yulian" userId="238af46a17e978c5" providerId="LiveId" clId="{81D0E4DD-3C63-4A22-BC49-59D4116F773B}" dt="2023-07-22T03:18:00.508" v="182" actId="164"/>
          <ac:cxnSpMkLst>
            <pc:docMk/>
            <pc:sldMk cId="3691566760" sldId="269"/>
            <ac:cxnSpMk id="46" creationId="{8DAFB8A8-038E-437A-8CFB-1ABDCAF3433F}"/>
          </ac:cxnSpMkLst>
        </pc:cxnChg>
      </pc:sldChg>
      <pc:sldChg chg="addSp modSp mod">
        <pc:chgData name="Yossy Made Yulian" userId="238af46a17e978c5" providerId="LiveId" clId="{81D0E4DD-3C63-4A22-BC49-59D4116F773B}" dt="2023-07-22T03:19:46.586" v="202" actId="20577"/>
        <pc:sldMkLst>
          <pc:docMk/>
          <pc:sldMk cId="2333025580" sldId="270"/>
        </pc:sldMkLst>
        <pc:spChg chg="mod">
          <ac:chgData name="Yossy Made Yulian" userId="238af46a17e978c5" providerId="LiveId" clId="{81D0E4DD-3C63-4A22-BC49-59D4116F773B}" dt="2023-07-22T03:18:28.742" v="189" actId="207"/>
          <ac:spMkLst>
            <pc:docMk/>
            <pc:sldMk cId="2333025580" sldId="270"/>
            <ac:spMk id="4" creationId="{32F4A8A3-BA49-41B8-ABB7-9B9DD53586CC}"/>
          </ac:spMkLst>
        </pc:spChg>
        <pc:spChg chg="mod">
          <ac:chgData name="Yossy Made Yulian" userId="238af46a17e978c5" providerId="LiveId" clId="{81D0E4DD-3C63-4A22-BC49-59D4116F773B}" dt="2023-07-22T03:19:16.052" v="192" actId="164"/>
          <ac:spMkLst>
            <pc:docMk/>
            <pc:sldMk cId="2333025580" sldId="270"/>
            <ac:spMk id="17" creationId="{A01356B1-C98C-4413-9D5B-87C9825EC2A0}"/>
          </ac:spMkLst>
        </pc:spChg>
        <pc:spChg chg="mod">
          <ac:chgData name="Yossy Made Yulian" userId="238af46a17e978c5" providerId="LiveId" clId="{81D0E4DD-3C63-4A22-BC49-59D4116F773B}" dt="2023-07-22T03:19:41.638" v="200" actId="207"/>
          <ac:spMkLst>
            <pc:docMk/>
            <pc:sldMk cId="2333025580" sldId="270"/>
            <ac:spMk id="22" creationId="{D16FC8AE-8976-4AEA-A23C-9E29BB38321B}"/>
          </ac:spMkLst>
        </pc:spChg>
        <pc:spChg chg="mod">
          <ac:chgData name="Yossy Made Yulian" userId="238af46a17e978c5" providerId="LiveId" clId="{81D0E4DD-3C63-4A22-BC49-59D4116F773B}" dt="2023-07-22T03:19:41.638" v="200" actId="207"/>
          <ac:spMkLst>
            <pc:docMk/>
            <pc:sldMk cId="2333025580" sldId="270"/>
            <ac:spMk id="36" creationId="{12D4B49C-8F87-4444-8D74-A3BDCCFE10F1}"/>
          </ac:spMkLst>
        </pc:spChg>
        <pc:spChg chg="mod">
          <ac:chgData name="Yossy Made Yulian" userId="238af46a17e978c5" providerId="LiveId" clId="{81D0E4DD-3C63-4A22-BC49-59D4116F773B}" dt="2023-07-22T03:19:41.638" v="200" actId="207"/>
          <ac:spMkLst>
            <pc:docMk/>
            <pc:sldMk cId="2333025580" sldId="270"/>
            <ac:spMk id="42" creationId="{C586F4A0-3B0C-4566-9613-15EE33452C32}"/>
          </ac:spMkLst>
        </pc:spChg>
        <pc:spChg chg="mod">
          <ac:chgData name="Yossy Made Yulian" userId="238af46a17e978c5" providerId="LiveId" clId="{81D0E4DD-3C63-4A22-BC49-59D4116F773B}" dt="2023-07-22T03:19:41.638" v="200" actId="207"/>
          <ac:spMkLst>
            <pc:docMk/>
            <pc:sldMk cId="2333025580" sldId="270"/>
            <ac:spMk id="48" creationId="{F0BFB6CE-5BE7-48D5-BACD-D0C430253D2E}"/>
          </ac:spMkLst>
        </pc:spChg>
        <pc:spChg chg="mod">
          <ac:chgData name="Yossy Made Yulian" userId="238af46a17e978c5" providerId="LiveId" clId="{81D0E4DD-3C63-4A22-BC49-59D4116F773B}" dt="2023-07-22T03:18:28.742" v="189" actId="207"/>
          <ac:spMkLst>
            <pc:docMk/>
            <pc:sldMk cId="2333025580" sldId="270"/>
            <ac:spMk id="56" creationId="{6E3688D3-6FBE-4177-8A36-AB9D03BD3D30}"/>
          </ac:spMkLst>
        </pc:spChg>
        <pc:spChg chg="mod">
          <ac:chgData name="Yossy Made Yulian" userId="238af46a17e978c5" providerId="LiveId" clId="{81D0E4DD-3C63-4A22-BC49-59D4116F773B}" dt="2023-07-22T03:19:18.182" v="193" actId="164"/>
          <ac:spMkLst>
            <pc:docMk/>
            <pc:sldMk cId="2333025580" sldId="270"/>
            <ac:spMk id="59" creationId="{4F972E49-59DF-4844-9DD3-2335094561B2}"/>
          </ac:spMkLst>
        </pc:spChg>
        <pc:spChg chg="mod">
          <ac:chgData name="Yossy Made Yulian" userId="238af46a17e978c5" providerId="LiveId" clId="{81D0E4DD-3C63-4A22-BC49-59D4116F773B}" dt="2023-07-22T03:19:18.182" v="193" actId="164"/>
          <ac:spMkLst>
            <pc:docMk/>
            <pc:sldMk cId="2333025580" sldId="270"/>
            <ac:spMk id="60" creationId="{38B72F9E-7C62-45CB-A7A1-BC5482854694}"/>
          </ac:spMkLst>
        </pc:spChg>
        <pc:spChg chg="mod">
          <ac:chgData name="Yossy Made Yulian" userId="238af46a17e978c5" providerId="LiveId" clId="{81D0E4DD-3C63-4A22-BC49-59D4116F773B}" dt="2023-07-22T03:19:16.052" v="192" actId="164"/>
          <ac:spMkLst>
            <pc:docMk/>
            <pc:sldMk cId="2333025580" sldId="270"/>
            <ac:spMk id="61" creationId="{1FB5D43A-4A7D-466A-8C28-FBF349D26A54}"/>
          </ac:spMkLst>
        </pc:spChg>
        <pc:spChg chg="mod">
          <ac:chgData name="Yossy Made Yulian" userId="238af46a17e978c5" providerId="LiveId" clId="{81D0E4DD-3C63-4A22-BC49-59D4116F773B}" dt="2023-07-22T03:19:46.586" v="202" actId="20577"/>
          <ac:spMkLst>
            <pc:docMk/>
            <pc:sldMk cId="2333025580" sldId="270"/>
            <ac:spMk id="72" creationId="{7DE8652C-56A9-46E0-B41D-123B8342BCBE}"/>
          </ac:spMkLst>
        </pc:spChg>
        <pc:grpChg chg="add mod">
          <ac:chgData name="Yossy Made Yulian" userId="238af46a17e978c5" providerId="LiveId" clId="{81D0E4DD-3C63-4A22-BC49-59D4116F773B}" dt="2023-07-22T03:19:16.052" v="192" actId="164"/>
          <ac:grpSpMkLst>
            <pc:docMk/>
            <pc:sldMk cId="2333025580" sldId="270"/>
            <ac:grpSpMk id="2" creationId="{2A7394B2-E6A1-FFC5-316A-C7FDBBE9B0D3}"/>
          </ac:grpSpMkLst>
        </pc:grpChg>
        <pc:grpChg chg="add mod">
          <ac:chgData name="Yossy Made Yulian" userId="238af46a17e978c5" providerId="LiveId" clId="{81D0E4DD-3C63-4A22-BC49-59D4116F773B}" dt="2023-07-22T03:19:18.182" v="193" actId="164"/>
          <ac:grpSpMkLst>
            <pc:docMk/>
            <pc:sldMk cId="2333025580" sldId="270"/>
            <ac:grpSpMk id="5" creationId="{87226538-6301-A270-F7F8-293011EB2E1D}"/>
          </ac:grpSpMkLst>
        </pc:grpChg>
        <pc:grpChg chg="add mod">
          <ac:chgData name="Yossy Made Yulian" userId="238af46a17e978c5" providerId="LiveId" clId="{81D0E4DD-3C63-4A22-BC49-59D4116F773B}" dt="2023-07-22T03:19:21.760" v="196" actId="164"/>
          <ac:grpSpMkLst>
            <pc:docMk/>
            <pc:sldMk cId="2333025580" sldId="270"/>
            <ac:grpSpMk id="6" creationId="{0A3CECD6-9CC5-AEE5-1100-02B9141FBC05}"/>
          </ac:grpSpMkLst>
        </pc:grpChg>
        <pc:grpChg chg="add mod">
          <ac:chgData name="Yossy Made Yulian" userId="238af46a17e978c5" providerId="LiveId" clId="{81D0E4DD-3C63-4A22-BC49-59D4116F773B}" dt="2023-07-22T03:19:25.403" v="197" actId="164"/>
          <ac:grpSpMkLst>
            <pc:docMk/>
            <pc:sldMk cId="2333025580" sldId="270"/>
            <ac:grpSpMk id="7" creationId="{D5CB56D5-0313-5950-9F99-8DF739287EAA}"/>
          </ac:grpSpMkLst>
        </pc:grpChg>
        <pc:grpChg chg="add mod">
          <ac:chgData name="Yossy Made Yulian" userId="238af46a17e978c5" providerId="LiveId" clId="{81D0E4DD-3C63-4A22-BC49-59D4116F773B}" dt="2023-07-22T03:19:30.084" v="198" actId="164"/>
          <ac:grpSpMkLst>
            <pc:docMk/>
            <pc:sldMk cId="2333025580" sldId="270"/>
            <ac:grpSpMk id="14" creationId="{950A4248-6E6F-C429-ED03-0F992DE4BE2A}"/>
          </ac:grpSpMkLst>
        </pc:grpChg>
        <pc:grpChg chg="add mod">
          <ac:chgData name="Yossy Made Yulian" userId="238af46a17e978c5" providerId="LiveId" clId="{81D0E4DD-3C63-4A22-BC49-59D4116F773B}" dt="2023-07-22T03:19:33.210" v="199" actId="164"/>
          <ac:grpSpMkLst>
            <pc:docMk/>
            <pc:sldMk cId="2333025580" sldId="270"/>
            <ac:grpSpMk id="15" creationId="{61010BD1-067A-A433-938A-2D8FA5A04AED}"/>
          </ac:grpSpMkLst>
        </pc:grpChg>
        <pc:cxnChg chg="mod">
          <ac:chgData name="Yossy Made Yulian" userId="238af46a17e978c5" providerId="LiveId" clId="{81D0E4DD-3C63-4A22-BC49-59D4116F773B}" dt="2023-07-22T03:19:33.210" v="199" actId="164"/>
          <ac:cxnSpMkLst>
            <pc:docMk/>
            <pc:sldMk cId="2333025580" sldId="270"/>
            <ac:cxnSpMk id="20" creationId="{ACA529AF-1D8F-47D8-956D-2FED88FE0E21}"/>
          </ac:cxnSpMkLst>
        </pc:cxnChg>
        <pc:cxnChg chg="mod">
          <ac:chgData name="Yossy Made Yulian" userId="238af46a17e978c5" providerId="LiveId" clId="{81D0E4DD-3C63-4A22-BC49-59D4116F773B}" dt="2023-07-22T03:19:33.210" v="199" actId="164"/>
          <ac:cxnSpMkLst>
            <pc:docMk/>
            <pc:sldMk cId="2333025580" sldId="270"/>
            <ac:cxnSpMk id="21" creationId="{C77EDE27-582B-4400-AB4E-A7C7F23634C7}"/>
          </ac:cxnSpMkLst>
        </pc:cxnChg>
        <pc:cxnChg chg="mod">
          <ac:chgData name="Yossy Made Yulian" userId="238af46a17e978c5" providerId="LiveId" clId="{81D0E4DD-3C63-4A22-BC49-59D4116F773B}" dt="2023-07-22T03:19:30.084" v="198" actId="164"/>
          <ac:cxnSpMkLst>
            <pc:docMk/>
            <pc:sldMk cId="2333025580" sldId="270"/>
            <ac:cxnSpMk id="34" creationId="{46C6D0FB-D4A5-4F2C-AFFA-0876B3A486AB}"/>
          </ac:cxnSpMkLst>
        </pc:cxnChg>
        <pc:cxnChg chg="mod">
          <ac:chgData name="Yossy Made Yulian" userId="238af46a17e978c5" providerId="LiveId" clId="{81D0E4DD-3C63-4A22-BC49-59D4116F773B}" dt="2023-07-22T03:19:30.084" v="198" actId="164"/>
          <ac:cxnSpMkLst>
            <pc:docMk/>
            <pc:sldMk cId="2333025580" sldId="270"/>
            <ac:cxnSpMk id="35" creationId="{94BEEE47-89CA-4986-804E-3BB2D9CC4F64}"/>
          </ac:cxnSpMkLst>
        </pc:cxnChg>
        <pc:cxnChg chg="mod">
          <ac:chgData name="Yossy Made Yulian" userId="238af46a17e978c5" providerId="LiveId" clId="{81D0E4DD-3C63-4A22-BC49-59D4116F773B}" dt="2023-07-22T03:19:25.403" v="197" actId="164"/>
          <ac:cxnSpMkLst>
            <pc:docMk/>
            <pc:sldMk cId="2333025580" sldId="270"/>
            <ac:cxnSpMk id="40" creationId="{C7B7E251-3463-446C-9758-5AC47939CB2B}"/>
          </ac:cxnSpMkLst>
        </pc:cxnChg>
        <pc:cxnChg chg="mod">
          <ac:chgData name="Yossy Made Yulian" userId="238af46a17e978c5" providerId="LiveId" clId="{81D0E4DD-3C63-4A22-BC49-59D4116F773B}" dt="2023-07-22T03:19:25.403" v="197" actId="164"/>
          <ac:cxnSpMkLst>
            <pc:docMk/>
            <pc:sldMk cId="2333025580" sldId="270"/>
            <ac:cxnSpMk id="41" creationId="{E2916D3E-6503-4C7A-8C2B-F3C0B95A7E3A}"/>
          </ac:cxnSpMkLst>
        </pc:cxnChg>
        <pc:cxnChg chg="mod">
          <ac:chgData name="Yossy Made Yulian" userId="238af46a17e978c5" providerId="LiveId" clId="{81D0E4DD-3C63-4A22-BC49-59D4116F773B}" dt="2023-07-22T03:19:21.760" v="196" actId="164"/>
          <ac:cxnSpMkLst>
            <pc:docMk/>
            <pc:sldMk cId="2333025580" sldId="270"/>
            <ac:cxnSpMk id="46" creationId="{EB0008B0-A427-428B-B4D1-402DF9B2AEF1}"/>
          </ac:cxnSpMkLst>
        </pc:cxnChg>
        <pc:cxnChg chg="mod">
          <ac:chgData name="Yossy Made Yulian" userId="238af46a17e978c5" providerId="LiveId" clId="{81D0E4DD-3C63-4A22-BC49-59D4116F773B}" dt="2023-07-22T03:19:21.760" v="196" actId="164"/>
          <ac:cxnSpMkLst>
            <pc:docMk/>
            <pc:sldMk cId="2333025580" sldId="270"/>
            <ac:cxnSpMk id="47" creationId="{150E949C-F66D-4624-B335-3EE364F37FE2}"/>
          </ac:cxnSpMkLst>
        </pc:cxnChg>
      </pc:sldChg>
      <pc:sldChg chg="addSp modSp mod">
        <pc:chgData name="Yossy Made Yulian" userId="238af46a17e978c5" providerId="LiveId" clId="{81D0E4DD-3C63-4A22-BC49-59D4116F773B}" dt="2023-07-22T03:21:11.156" v="210" actId="1076"/>
        <pc:sldMkLst>
          <pc:docMk/>
          <pc:sldMk cId="3031685953" sldId="271"/>
        </pc:sldMkLst>
        <pc:spChg chg="mod">
          <ac:chgData name="Yossy Made Yulian" userId="238af46a17e978c5" providerId="LiveId" clId="{81D0E4DD-3C63-4A22-BC49-59D4116F773B}" dt="2023-07-22T03:20:53.808" v="205" actId="164"/>
          <ac:spMkLst>
            <pc:docMk/>
            <pc:sldMk cId="3031685953" sldId="271"/>
            <ac:spMk id="3" creationId="{3DE5491C-CC17-4016-8C46-CC18A2FB41B2}"/>
          </ac:spMkLst>
        </pc:spChg>
        <pc:spChg chg="mod">
          <ac:chgData name="Yossy Made Yulian" userId="238af46a17e978c5" providerId="LiveId" clId="{81D0E4DD-3C63-4A22-BC49-59D4116F773B}" dt="2023-07-22T03:20:53.808" v="205" actId="164"/>
          <ac:spMkLst>
            <pc:docMk/>
            <pc:sldMk cId="3031685953" sldId="271"/>
            <ac:spMk id="4" creationId="{AEE78C75-6903-4F60-9847-B1644D4B375C}"/>
          </ac:spMkLst>
        </pc:spChg>
        <pc:spChg chg="mod">
          <ac:chgData name="Yossy Made Yulian" userId="238af46a17e978c5" providerId="LiveId" clId="{81D0E4DD-3C63-4A22-BC49-59D4116F773B}" dt="2023-07-22T03:20:53.808" v="205" actId="164"/>
          <ac:spMkLst>
            <pc:docMk/>
            <pc:sldMk cId="3031685953" sldId="271"/>
            <ac:spMk id="5" creationId="{8F36CEE6-99E6-4FF4-A971-DFC69D74C558}"/>
          </ac:spMkLst>
        </pc:spChg>
        <pc:spChg chg="mod">
          <ac:chgData name="Yossy Made Yulian" userId="238af46a17e978c5" providerId="LiveId" clId="{81D0E4DD-3C63-4A22-BC49-59D4116F773B}" dt="2023-07-22T03:20:57.157" v="206" actId="207"/>
          <ac:spMkLst>
            <pc:docMk/>
            <pc:sldMk cId="3031685953" sldId="271"/>
            <ac:spMk id="7" creationId="{6A491C8A-276C-4B65-A746-4FA8518D7CD2}"/>
          </ac:spMkLst>
        </pc:spChg>
        <pc:spChg chg="mod">
          <ac:chgData name="Yossy Made Yulian" userId="238af46a17e978c5" providerId="LiveId" clId="{81D0E4DD-3C63-4A22-BC49-59D4116F773B}" dt="2023-07-22T03:20:57.157" v="206" actId="207"/>
          <ac:spMkLst>
            <pc:docMk/>
            <pc:sldMk cId="3031685953" sldId="271"/>
            <ac:spMk id="13" creationId="{5B2F1D74-E0A5-4FA8-AE01-AFD603AB3095}"/>
          </ac:spMkLst>
        </pc:spChg>
        <pc:spChg chg="mod">
          <ac:chgData name="Yossy Made Yulian" userId="238af46a17e978c5" providerId="LiveId" clId="{81D0E4DD-3C63-4A22-BC49-59D4116F773B}" dt="2023-07-22T03:21:00.453" v="208" actId="1076"/>
          <ac:spMkLst>
            <pc:docMk/>
            <pc:sldMk cId="3031685953" sldId="271"/>
            <ac:spMk id="15" creationId="{D756CD3E-6A78-41FF-BDF1-F6BDD8BBF955}"/>
          </ac:spMkLst>
        </pc:spChg>
        <pc:spChg chg="mod">
          <ac:chgData name="Yossy Made Yulian" userId="238af46a17e978c5" providerId="LiveId" clId="{81D0E4DD-3C63-4A22-BC49-59D4116F773B}" dt="2023-07-22T03:21:11.156" v="210" actId="1076"/>
          <ac:spMkLst>
            <pc:docMk/>
            <pc:sldMk cId="3031685953" sldId="271"/>
            <ac:spMk id="24" creationId="{8A3813F7-64AD-4661-A64B-98EBCBC3F4E7}"/>
          </ac:spMkLst>
        </pc:spChg>
        <pc:grpChg chg="add mod">
          <ac:chgData name="Yossy Made Yulian" userId="238af46a17e978c5" providerId="LiveId" clId="{81D0E4DD-3C63-4A22-BC49-59D4116F773B}" dt="2023-07-22T03:20:53.808" v="205" actId="164"/>
          <ac:grpSpMkLst>
            <pc:docMk/>
            <pc:sldMk cId="3031685953" sldId="271"/>
            <ac:grpSpMk id="8" creationId="{E6E91D74-F65C-C301-26C4-F93513353B81}"/>
          </ac:grpSpMkLst>
        </pc:grpChg>
      </pc:sldChg>
      <pc:sldChg chg="addSp modSp mod">
        <pc:chgData name="Yossy Made Yulian" userId="238af46a17e978c5" providerId="LiveId" clId="{81D0E4DD-3C63-4A22-BC49-59D4116F773B}" dt="2023-07-22T03:21:27.280" v="214" actId="1076"/>
        <pc:sldMkLst>
          <pc:docMk/>
          <pc:sldMk cId="1371557485" sldId="272"/>
        </pc:sldMkLst>
        <pc:spChg chg="mod">
          <ac:chgData name="Yossy Made Yulian" userId="238af46a17e978c5" providerId="LiveId" clId="{81D0E4DD-3C63-4A22-BC49-59D4116F773B}" dt="2023-07-22T03:21:25.839" v="212" actId="164"/>
          <ac:spMkLst>
            <pc:docMk/>
            <pc:sldMk cId="1371557485" sldId="272"/>
            <ac:spMk id="5" creationId="{90CA63C1-B0D6-4E5C-8FBC-E6893D42F897}"/>
          </ac:spMkLst>
        </pc:spChg>
        <pc:spChg chg="mod">
          <ac:chgData name="Yossy Made Yulian" userId="238af46a17e978c5" providerId="LiveId" clId="{81D0E4DD-3C63-4A22-BC49-59D4116F773B}" dt="2023-07-22T03:21:25.839" v="212" actId="164"/>
          <ac:spMkLst>
            <pc:docMk/>
            <pc:sldMk cId="1371557485" sldId="272"/>
            <ac:spMk id="6" creationId="{7EC6A082-BED1-4170-8D88-20265ACE117F}"/>
          </ac:spMkLst>
        </pc:spChg>
        <pc:spChg chg="mod">
          <ac:chgData name="Yossy Made Yulian" userId="238af46a17e978c5" providerId="LiveId" clId="{81D0E4DD-3C63-4A22-BC49-59D4116F773B}" dt="2023-07-22T03:21:25.839" v="212" actId="164"/>
          <ac:spMkLst>
            <pc:docMk/>
            <pc:sldMk cId="1371557485" sldId="272"/>
            <ac:spMk id="7" creationId="{8197C2D7-1BC2-465A-9D3B-38B97C77CB03}"/>
          </ac:spMkLst>
        </pc:spChg>
        <pc:spChg chg="mod">
          <ac:chgData name="Yossy Made Yulian" userId="238af46a17e978c5" providerId="LiveId" clId="{81D0E4DD-3C63-4A22-BC49-59D4116F773B}" dt="2023-07-22T03:21:27.280" v="214" actId="1076"/>
          <ac:spMkLst>
            <pc:docMk/>
            <pc:sldMk cId="1371557485" sldId="272"/>
            <ac:spMk id="8" creationId="{55FC8926-6367-4452-8560-194DE15C8E0D}"/>
          </ac:spMkLst>
        </pc:spChg>
        <pc:spChg chg="mod">
          <ac:chgData name="Yossy Made Yulian" userId="238af46a17e978c5" providerId="LiveId" clId="{81D0E4DD-3C63-4A22-BC49-59D4116F773B}" dt="2023-07-22T03:21:23.392" v="211" actId="207"/>
          <ac:spMkLst>
            <pc:docMk/>
            <pc:sldMk cId="1371557485" sldId="272"/>
            <ac:spMk id="11" creationId="{95A449A2-AAAF-4D40-A4CC-94CDFBD59CD6}"/>
          </ac:spMkLst>
        </pc:spChg>
        <pc:spChg chg="mod">
          <ac:chgData name="Yossy Made Yulian" userId="238af46a17e978c5" providerId="LiveId" clId="{81D0E4DD-3C63-4A22-BC49-59D4116F773B}" dt="2023-07-22T03:21:23.392" v="211" actId="207"/>
          <ac:spMkLst>
            <pc:docMk/>
            <pc:sldMk cId="1371557485" sldId="272"/>
            <ac:spMk id="40" creationId="{0D7BBB4E-E867-4C2E-9DB0-DD20A45AF4F9}"/>
          </ac:spMkLst>
        </pc:spChg>
        <pc:spChg chg="mod">
          <ac:chgData name="Yossy Made Yulian" userId="238af46a17e978c5" providerId="LiveId" clId="{81D0E4DD-3C63-4A22-BC49-59D4116F773B}" dt="2023-07-22T03:21:23.392" v="211" actId="207"/>
          <ac:spMkLst>
            <pc:docMk/>
            <pc:sldMk cId="1371557485" sldId="272"/>
            <ac:spMk id="44" creationId="{37000A37-9483-48C8-8817-DF44357A5DE4}"/>
          </ac:spMkLst>
        </pc:spChg>
        <pc:grpChg chg="add mod">
          <ac:chgData name="Yossy Made Yulian" userId="238af46a17e978c5" providerId="LiveId" clId="{81D0E4DD-3C63-4A22-BC49-59D4116F773B}" dt="2023-07-22T03:21:25.839" v="212" actId="164"/>
          <ac:grpSpMkLst>
            <pc:docMk/>
            <pc:sldMk cId="1371557485" sldId="272"/>
            <ac:grpSpMk id="9" creationId="{5AC0A180-6548-E82C-16D4-2E38FCC7A2E9}"/>
          </ac:grpSpMkLst>
        </pc:grpChg>
      </pc:sldChg>
      <pc:sldChg chg="addSp modSp mod">
        <pc:chgData name="Yossy Made Yulian" userId="238af46a17e978c5" providerId="LiveId" clId="{81D0E4DD-3C63-4A22-BC49-59D4116F773B}" dt="2023-07-22T03:22:10.396" v="223" actId="167"/>
        <pc:sldMkLst>
          <pc:docMk/>
          <pc:sldMk cId="3703034431" sldId="273"/>
        </pc:sldMkLst>
        <pc:spChg chg="mod">
          <ac:chgData name="Yossy Made Yulian" userId="238af46a17e978c5" providerId="LiveId" clId="{81D0E4DD-3C63-4A22-BC49-59D4116F773B}" dt="2023-07-22T03:21:38.305" v="216" actId="164"/>
          <ac:spMkLst>
            <pc:docMk/>
            <pc:sldMk cId="3703034431" sldId="273"/>
            <ac:spMk id="3" creationId="{47E9CE17-5E9E-457C-B9FE-1DCB2E0381EF}"/>
          </ac:spMkLst>
        </pc:spChg>
        <pc:spChg chg="mod">
          <ac:chgData name="Yossy Made Yulian" userId="238af46a17e978c5" providerId="LiveId" clId="{81D0E4DD-3C63-4A22-BC49-59D4116F773B}" dt="2023-07-22T03:21:38.305" v="216" actId="164"/>
          <ac:spMkLst>
            <pc:docMk/>
            <pc:sldMk cId="3703034431" sldId="273"/>
            <ac:spMk id="4" creationId="{BE463A08-EC51-4AF4-8141-CDB395B0367A}"/>
          </ac:spMkLst>
        </pc:spChg>
        <pc:spChg chg="mod">
          <ac:chgData name="Yossy Made Yulian" userId="238af46a17e978c5" providerId="LiveId" clId="{81D0E4DD-3C63-4A22-BC49-59D4116F773B}" dt="2023-07-22T03:21:38.305" v="216" actId="164"/>
          <ac:spMkLst>
            <pc:docMk/>
            <pc:sldMk cId="3703034431" sldId="273"/>
            <ac:spMk id="5" creationId="{4F535FB0-C9E9-4570-BDCE-DDEF10F29E02}"/>
          </ac:spMkLst>
        </pc:spChg>
        <pc:spChg chg="mod">
          <ac:chgData name="Yossy Made Yulian" userId="238af46a17e978c5" providerId="LiveId" clId="{81D0E4DD-3C63-4A22-BC49-59D4116F773B}" dt="2023-07-22T03:21:34.373" v="215" actId="207"/>
          <ac:spMkLst>
            <pc:docMk/>
            <pc:sldMk cId="3703034431" sldId="273"/>
            <ac:spMk id="7" creationId="{D306FA72-6C74-485F-8E3E-A27FE31AA206}"/>
          </ac:spMkLst>
        </pc:spChg>
        <pc:spChg chg="mod">
          <ac:chgData name="Yossy Made Yulian" userId="238af46a17e978c5" providerId="LiveId" clId="{81D0E4DD-3C63-4A22-BC49-59D4116F773B}" dt="2023-07-22T03:21:34.373" v="215" actId="207"/>
          <ac:spMkLst>
            <pc:docMk/>
            <pc:sldMk cId="3703034431" sldId="273"/>
            <ac:spMk id="16" creationId="{05D03900-F4FB-43E9-B756-9610A73F6801}"/>
          </ac:spMkLst>
        </pc:spChg>
        <pc:spChg chg="mod">
          <ac:chgData name="Yossy Made Yulian" userId="238af46a17e978c5" providerId="LiveId" clId="{81D0E4DD-3C63-4A22-BC49-59D4116F773B}" dt="2023-07-22T03:21:34.373" v="215" actId="207"/>
          <ac:spMkLst>
            <pc:docMk/>
            <pc:sldMk cId="3703034431" sldId="273"/>
            <ac:spMk id="19" creationId="{9CA34151-1372-4872-9B28-F6E3784C3F69}"/>
          </ac:spMkLst>
        </pc:spChg>
        <pc:spChg chg="mod">
          <ac:chgData name="Yossy Made Yulian" userId="238af46a17e978c5" providerId="LiveId" clId="{81D0E4DD-3C63-4A22-BC49-59D4116F773B}" dt="2023-07-22T03:22:08.466" v="222" actId="164"/>
          <ac:spMkLst>
            <pc:docMk/>
            <pc:sldMk cId="3703034431" sldId="273"/>
            <ac:spMk id="24" creationId="{294574FE-D1D0-4681-95FB-FE615226FD7A}"/>
          </ac:spMkLst>
        </pc:spChg>
        <pc:spChg chg="mod">
          <ac:chgData name="Yossy Made Yulian" userId="238af46a17e978c5" providerId="LiveId" clId="{81D0E4DD-3C63-4A22-BC49-59D4116F773B}" dt="2023-07-22T03:22:06.424" v="219" actId="164"/>
          <ac:spMkLst>
            <pc:docMk/>
            <pc:sldMk cId="3703034431" sldId="273"/>
            <ac:spMk id="26" creationId="{0A4685B2-7C78-4DEF-BF9E-9C3AD1246356}"/>
          </ac:spMkLst>
        </pc:spChg>
        <pc:grpChg chg="add mod">
          <ac:chgData name="Yossy Made Yulian" userId="238af46a17e978c5" providerId="LiveId" clId="{81D0E4DD-3C63-4A22-BC49-59D4116F773B}" dt="2023-07-22T03:21:38.305" v="216" actId="164"/>
          <ac:grpSpMkLst>
            <pc:docMk/>
            <pc:sldMk cId="3703034431" sldId="273"/>
            <ac:grpSpMk id="6" creationId="{92F48980-F8E9-CD0E-EE78-D03A2271A9C7}"/>
          </ac:grpSpMkLst>
        </pc:grpChg>
        <pc:grpChg chg="add mod">
          <ac:chgData name="Yossy Made Yulian" userId="238af46a17e978c5" providerId="LiveId" clId="{81D0E4DD-3C63-4A22-BC49-59D4116F773B}" dt="2023-07-22T03:22:08.466" v="222" actId="164"/>
          <ac:grpSpMkLst>
            <pc:docMk/>
            <pc:sldMk cId="3703034431" sldId="273"/>
            <ac:grpSpMk id="8" creationId="{2B7AD706-83DE-CD38-F6C7-A4556E7DB0F5}"/>
          </ac:grpSpMkLst>
        </pc:grpChg>
        <pc:grpChg chg="add mod ord">
          <ac:chgData name="Yossy Made Yulian" userId="238af46a17e978c5" providerId="LiveId" clId="{81D0E4DD-3C63-4A22-BC49-59D4116F773B}" dt="2023-07-22T03:22:10.396" v="223" actId="167"/>
          <ac:grpSpMkLst>
            <pc:docMk/>
            <pc:sldMk cId="3703034431" sldId="273"/>
            <ac:grpSpMk id="9" creationId="{8E471305-4765-821A-E468-F8BE701FBDB3}"/>
          </ac:grpSpMkLst>
        </pc:grpChg>
        <pc:cxnChg chg="mod">
          <ac:chgData name="Yossy Made Yulian" userId="238af46a17e978c5" providerId="LiveId" clId="{81D0E4DD-3C63-4A22-BC49-59D4116F773B}" dt="2023-07-22T03:22:06.424" v="219" actId="164"/>
          <ac:cxnSpMkLst>
            <pc:docMk/>
            <pc:sldMk cId="3703034431" sldId="273"/>
            <ac:cxnSpMk id="27" creationId="{B6F03B2E-146F-41D9-A130-9DDF3BCEC7C8}"/>
          </ac:cxnSpMkLst>
        </pc:cxnChg>
      </pc:sldChg>
      <pc:sldChg chg="modSp mod">
        <pc:chgData name="Yossy Made Yulian" userId="238af46a17e978c5" providerId="LiveId" clId="{81D0E4DD-3C63-4A22-BC49-59D4116F773B}" dt="2023-07-22T03:22:25.124" v="225" actId="207"/>
        <pc:sldMkLst>
          <pc:docMk/>
          <pc:sldMk cId="2256315654" sldId="274"/>
        </pc:sldMkLst>
        <pc:spChg chg="mod">
          <ac:chgData name="Yossy Made Yulian" userId="238af46a17e978c5" providerId="LiveId" clId="{81D0E4DD-3C63-4A22-BC49-59D4116F773B}" dt="2023-07-22T03:22:25.124" v="225" actId="207"/>
          <ac:spMkLst>
            <pc:docMk/>
            <pc:sldMk cId="2256315654" sldId="274"/>
            <ac:spMk id="10" creationId="{B8B3E2E5-6F8D-48E2-B9BB-986B88130ADA}"/>
          </ac:spMkLst>
        </pc:spChg>
        <pc:spChg chg="mod">
          <ac:chgData name="Yossy Made Yulian" userId="238af46a17e978c5" providerId="LiveId" clId="{81D0E4DD-3C63-4A22-BC49-59D4116F773B}" dt="2023-07-22T03:22:25.124" v="225" actId="207"/>
          <ac:spMkLst>
            <pc:docMk/>
            <pc:sldMk cId="2256315654" sldId="274"/>
            <ac:spMk id="12" creationId="{6EB204F7-A538-4267-80F6-39CCCDD07BDA}"/>
          </ac:spMkLst>
        </pc:spChg>
        <pc:spChg chg="mod">
          <ac:chgData name="Yossy Made Yulian" userId="238af46a17e978c5" providerId="LiveId" clId="{81D0E4DD-3C63-4A22-BC49-59D4116F773B}" dt="2023-07-22T03:22:25.124" v="225" actId="207"/>
          <ac:spMkLst>
            <pc:docMk/>
            <pc:sldMk cId="2256315654" sldId="274"/>
            <ac:spMk id="14" creationId="{5F19ED52-5591-4579-B959-1D58954A5734}"/>
          </ac:spMkLst>
        </pc:spChg>
        <pc:spChg chg="mod">
          <ac:chgData name="Yossy Made Yulian" userId="238af46a17e978c5" providerId="LiveId" clId="{81D0E4DD-3C63-4A22-BC49-59D4116F773B}" dt="2023-07-22T03:22:20.591" v="224" actId="207"/>
          <ac:spMkLst>
            <pc:docMk/>
            <pc:sldMk cId="2256315654" sldId="274"/>
            <ac:spMk id="16" creationId="{6EA92475-8F4C-4C15-9A95-94EDC52F1C5A}"/>
          </ac:spMkLst>
        </pc:spChg>
      </pc:sldChg>
      <pc:sldChg chg="addSp modSp mod">
        <pc:chgData name="Yossy Made Yulian" userId="238af46a17e978c5" providerId="LiveId" clId="{81D0E4DD-3C63-4A22-BC49-59D4116F773B}" dt="2023-07-22T03:22:56.738" v="235" actId="164"/>
        <pc:sldMkLst>
          <pc:docMk/>
          <pc:sldMk cId="2923264254" sldId="275"/>
        </pc:sldMkLst>
        <pc:spChg chg="mod">
          <ac:chgData name="Yossy Made Yulian" userId="238af46a17e978c5" providerId="LiveId" clId="{81D0E4DD-3C63-4A22-BC49-59D4116F773B}" dt="2023-07-22T03:22:36.559" v="227" actId="207"/>
          <ac:spMkLst>
            <pc:docMk/>
            <pc:sldMk cId="2923264254" sldId="275"/>
            <ac:spMk id="8" creationId="{14D095E9-7844-4B1A-A730-E137C3EDF0BE}"/>
          </ac:spMkLst>
        </pc:spChg>
        <pc:spChg chg="mod">
          <ac:chgData name="Yossy Made Yulian" userId="238af46a17e978c5" providerId="LiveId" clId="{81D0E4DD-3C63-4A22-BC49-59D4116F773B}" dt="2023-07-22T03:22:36.559" v="227" actId="207"/>
          <ac:spMkLst>
            <pc:docMk/>
            <pc:sldMk cId="2923264254" sldId="275"/>
            <ac:spMk id="23" creationId="{B51CEDF2-A55A-404F-B9DB-5E807573BFDB}"/>
          </ac:spMkLst>
        </pc:spChg>
        <pc:spChg chg="mod">
          <ac:chgData name="Yossy Made Yulian" userId="238af46a17e978c5" providerId="LiveId" clId="{81D0E4DD-3C63-4A22-BC49-59D4116F773B}" dt="2023-07-22T03:22:56.738" v="235" actId="164"/>
          <ac:spMkLst>
            <pc:docMk/>
            <pc:sldMk cId="2923264254" sldId="275"/>
            <ac:spMk id="29" creationId="{C0F17299-4516-41DF-85EA-62562EAD59FE}"/>
          </ac:spMkLst>
        </pc:spChg>
        <pc:spChg chg="mod">
          <ac:chgData name="Yossy Made Yulian" userId="238af46a17e978c5" providerId="LiveId" clId="{81D0E4DD-3C63-4A22-BC49-59D4116F773B}" dt="2023-07-22T03:22:56.738" v="235" actId="164"/>
          <ac:spMkLst>
            <pc:docMk/>
            <pc:sldMk cId="2923264254" sldId="275"/>
            <ac:spMk id="30" creationId="{566E6476-520A-4199-84EB-EB17A0AC6195}"/>
          </ac:spMkLst>
        </pc:spChg>
        <pc:spChg chg="mod">
          <ac:chgData name="Yossy Made Yulian" userId="238af46a17e978c5" providerId="LiveId" clId="{81D0E4DD-3C63-4A22-BC49-59D4116F773B}" dt="2023-07-22T03:22:51.381" v="233" actId="164"/>
          <ac:spMkLst>
            <pc:docMk/>
            <pc:sldMk cId="2923264254" sldId="275"/>
            <ac:spMk id="42" creationId="{12EBC169-B847-4FAD-ABCA-5F0D1B54F9F5}"/>
          </ac:spMkLst>
        </pc:spChg>
        <pc:spChg chg="mod">
          <ac:chgData name="Yossy Made Yulian" userId="238af46a17e978c5" providerId="LiveId" clId="{81D0E4DD-3C63-4A22-BC49-59D4116F773B}" dt="2023-07-22T03:22:51.381" v="233" actId="164"/>
          <ac:spMkLst>
            <pc:docMk/>
            <pc:sldMk cId="2923264254" sldId="275"/>
            <ac:spMk id="43" creationId="{347AD7F5-E3EA-4657-AB05-0327D1937C88}"/>
          </ac:spMkLst>
        </pc:spChg>
        <pc:spChg chg="mod">
          <ac:chgData name="Yossy Made Yulian" userId="238af46a17e978c5" providerId="LiveId" clId="{81D0E4DD-3C63-4A22-BC49-59D4116F773B}" dt="2023-07-22T03:22:36.559" v="227" actId="207"/>
          <ac:spMkLst>
            <pc:docMk/>
            <pc:sldMk cId="2923264254" sldId="275"/>
            <ac:spMk id="56" creationId="{95E52988-A082-407C-8385-39C7149BC690}"/>
          </ac:spMkLst>
        </pc:spChg>
        <pc:grpChg chg="add mod ord">
          <ac:chgData name="Yossy Made Yulian" userId="238af46a17e978c5" providerId="LiveId" clId="{81D0E4DD-3C63-4A22-BC49-59D4116F773B}" dt="2023-07-22T03:22:54.632" v="234" actId="167"/>
          <ac:grpSpMkLst>
            <pc:docMk/>
            <pc:sldMk cId="2923264254" sldId="275"/>
            <ac:grpSpMk id="6" creationId="{D30A15A5-52F4-D86F-3A77-A8B483CE12AF}"/>
          </ac:grpSpMkLst>
        </pc:grpChg>
        <pc:grpChg chg="add mod">
          <ac:chgData name="Yossy Made Yulian" userId="238af46a17e978c5" providerId="LiveId" clId="{81D0E4DD-3C63-4A22-BC49-59D4116F773B}" dt="2023-07-22T03:22:56.738" v="235" actId="164"/>
          <ac:grpSpMkLst>
            <pc:docMk/>
            <pc:sldMk cId="2923264254" sldId="275"/>
            <ac:grpSpMk id="9" creationId="{C1212F9B-D24A-70E6-72E1-2533305BA667}"/>
          </ac:grpSpMkLst>
        </pc:grpChg>
        <pc:picChg chg="ord">
          <ac:chgData name="Yossy Made Yulian" userId="238af46a17e978c5" providerId="LiveId" clId="{81D0E4DD-3C63-4A22-BC49-59D4116F773B}" dt="2023-07-22T03:22:54.632" v="234" actId="167"/>
          <ac:picMkLst>
            <pc:docMk/>
            <pc:sldMk cId="2923264254" sldId="275"/>
            <ac:picMk id="66" creationId="{D8463148-2242-4E34-A6C7-FC86D4A36170}"/>
          </ac:picMkLst>
        </pc:picChg>
      </pc:sldChg>
      <pc:sldChg chg="addSp modSp mod">
        <pc:chgData name="Yossy Made Yulian" userId="238af46a17e978c5" providerId="LiveId" clId="{81D0E4DD-3C63-4A22-BC49-59D4116F773B}" dt="2023-07-22T03:24:50.634" v="243" actId="167"/>
        <pc:sldMkLst>
          <pc:docMk/>
          <pc:sldMk cId="1670828866" sldId="276"/>
        </pc:sldMkLst>
        <pc:spChg chg="mod">
          <ac:chgData name="Yossy Made Yulian" userId="238af46a17e978c5" providerId="LiveId" clId="{81D0E4DD-3C63-4A22-BC49-59D4116F773B}" dt="2023-07-22T03:24:27.883" v="236" actId="207"/>
          <ac:spMkLst>
            <pc:docMk/>
            <pc:sldMk cId="1670828866" sldId="276"/>
            <ac:spMk id="12" creationId="{76922212-29A9-4FCE-8FBB-99984C361658}"/>
          </ac:spMkLst>
        </pc:spChg>
        <pc:spChg chg="mod">
          <ac:chgData name="Yossy Made Yulian" userId="238af46a17e978c5" providerId="LiveId" clId="{81D0E4DD-3C63-4A22-BC49-59D4116F773B}" dt="2023-07-22T03:24:42.239" v="239" actId="164"/>
          <ac:spMkLst>
            <pc:docMk/>
            <pc:sldMk cId="1670828866" sldId="276"/>
            <ac:spMk id="13" creationId="{7B9CDB2D-0BD1-482A-A4EF-8D095D0B0EDC}"/>
          </ac:spMkLst>
        </pc:spChg>
        <pc:spChg chg="mod">
          <ac:chgData name="Yossy Made Yulian" userId="238af46a17e978c5" providerId="LiveId" clId="{81D0E4DD-3C63-4A22-BC49-59D4116F773B}" dt="2023-07-22T03:24:44.075" v="240" actId="164"/>
          <ac:spMkLst>
            <pc:docMk/>
            <pc:sldMk cId="1670828866" sldId="276"/>
            <ac:spMk id="14" creationId="{75021670-56E8-4C8C-B967-2EF656FA8A45}"/>
          </ac:spMkLst>
        </pc:spChg>
        <pc:spChg chg="mod">
          <ac:chgData name="Yossy Made Yulian" userId="238af46a17e978c5" providerId="LiveId" clId="{81D0E4DD-3C63-4A22-BC49-59D4116F773B}" dt="2023-07-22T03:24:46.491" v="241" actId="164"/>
          <ac:spMkLst>
            <pc:docMk/>
            <pc:sldMk cId="1670828866" sldId="276"/>
            <ac:spMk id="15" creationId="{40936222-2126-4FC0-A6FC-F1FA22A6C6F8}"/>
          </ac:spMkLst>
        </pc:spChg>
        <pc:spChg chg="mod">
          <ac:chgData name="Yossy Made Yulian" userId="238af46a17e978c5" providerId="LiveId" clId="{81D0E4DD-3C63-4A22-BC49-59D4116F773B}" dt="2023-07-22T03:24:27.883" v="236" actId="207"/>
          <ac:spMkLst>
            <pc:docMk/>
            <pc:sldMk cId="1670828866" sldId="276"/>
            <ac:spMk id="18" creationId="{CD005273-0821-4F1A-8667-609F7E2B1C1B}"/>
          </ac:spMkLst>
        </pc:spChg>
        <pc:spChg chg="mod">
          <ac:chgData name="Yossy Made Yulian" userId="238af46a17e978c5" providerId="LiveId" clId="{81D0E4DD-3C63-4A22-BC49-59D4116F773B}" dt="2023-07-22T03:24:27.883" v="236" actId="207"/>
          <ac:spMkLst>
            <pc:docMk/>
            <pc:sldMk cId="1670828866" sldId="276"/>
            <ac:spMk id="23" creationId="{D2FF9567-1533-46A6-8DA7-D8E58498E65D}"/>
          </ac:spMkLst>
        </pc:spChg>
        <pc:spChg chg="mod">
          <ac:chgData name="Yossy Made Yulian" userId="238af46a17e978c5" providerId="LiveId" clId="{81D0E4DD-3C63-4A22-BC49-59D4116F773B}" dt="2023-07-22T03:24:33.753" v="237" actId="207"/>
          <ac:spMkLst>
            <pc:docMk/>
            <pc:sldMk cId="1670828866" sldId="276"/>
            <ac:spMk id="26" creationId="{2C21C296-D89C-41A6-9959-DD5C8B8DDFCE}"/>
          </ac:spMkLst>
        </pc:spChg>
        <pc:spChg chg="mod">
          <ac:chgData name="Yossy Made Yulian" userId="238af46a17e978c5" providerId="LiveId" clId="{81D0E4DD-3C63-4A22-BC49-59D4116F773B}" dt="2023-07-22T03:24:37.511" v="238" actId="164"/>
          <ac:spMkLst>
            <pc:docMk/>
            <pc:sldMk cId="1670828866" sldId="276"/>
            <ac:spMk id="30" creationId="{F79C0609-B811-44E7-A057-1ECC00F74B78}"/>
          </ac:spMkLst>
        </pc:spChg>
        <pc:spChg chg="mod">
          <ac:chgData name="Yossy Made Yulian" userId="238af46a17e978c5" providerId="LiveId" clId="{81D0E4DD-3C63-4A22-BC49-59D4116F773B}" dt="2023-07-22T03:24:37.511" v="238" actId="164"/>
          <ac:spMkLst>
            <pc:docMk/>
            <pc:sldMk cId="1670828866" sldId="276"/>
            <ac:spMk id="31" creationId="{32506E52-661E-4C20-9484-6EB40336E097}"/>
          </ac:spMkLst>
        </pc:spChg>
        <pc:spChg chg="mod">
          <ac:chgData name="Yossy Made Yulian" userId="238af46a17e978c5" providerId="LiveId" clId="{81D0E4DD-3C63-4A22-BC49-59D4116F773B}" dt="2023-07-22T03:24:37.511" v="238" actId="164"/>
          <ac:spMkLst>
            <pc:docMk/>
            <pc:sldMk cId="1670828866" sldId="276"/>
            <ac:spMk id="32" creationId="{777AEA2C-E093-4838-A6E7-5124B4385EF7}"/>
          </ac:spMkLst>
        </pc:spChg>
        <pc:spChg chg="mod">
          <ac:chgData name="Yossy Made Yulian" userId="238af46a17e978c5" providerId="LiveId" clId="{81D0E4DD-3C63-4A22-BC49-59D4116F773B}" dt="2023-07-22T03:24:44.075" v="240" actId="164"/>
          <ac:spMkLst>
            <pc:docMk/>
            <pc:sldMk cId="1670828866" sldId="276"/>
            <ac:spMk id="36" creationId="{E79F1D4E-DB6F-44FC-A65E-DAB2B76B99CD}"/>
          </ac:spMkLst>
        </pc:spChg>
        <pc:spChg chg="mod">
          <ac:chgData name="Yossy Made Yulian" userId="238af46a17e978c5" providerId="LiveId" clId="{81D0E4DD-3C63-4A22-BC49-59D4116F773B}" dt="2023-07-22T03:24:42.239" v="239" actId="164"/>
          <ac:spMkLst>
            <pc:docMk/>
            <pc:sldMk cId="1670828866" sldId="276"/>
            <ac:spMk id="37" creationId="{2B26714D-9856-4522-818A-F8207549032C}"/>
          </ac:spMkLst>
        </pc:spChg>
        <pc:spChg chg="mod">
          <ac:chgData name="Yossy Made Yulian" userId="238af46a17e978c5" providerId="LiveId" clId="{81D0E4DD-3C63-4A22-BC49-59D4116F773B}" dt="2023-07-22T03:24:46.491" v="241" actId="164"/>
          <ac:spMkLst>
            <pc:docMk/>
            <pc:sldMk cId="1670828866" sldId="276"/>
            <ac:spMk id="38" creationId="{7458870F-970B-4503-890B-95F858E8FF59}"/>
          </ac:spMkLst>
        </pc:spChg>
        <pc:grpChg chg="add mod ord">
          <ac:chgData name="Yossy Made Yulian" userId="238af46a17e978c5" providerId="LiveId" clId="{81D0E4DD-3C63-4A22-BC49-59D4116F773B}" dt="2023-07-22T03:24:50.634" v="243" actId="167"/>
          <ac:grpSpMkLst>
            <pc:docMk/>
            <pc:sldMk cId="1670828866" sldId="276"/>
            <ac:grpSpMk id="7" creationId="{C242DAA3-20E5-66ED-11F2-479B30AC0FE5}"/>
          </ac:grpSpMkLst>
        </pc:grpChg>
        <pc:grpChg chg="add mod ord">
          <ac:chgData name="Yossy Made Yulian" userId="238af46a17e978c5" providerId="LiveId" clId="{81D0E4DD-3C63-4A22-BC49-59D4116F773B}" dt="2023-07-22T03:24:48.458" v="242" actId="167"/>
          <ac:grpSpMkLst>
            <pc:docMk/>
            <pc:sldMk cId="1670828866" sldId="276"/>
            <ac:grpSpMk id="8" creationId="{7ACF5113-04D8-1D7B-AADD-DFCCDDAC37B0}"/>
          </ac:grpSpMkLst>
        </pc:grpChg>
        <pc:grpChg chg="add mod ord">
          <ac:chgData name="Yossy Made Yulian" userId="238af46a17e978c5" providerId="LiveId" clId="{81D0E4DD-3C63-4A22-BC49-59D4116F773B}" dt="2023-07-22T03:24:48.458" v="242" actId="167"/>
          <ac:grpSpMkLst>
            <pc:docMk/>
            <pc:sldMk cId="1670828866" sldId="276"/>
            <ac:grpSpMk id="11" creationId="{79B802B9-33F6-073D-4B2A-A46140685282}"/>
          </ac:grpSpMkLst>
        </pc:grpChg>
        <pc:grpChg chg="add mod ord">
          <ac:chgData name="Yossy Made Yulian" userId="238af46a17e978c5" providerId="LiveId" clId="{81D0E4DD-3C63-4A22-BC49-59D4116F773B}" dt="2023-07-22T03:24:48.458" v="242" actId="167"/>
          <ac:grpSpMkLst>
            <pc:docMk/>
            <pc:sldMk cId="1670828866" sldId="276"/>
            <ac:grpSpMk id="16" creationId="{F7A2524F-68FE-E030-7FAB-5D62514EAE71}"/>
          </ac:grpSpMkLst>
        </pc:grpChg>
      </pc:sldChg>
      <pc:sldChg chg="addSp modSp mod">
        <pc:chgData name="Yossy Made Yulian" userId="238af46a17e978c5" providerId="LiveId" clId="{81D0E4DD-3C63-4A22-BC49-59D4116F773B}" dt="2023-07-22T03:25:25.692" v="246" actId="164"/>
        <pc:sldMkLst>
          <pc:docMk/>
          <pc:sldMk cId="3057893996" sldId="277"/>
        </pc:sldMkLst>
        <pc:spChg chg="mod">
          <ac:chgData name="Yossy Made Yulian" userId="238af46a17e978c5" providerId="LiveId" clId="{81D0E4DD-3C63-4A22-BC49-59D4116F773B}" dt="2023-07-22T03:25:20.147" v="244" actId="207"/>
          <ac:spMkLst>
            <pc:docMk/>
            <pc:sldMk cId="3057893996" sldId="277"/>
            <ac:spMk id="7" creationId="{2F96E2D0-D949-4BE9-B560-6607A28D2763}"/>
          </ac:spMkLst>
        </pc:spChg>
        <pc:spChg chg="mod">
          <ac:chgData name="Yossy Made Yulian" userId="238af46a17e978c5" providerId="LiveId" clId="{81D0E4DD-3C63-4A22-BC49-59D4116F773B}" dt="2023-07-22T03:25:23.353" v="245" actId="164"/>
          <ac:spMkLst>
            <pc:docMk/>
            <pc:sldMk cId="3057893996" sldId="277"/>
            <ac:spMk id="8" creationId="{74E7241A-63BF-4776-9C4B-A51EC0972F2F}"/>
          </ac:spMkLst>
        </pc:spChg>
        <pc:spChg chg="mod">
          <ac:chgData name="Yossy Made Yulian" userId="238af46a17e978c5" providerId="LiveId" clId="{81D0E4DD-3C63-4A22-BC49-59D4116F773B}" dt="2023-07-22T03:25:25.692" v="246" actId="164"/>
          <ac:spMkLst>
            <pc:docMk/>
            <pc:sldMk cId="3057893996" sldId="277"/>
            <ac:spMk id="10" creationId="{3DF0415A-2BED-4D1F-8EA2-255F6AF4459A}"/>
          </ac:spMkLst>
        </pc:spChg>
        <pc:spChg chg="mod">
          <ac:chgData name="Yossy Made Yulian" userId="238af46a17e978c5" providerId="LiveId" clId="{81D0E4DD-3C63-4A22-BC49-59D4116F773B}" dt="2023-07-22T03:25:20.147" v="244" actId="207"/>
          <ac:spMkLst>
            <pc:docMk/>
            <pc:sldMk cId="3057893996" sldId="277"/>
            <ac:spMk id="12" creationId="{1C184B0A-01B3-4962-A0E1-35705FB2BBDC}"/>
          </ac:spMkLst>
        </pc:spChg>
        <pc:grpChg chg="add mod">
          <ac:chgData name="Yossy Made Yulian" userId="238af46a17e978c5" providerId="LiveId" clId="{81D0E4DD-3C63-4A22-BC49-59D4116F773B}" dt="2023-07-22T03:25:25.692" v="246" actId="164"/>
          <ac:grpSpMkLst>
            <pc:docMk/>
            <pc:sldMk cId="3057893996" sldId="277"/>
            <ac:grpSpMk id="9" creationId="{5BE72D3B-1C81-EC9D-D56D-03B2C29B1B20}"/>
          </ac:grpSpMkLst>
        </pc:grpChg>
        <pc:grpChg chg="add mod">
          <ac:chgData name="Yossy Made Yulian" userId="238af46a17e978c5" providerId="LiveId" clId="{81D0E4DD-3C63-4A22-BC49-59D4116F773B}" dt="2023-07-22T03:25:25.692" v="246" actId="164"/>
          <ac:grpSpMkLst>
            <pc:docMk/>
            <pc:sldMk cId="3057893996" sldId="277"/>
            <ac:grpSpMk id="21" creationId="{5AFB3AFF-80DC-DCBF-D27F-E6C85A13E433}"/>
          </ac:grpSpMkLst>
        </pc:grpChg>
        <pc:grpChg chg="mod">
          <ac:chgData name="Yossy Made Yulian" userId="238af46a17e978c5" providerId="LiveId" clId="{81D0E4DD-3C63-4A22-BC49-59D4116F773B}" dt="2023-07-22T03:25:23.353" v="245" actId="164"/>
          <ac:grpSpMkLst>
            <pc:docMk/>
            <pc:sldMk cId="3057893996" sldId="277"/>
            <ac:grpSpMk id="30" creationId="{54E3D7D8-5A14-465F-96E4-8633C467CDA7}"/>
          </ac:grpSpMkLst>
        </pc:grpChg>
      </pc:sldChg>
      <pc:sldChg chg="modSp mod">
        <pc:chgData name="Yossy Made Yulian" userId="238af46a17e978c5" providerId="LiveId" clId="{81D0E4DD-3C63-4A22-BC49-59D4116F773B}" dt="2023-07-22T03:25:45.365" v="251" actId="207"/>
        <pc:sldMkLst>
          <pc:docMk/>
          <pc:sldMk cId="1408647828" sldId="278"/>
        </pc:sldMkLst>
        <pc:spChg chg="mod">
          <ac:chgData name="Yossy Made Yulian" userId="238af46a17e978c5" providerId="LiveId" clId="{81D0E4DD-3C63-4A22-BC49-59D4116F773B}" dt="2023-07-22T03:25:45.365" v="251" actId="207"/>
          <ac:spMkLst>
            <pc:docMk/>
            <pc:sldMk cId="1408647828" sldId="278"/>
            <ac:spMk id="7" creationId="{E372B2A0-E0BD-4C19-A1D3-5FB6A9240357}"/>
          </ac:spMkLst>
        </pc:spChg>
        <pc:spChg chg="mod">
          <ac:chgData name="Yossy Made Yulian" userId="238af46a17e978c5" providerId="LiveId" clId="{81D0E4DD-3C63-4A22-BC49-59D4116F773B}" dt="2023-07-22T03:25:45.365" v="251" actId="207"/>
          <ac:spMkLst>
            <pc:docMk/>
            <pc:sldMk cId="1408647828" sldId="278"/>
            <ac:spMk id="20" creationId="{46784ADC-777C-4EA4-A8F8-14E081147809}"/>
          </ac:spMkLst>
        </pc:spChg>
        <pc:spChg chg="mod">
          <ac:chgData name="Yossy Made Yulian" userId="238af46a17e978c5" providerId="LiveId" clId="{81D0E4DD-3C63-4A22-BC49-59D4116F773B}" dt="2023-07-22T03:25:45.365" v="251" actId="207"/>
          <ac:spMkLst>
            <pc:docMk/>
            <pc:sldMk cId="1408647828" sldId="278"/>
            <ac:spMk id="28" creationId="{2525F822-C7FF-47BB-86FD-2165D8E0F0FD}"/>
          </ac:spMkLst>
        </pc:spChg>
      </pc:sldChg>
      <pc:sldChg chg="addSp modSp mod">
        <pc:chgData name="Yossy Made Yulian" userId="238af46a17e978c5" providerId="LiveId" clId="{81D0E4DD-3C63-4A22-BC49-59D4116F773B}" dt="2023-07-22T03:26:06.966" v="255" actId="164"/>
        <pc:sldMkLst>
          <pc:docMk/>
          <pc:sldMk cId="3599236397" sldId="279"/>
        </pc:sldMkLst>
        <pc:spChg chg="mod">
          <ac:chgData name="Yossy Made Yulian" userId="238af46a17e978c5" providerId="LiveId" clId="{81D0E4DD-3C63-4A22-BC49-59D4116F773B}" dt="2023-07-22T03:26:00.157" v="252" actId="207"/>
          <ac:spMkLst>
            <pc:docMk/>
            <pc:sldMk cId="3599236397" sldId="279"/>
            <ac:spMk id="15" creationId="{0AB6F2AF-E76C-44AF-9ED9-DBBB01392CAB}"/>
          </ac:spMkLst>
        </pc:spChg>
        <pc:spChg chg="mod">
          <ac:chgData name="Yossy Made Yulian" userId="238af46a17e978c5" providerId="LiveId" clId="{81D0E4DD-3C63-4A22-BC49-59D4116F773B}" dt="2023-07-22T03:26:00.157" v="252" actId="207"/>
          <ac:spMkLst>
            <pc:docMk/>
            <pc:sldMk cId="3599236397" sldId="279"/>
            <ac:spMk id="18" creationId="{669C591F-6720-4C50-BE07-A06EB3512E53}"/>
          </ac:spMkLst>
        </pc:spChg>
        <pc:grpChg chg="add mod">
          <ac:chgData name="Yossy Made Yulian" userId="238af46a17e978c5" providerId="LiveId" clId="{81D0E4DD-3C63-4A22-BC49-59D4116F773B}" dt="2023-07-22T03:26:03.219" v="253" actId="164"/>
          <ac:grpSpMkLst>
            <pc:docMk/>
            <pc:sldMk cId="3599236397" sldId="279"/>
            <ac:grpSpMk id="2" creationId="{FCA14795-C53C-3F5C-4A4F-1C693DC8B258}"/>
          </ac:grpSpMkLst>
        </pc:grpChg>
        <pc:grpChg chg="add mod">
          <ac:chgData name="Yossy Made Yulian" userId="238af46a17e978c5" providerId="LiveId" clId="{81D0E4DD-3C63-4A22-BC49-59D4116F773B}" dt="2023-07-22T03:26:04.798" v="254" actId="164"/>
          <ac:grpSpMkLst>
            <pc:docMk/>
            <pc:sldMk cId="3599236397" sldId="279"/>
            <ac:grpSpMk id="3" creationId="{70505C6B-084B-1ADB-59AC-39037FF0A348}"/>
          </ac:grpSpMkLst>
        </pc:grpChg>
        <pc:grpChg chg="add mod">
          <ac:chgData name="Yossy Made Yulian" userId="238af46a17e978c5" providerId="LiveId" clId="{81D0E4DD-3C63-4A22-BC49-59D4116F773B}" dt="2023-07-22T03:26:06.966" v="255" actId="164"/>
          <ac:grpSpMkLst>
            <pc:docMk/>
            <pc:sldMk cId="3599236397" sldId="279"/>
            <ac:grpSpMk id="4" creationId="{3F0CCB50-63AD-D8CF-D729-2DB8061383B9}"/>
          </ac:grpSpMkLst>
        </pc:grpChg>
        <pc:cxnChg chg="mod">
          <ac:chgData name="Yossy Made Yulian" userId="238af46a17e978c5" providerId="LiveId" clId="{81D0E4DD-3C63-4A22-BC49-59D4116F773B}" dt="2023-07-22T03:26:06.966" v="255" actId="164"/>
          <ac:cxnSpMkLst>
            <pc:docMk/>
            <pc:sldMk cId="3599236397" sldId="279"/>
            <ac:cxnSpMk id="30" creationId="{F63B8D47-FE72-4707-AD80-7E1A73C9E31A}"/>
          </ac:cxnSpMkLst>
        </pc:cxnChg>
        <pc:cxnChg chg="mod">
          <ac:chgData name="Yossy Made Yulian" userId="238af46a17e978c5" providerId="LiveId" clId="{81D0E4DD-3C63-4A22-BC49-59D4116F773B}" dt="2023-07-22T03:26:06.966" v="255" actId="164"/>
          <ac:cxnSpMkLst>
            <pc:docMk/>
            <pc:sldMk cId="3599236397" sldId="279"/>
            <ac:cxnSpMk id="31" creationId="{120F7710-17EB-49E5-A3D9-8DA80906BD4B}"/>
          </ac:cxnSpMkLst>
        </pc:cxnChg>
        <pc:cxnChg chg="mod">
          <ac:chgData name="Yossy Made Yulian" userId="238af46a17e978c5" providerId="LiveId" clId="{81D0E4DD-3C63-4A22-BC49-59D4116F773B}" dt="2023-07-22T03:26:04.798" v="254" actId="164"/>
          <ac:cxnSpMkLst>
            <pc:docMk/>
            <pc:sldMk cId="3599236397" sldId="279"/>
            <ac:cxnSpMk id="38" creationId="{7CE63CE6-9E82-4089-843A-2A7223D98E03}"/>
          </ac:cxnSpMkLst>
        </pc:cxnChg>
        <pc:cxnChg chg="mod">
          <ac:chgData name="Yossy Made Yulian" userId="238af46a17e978c5" providerId="LiveId" clId="{81D0E4DD-3C63-4A22-BC49-59D4116F773B}" dt="2023-07-22T03:26:04.798" v="254" actId="164"/>
          <ac:cxnSpMkLst>
            <pc:docMk/>
            <pc:sldMk cId="3599236397" sldId="279"/>
            <ac:cxnSpMk id="39" creationId="{378EB5BD-996E-44B4-B597-01A1D688367A}"/>
          </ac:cxnSpMkLst>
        </pc:cxnChg>
        <pc:cxnChg chg="mod">
          <ac:chgData name="Yossy Made Yulian" userId="238af46a17e978c5" providerId="LiveId" clId="{81D0E4DD-3C63-4A22-BC49-59D4116F773B}" dt="2023-07-22T03:26:03.219" v="253" actId="164"/>
          <ac:cxnSpMkLst>
            <pc:docMk/>
            <pc:sldMk cId="3599236397" sldId="279"/>
            <ac:cxnSpMk id="42" creationId="{EC94C246-3069-483A-A060-9D689AD6C504}"/>
          </ac:cxnSpMkLst>
        </pc:cxnChg>
        <pc:cxnChg chg="mod">
          <ac:chgData name="Yossy Made Yulian" userId="238af46a17e978c5" providerId="LiveId" clId="{81D0E4DD-3C63-4A22-BC49-59D4116F773B}" dt="2023-07-22T03:26:03.219" v="253" actId="164"/>
          <ac:cxnSpMkLst>
            <pc:docMk/>
            <pc:sldMk cId="3599236397" sldId="279"/>
            <ac:cxnSpMk id="43" creationId="{D8C33BB1-0B6A-48AF-ADC2-D35A5EF0FDFF}"/>
          </ac:cxnSpMkLst>
        </pc:cxnChg>
      </pc:sldChg>
      <pc:sldChg chg="addSp modSp mod">
        <pc:chgData name="Yossy Made Yulian" userId="238af46a17e978c5" providerId="LiveId" clId="{81D0E4DD-3C63-4A22-BC49-59D4116F773B}" dt="2023-07-22T03:26:30.367" v="261" actId="164"/>
        <pc:sldMkLst>
          <pc:docMk/>
          <pc:sldMk cId="4206766022" sldId="280"/>
        </pc:sldMkLst>
        <pc:spChg chg="mod">
          <ac:chgData name="Yossy Made Yulian" userId="238af46a17e978c5" providerId="LiveId" clId="{81D0E4DD-3C63-4A22-BC49-59D4116F773B}" dt="2023-07-22T03:26:18.650" v="259" actId="1076"/>
          <ac:spMkLst>
            <pc:docMk/>
            <pc:sldMk cId="4206766022" sldId="280"/>
            <ac:spMk id="12" creationId="{EAAF5D7E-2A2E-48E9-8C7E-8EFDC36708CB}"/>
          </ac:spMkLst>
        </pc:spChg>
        <pc:spChg chg="mod">
          <ac:chgData name="Yossy Made Yulian" userId="238af46a17e978c5" providerId="LiveId" clId="{81D0E4DD-3C63-4A22-BC49-59D4116F773B}" dt="2023-07-22T03:26:30.367" v="261" actId="164"/>
          <ac:spMkLst>
            <pc:docMk/>
            <pc:sldMk cId="4206766022" sldId="280"/>
            <ac:spMk id="69" creationId="{30BF472B-18F3-4EDC-8C62-20770FA24D05}"/>
          </ac:spMkLst>
        </pc:spChg>
        <pc:spChg chg="mod">
          <ac:chgData name="Yossy Made Yulian" userId="238af46a17e978c5" providerId="LiveId" clId="{81D0E4DD-3C63-4A22-BC49-59D4116F773B}" dt="2023-07-22T03:26:30.367" v="261" actId="164"/>
          <ac:spMkLst>
            <pc:docMk/>
            <pc:sldMk cId="4206766022" sldId="280"/>
            <ac:spMk id="70" creationId="{BA2153B3-2D89-44F0-859C-1F2B71707AC7}"/>
          </ac:spMkLst>
        </pc:spChg>
        <pc:spChg chg="mod">
          <ac:chgData name="Yossy Made Yulian" userId="238af46a17e978c5" providerId="LiveId" clId="{81D0E4DD-3C63-4A22-BC49-59D4116F773B}" dt="2023-07-22T03:26:30.367" v="261" actId="164"/>
          <ac:spMkLst>
            <pc:docMk/>
            <pc:sldMk cId="4206766022" sldId="280"/>
            <ac:spMk id="71" creationId="{BA7718D0-931C-45CB-987A-11A39207AC60}"/>
          </ac:spMkLst>
        </pc:spChg>
        <pc:spChg chg="mod">
          <ac:chgData name="Yossy Made Yulian" userId="238af46a17e978c5" providerId="LiveId" clId="{81D0E4DD-3C63-4A22-BC49-59D4116F773B}" dt="2023-07-22T03:26:30.367" v="261" actId="164"/>
          <ac:spMkLst>
            <pc:docMk/>
            <pc:sldMk cId="4206766022" sldId="280"/>
            <ac:spMk id="72" creationId="{72F1CD8D-7F0E-41A2-AFE3-A698EAE845DE}"/>
          </ac:spMkLst>
        </pc:spChg>
        <pc:spChg chg="mod">
          <ac:chgData name="Yossy Made Yulian" userId="238af46a17e978c5" providerId="LiveId" clId="{81D0E4DD-3C63-4A22-BC49-59D4116F773B}" dt="2023-07-22T03:26:30.367" v="261" actId="164"/>
          <ac:spMkLst>
            <pc:docMk/>
            <pc:sldMk cId="4206766022" sldId="280"/>
            <ac:spMk id="73" creationId="{EA5ADC50-53F7-4ABC-A2FB-8866879DECA5}"/>
          </ac:spMkLst>
        </pc:spChg>
        <pc:spChg chg="mod">
          <ac:chgData name="Yossy Made Yulian" userId="238af46a17e978c5" providerId="LiveId" clId="{81D0E4DD-3C63-4A22-BC49-59D4116F773B}" dt="2023-07-22T03:26:30.367" v="261" actId="164"/>
          <ac:spMkLst>
            <pc:docMk/>
            <pc:sldMk cId="4206766022" sldId="280"/>
            <ac:spMk id="74" creationId="{A008945B-256E-4D29-9B72-D729D7D80EF7}"/>
          </ac:spMkLst>
        </pc:spChg>
        <pc:spChg chg="mod">
          <ac:chgData name="Yossy Made Yulian" userId="238af46a17e978c5" providerId="LiveId" clId="{81D0E4DD-3C63-4A22-BC49-59D4116F773B}" dt="2023-07-22T03:26:24.268" v="260" actId="164"/>
          <ac:spMkLst>
            <pc:docMk/>
            <pc:sldMk cId="4206766022" sldId="280"/>
            <ac:spMk id="92" creationId="{5FEDFB3C-28B1-4F2B-B081-2AF4EEB17745}"/>
          </ac:spMkLst>
        </pc:spChg>
        <pc:spChg chg="mod">
          <ac:chgData name="Yossy Made Yulian" userId="238af46a17e978c5" providerId="LiveId" clId="{81D0E4DD-3C63-4A22-BC49-59D4116F773B}" dt="2023-07-22T03:26:24.268" v="260" actId="164"/>
          <ac:spMkLst>
            <pc:docMk/>
            <pc:sldMk cId="4206766022" sldId="280"/>
            <ac:spMk id="93" creationId="{7BDC7F46-2AB0-4ABA-9F85-786114860338}"/>
          </ac:spMkLst>
        </pc:spChg>
        <pc:spChg chg="mod">
          <ac:chgData name="Yossy Made Yulian" userId="238af46a17e978c5" providerId="LiveId" clId="{81D0E4DD-3C63-4A22-BC49-59D4116F773B}" dt="2023-07-22T03:26:24.268" v="260" actId="164"/>
          <ac:spMkLst>
            <pc:docMk/>
            <pc:sldMk cId="4206766022" sldId="280"/>
            <ac:spMk id="94" creationId="{F370CB70-FBF4-40E3-912E-C035949F5F89}"/>
          </ac:spMkLst>
        </pc:spChg>
        <pc:spChg chg="mod">
          <ac:chgData name="Yossy Made Yulian" userId="238af46a17e978c5" providerId="LiveId" clId="{81D0E4DD-3C63-4A22-BC49-59D4116F773B}" dt="2023-07-22T03:26:24.268" v="260" actId="164"/>
          <ac:spMkLst>
            <pc:docMk/>
            <pc:sldMk cId="4206766022" sldId="280"/>
            <ac:spMk id="95" creationId="{C8DEA90B-41D2-4045-9170-FCB4ACE950F5}"/>
          </ac:spMkLst>
        </pc:spChg>
        <pc:spChg chg="mod">
          <ac:chgData name="Yossy Made Yulian" userId="238af46a17e978c5" providerId="LiveId" clId="{81D0E4DD-3C63-4A22-BC49-59D4116F773B}" dt="2023-07-22T03:26:24.268" v="260" actId="164"/>
          <ac:spMkLst>
            <pc:docMk/>
            <pc:sldMk cId="4206766022" sldId="280"/>
            <ac:spMk id="96" creationId="{E853F814-7C18-4BAD-ACFC-C7D56E0ABCCA}"/>
          </ac:spMkLst>
        </pc:spChg>
        <pc:spChg chg="mod">
          <ac:chgData name="Yossy Made Yulian" userId="238af46a17e978c5" providerId="LiveId" clId="{81D0E4DD-3C63-4A22-BC49-59D4116F773B}" dt="2023-07-22T03:26:24.268" v="260" actId="164"/>
          <ac:spMkLst>
            <pc:docMk/>
            <pc:sldMk cId="4206766022" sldId="280"/>
            <ac:spMk id="97" creationId="{7702968A-1D2A-4AFF-9D79-700F78886AF2}"/>
          </ac:spMkLst>
        </pc:spChg>
        <pc:spChg chg="mod">
          <ac:chgData name="Yossy Made Yulian" userId="238af46a17e978c5" providerId="LiveId" clId="{81D0E4DD-3C63-4A22-BC49-59D4116F773B}" dt="2023-07-22T03:26:17.097" v="257" actId="1076"/>
          <ac:spMkLst>
            <pc:docMk/>
            <pc:sldMk cId="4206766022" sldId="280"/>
            <ac:spMk id="100" creationId="{960CEC6C-7E86-496B-96D4-0D771A37CA7D}"/>
          </ac:spMkLst>
        </pc:spChg>
        <pc:grpChg chg="add mod">
          <ac:chgData name="Yossy Made Yulian" userId="238af46a17e978c5" providerId="LiveId" clId="{81D0E4DD-3C63-4A22-BC49-59D4116F773B}" dt="2023-07-22T03:26:24.268" v="260" actId="164"/>
          <ac:grpSpMkLst>
            <pc:docMk/>
            <pc:sldMk cId="4206766022" sldId="280"/>
            <ac:grpSpMk id="7" creationId="{CC84448B-1AF1-E550-7347-2A8C4F4F227E}"/>
          </ac:grpSpMkLst>
        </pc:grpChg>
        <pc:grpChg chg="add mod">
          <ac:chgData name="Yossy Made Yulian" userId="238af46a17e978c5" providerId="LiveId" clId="{81D0E4DD-3C63-4A22-BC49-59D4116F773B}" dt="2023-07-22T03:26:30.367" v="261" actId="164"/>
          <ac:grpSpMkLst>
            <pc:docMk/>
            <pc:sldMk cId="4206766022" sldId="280"/>
            <ac:grpSpMk id="8" creationId="{FA17ECE1-D798-8E34-F18C-9D1C4E0C0240}"/>
          </ac:grpSpMkLst>
        </pc:grpChg>
      </pc:sldChg>
      <pc:sldChg chg="modSp mod">
        <pc:chgData name="Yossy Made Yulian" userId="238af46a17e978c5" providerId="LiveId" clId="{81D0E4DD-3C63-4A22-BC49-59D4116F773B}" dt="2023-07-22T03:27:03.465" v="265" actId="207"/>
        <pc:sldMkLst>
          <pc:docMk/>
          <pc:sldMk cId="1887080630" sldId="281"/>
        </pc:sldMkLst>
        <pc:spChg chg="mod">
          <ac:chgData name="Yossy Made Yulian" userId="238af46a17e978c5" providerId="LiveId" clId="{81D0E4DD-3C63-4A22-BC49-59D4116F773B}" dt="2023-07-22T03:26:51.703" v="263" actId="1076"/>
          <ac:spMkLst>
            <pc:docMk/>
            <pc:sldMk cId="1887080630" sldId="281"/>
            <ac:spMk id="8" creationId="{19896362-BE17-4980-9280-791B19251B40}"/>
          </ac:spMkLst>
        </pc:spChg>
        <pc:spChg chg="mod">
          <ac:chgData name="Yossy Made Yulian" userId="238af46a17e978c5" providerId="LiveId" clId="{81D0E4DD-3C63-4A22-BC49-59D4116F773B}" dt="2023-07-22T03:26:54.987" v="264" actId="207"/>
          <ac:spMkLst>
            <pc:docMk/>
            <pc:sldMk cId="1887080630" sldId="281"/>
            <ac:spMk id="19" creationId="{0F9FB0B2-3B2D-4831-96F3-CFD93BB35680}"/>
          </ac:spMkLst>
        </pc:spChg>
        <pc:spChg chg="mod">
          <ac:chgData name="Yossy Made Yulian" userId="238af46a17e978c5" providerId="LiveId" clId="{81D0E4DD-3C63-4A22-BC49-59D4116F773B}" dt="2023-07-22T03:26:54.987" v="264" actId="207"/>
          <ac:spMkLst>
            <pc:docMk/>
            <pc:sldMk cId="1887080630" sldId="281"/>
            <ac:spMk id="33" creationId="{B0B7115E-6280-43B5-A101-19EA0A3836C9}"/>
          </ac:spMkLst>
        </pc:spChg>
        <pc:spChg chg="mod">
          <ac:chgData name="Yossy Made Yulian" userId="238af46a17e978c5" providerId="LiveId" clId="{81D0E4DD-3C63-4A22-BC49-59D4116F773B}" dt="2023-07-22T03:27:03.465" v="265" actId="207"/>
          <ac:spMkLst>
            <pc:docMk/>
            <pc:sldMk cId="1887080630" sldId="281"/>
            <ac:spMk id="34" creationId="{7DB3B2ED-1A60-4560-8325-E08D055C865C}"/>
          </ac:spMkLst>
        </pc:spChg>
        <pc:spChg chg="mod">
          <ac:chgData name="Yossy Made Yulian" userId="238af46a17e978c5" providerId="LiveId" clId="{81D0E4DD-3C63-4A22-BC49-59D4116F773B}" dt="2023-07-22T03:26:54.987" v="264" actId="207"/>
          <ac:spMkLst>
            <pc:docMk/>
            <pc:sldMk cId="1887080630" sldId="281"/>
            <ac:spMk id="56" creationId="{A52EE45C-6F96-4920-8063-65ED68F1A8E8}"/>
          </ac:spMkLst>
        </pc:spChg>
        <pc:spChg chg="mod">
          <ac:chgData name="Yossy Made Yulian" userId="238af46a17e978c5" providerId="LiveId" clId="{81D0E4DD-3C63-4A22-BC49-59D4116F773B}" dt="2023-07-22T03:27:03.465" v="265" actId="207"/>
          <ac:spMkLst>
            <pc:docMk/>
            <pc:sldMk cId="1887080630" sldId="281"/>
            <ac:spMk id="57" creationId="{B0779EC3-BAFB-4998-BD2C-9EC927F18127}"/>
          </ac:spMkLst>
        </pc:spChg>
        <pc:spChg chg="mod">
          <ac:chgData name="Yossy Made Yulian" userId="238af46a17e978c5" providerId="LiveId" clId="{81D0E4DD-3C63-4A22-BC49-59D4116F773B}" dt="2023-07-22T03:26:54.987" v="264" actId="207"/>
          <ac:spMkLst>
            <pc:docMk/>
            <pc:sldMk cId="1887080630" sldId="281"/>
            <ac:spMk id="61" creationId="{ADF7FA33-4674-4075-B13B-2F121DFCC76E}"/>
          </ac:spMkLst>
        </pc:spChg>
      </pc:sldChg>
      <pc:sldChg chg="modSp mod">
        <pc:chgData name="Yossy Made Yulian" userId="238af46a17e978c5" providerId="LiveId" clId="{81D0E4DD-3C63-4A22-BC49-59D4116F773B}" dt="2023-07-22T03:28:08.647" v="270" actId="1076"/>
        <pc:sldMkLst>
          <pc:docMk/>
          <pc:sldMk cId="4100786510" sldId="282"/>
        </pc:sldMkLst>
        <pc:spChg chg="mod">
          <ac:chgData name="Yossy Made Yulian" userId="238af46a17e978c5" providerId="LiveId" clId="{81D0E4DD-3C63-4A22-BC49-59D4116F773B}" dt="2023-07-22T03:27:24.471" v="266" actId="207"/>
          <ac:spMkLst>
            <pc:docMk/>
            <pc:sldMk cId="4100786510" sldId="282"/>
            <ac:spMk id="12" creationId="{7A6182D1-B737-48A7-9102-6BC647716AE6}"/>
          </ac:spMkLst>
        </pc:spChg>
        <pc:spChg chg="mod">
          <ac:chgData name="Yossy Made Yulian" userId="238af46a17e978c5" providerId="LiveId" clId="{81D0E4DD-3C63-4A22-BC49-59D4116F773B}" dt="2023-07-22T03:27:24.471" v="266" actId="207"/>
          <ac:spMkLst>
            <pc:docMk/>
            <pc:sldMk cId="4100786510" sldId="282"/>
            <ac:spMk id="14" creationId="{EDAC6272-ED95-490C-891D-15D7C430BC45}"/>
          </ac:spMkLst>
        </pc:spChg>
        <pc:spChg chg="mod">
          <ac:chgData name="Yossy Made Yulian" userId="238af46a17e978c5" providerId="LiveId" clId="{81D0E4DD-3C63-4A22-BC49-59D4116F773B}" dt="2023-07-22T03:28:05.268" v="268" actId="1076"/>
          <ac:spMkLst>
            <pc:docMk/>
            <pc:sldMk cId="4100786510" sldId="282"/>
            <ac:spMk id="32" creationId="{DCF4A097-7BE0-46DF-ADF5-955BB7A0CEE2}"/>
          </ac:spMkLst>
        </pc:spChg>
        <pc:cxnChg chg="mod">
          <ac:chgData name="Yossy Made Yulian" userId="238af46a17e978c5" providerId="LiveId" clId="{81D0E4DD-3C63-4A22-BC49-59D4116F773B}" dt="2023-07-22T03:28:08.647" v="270" actId="1076"/>
          <ac:cxnSpMkLst>
            <pc:docMk/>
            <pc:sldMk cId="4100786510" sldId="282"/>
            <ac:cxnSpMk id="17" creationId="{19010DE9-82A5-453B-9BCB-19413EC42261}"/>
          </ac:cxnSpMkLst>
        </pc:cxnChg>
      </pc:sldChg>
      <pc:sldChg chg="addSp modSp mod">
        <pc:chgData name="Yossy Made Yulian" userId="238af46a17e978c5" providerId="LiveId" clId="{81D0E4DD-3C63-4A22-BC49-59D4116F773B}" dt="2023-07-22T03:29:08.893" v="277" actId="207"/>
        <pc:sldMkLst>
          <pc:docMk/>
          <pc:sldMk cId="2459824211" sldId="283"/>
        </pc:sldMkLst>
        <pc:spChg chg="mod">
          <ac:chgData name="Yossy Made Yulian" userId="238af46a17e978c5" providerId="LiveId" clId="{81D0E4DD-3C63-4A22-BC49-59D4116F773B}" dt="2023-07-22T03:28:48.100" v="271" actId="207"/>
          <ac:spMkLst>
            <pc:docMk/>
            <pc:sldMk cId="2459824211" sldId="283"/>
            <ac:spMk id="8" creationId="{2D8D5CF9-B3C0-437B-AC7C-3681E9463BDB}"/>
          </ac:spMkLst>
        </pc:spChg>
        <pc:spChg chg="mod">
          <ac:chgData name="Yossy Made Yulian" userId="238af46a17e978c5" providerId="LiveId" clId="{81D0E4DD-3C63-4A22-BC49-59D4116F773B}" dt="2023-07-22T03:29:08.893" v="277" actId="207"/>
          <ac:spMkLst>
            <pc:docMk/>
            <pc:sldMk cId="2459824211" sldId="283"/>
            <ac:spMk id="13" creationId="{8B87B070-8DF3-4A2B-97F6-952807F4DC63}"/>
          </ac:spMkLst>
        </pc:spChg>
        <pc:spChg chg="mod">
          <ac:chgData name="Yossy Made Yulian" userId="238af46a17e978c5" providerId="LiveId" clId="{81D0E4DD-3C63-4A22-BC49-59D4116F773B}" dt="2023-07-22T03:29:08.893" v="277" actId="207"/>
          <ac:spMkLst>
            <pc:docMk/>
            <pc:sldMk cId="2459824211" sldId="283"/>
            <ac:spMk id="19" creationId="{003CFB25-FF0C-4DC3-BB43-300B46CCCA9E}"/>
          </ac:spMkLst>
        </pc:spChg>
        <pc:spChg chg="mod">
          <ac:chgData name="Yossy Made Yulian" userId="238af46a17e978c5" providerId="LiveId" clId="{81D0E4DD-3C63-4A22-BC49-59D4116F773B}" dt="2023-07-22T03:28:50.696" v="272" actId="207"/>
          <ac:spMkLst>
            <pc:docMk/>
            <pc:sldMk cId="2459824211" sldId="283"/>
            <ac:spMk id="34" creationId="{E3DC85BB-F4CC-4C84-B115-F86DB666422B}"/>
          </ac:spMkLst>
        </pc:spChg>
        <pc:spChg chg="mod">
          <ac:chgData name="Yossy Made Yulian" userId="238af46a17e978c5" providerId="LiveId" clId="{81D0E4DD-3C63-4A22-BC49-59D4116F773B}" dt="2023-07-22T03:28:48.100" v="271" actId="207"/>
          <ac:spMkLst>
            <pc:docMk/>
            <pc:sldMk cId="2459824211" sldId="283"/>
            <ac:spMk id="57" creationId="{64F04E02-3BB4-4ED2-BD11-7F1D54751414}"/>
          </ac:spMkLst>
        </pc:spChg>
        <pc:spChg chg="mod">
          <ac:chgData name="Yossy Made Yulian" userId="238af46a17e978c5" providerId="LiveId" clId="{81D0E4DD-3C63-4A22-BC49-59D4116F773B}" dt="2023-07-22T03:28:48.100" v="271" actId="207"/>
          <ac:spMkLst>
            <pc:docMk/>
            <pc:sldMk cId="2459824211" sldId="283"/>
            <ac:spMk id="77" creationId="{5C3B9C6C-CC81-4B71-A5EE-9A3C1C4173CD}"/>
          </ac:spMkLst>
        </pc:spChg>
        <pc:spChg chg="mod">
          <ac:chgData name="Yossy Made Yulian" userId="238af46a17e978c5" providerId="LiveId" clId="{81D0E4DD-3C63-4A22-BC49-59D4116F773B}" dt="2023-07-22T03:28:48.100" v="271" actId="207"/>
          <ac:spMkLst>
            <pc:docMk/>
            <pc:sldMk cId="2459824211" sldId="283"/>
            <ac:spMk id="81" creationId="{A5295E95-1EB9-4321-858B-55F1ACDD851D}"/>
          </ac:spMkLst>
        </pc:spChg>
        <pc:grpChg chg="add mod">
          <ac:chgData name="Yossy Made Yulian" userId="238af46a17e978c5" providerId="LiveId" clId="{81D0E4DD-3C63-4A22-BC49-59D4116F773B}" dt="2023-07-22T03:28:54.204" v="273" actId="164"/>
          <ac:grpSpMkLst>
            <pc:docMk/>
            <pc:sldMk cId="2459824211" sldId="283"/>
            <ac:grpSpMk id="10" creationId="{45575EBA-A080-51A9-8A73-B1E0A00DBE5D}"/>
          </ac:grpSpMkLst>
        </pc:grpChg>
        <pc:grpChg chg="add mod">
          <ac:chgData name="Yossy Made Yulian" userId="238af46a17e978c5" providerId="LiveId" clId="{81D0E4DD-3C63-4A22-BC49-59D4116F773B}" dt="2023-07-22T03:29:03.645" v="276" actId="164"/>
          <ac:grpSpMkLst>
            <pc:docMk/>
            <pc:sldMk cId="2459824211" sldId="283"/>
            <ac:grpSpMk id="23" creationId="{26C409EF-CDFF-CA11-F225-D9C781B0E396}"/>
          </ac:grpSpMkLst>
        </pc:grpChg>
        <pc:cxnChg chg="mod">
          <ac:chgData name="Yossy Made Yulian" userId="238af46a17e978c5" providerId="LiveId" clId="{81D0E4DD-3C63-4A22-BC49-59D4116F773B}" dt="2023-07-22T03:28:54.204" v="273" actId="164"/>
          <ac:cxnSpMkLst>
            <pc:docMk/>
            <pc:sldMk cId="2459824211" sldId="283"/>
            <ac:cxnSpMk id="11" creationId="{4680EF58-9B19-4056-9069-93BBD94ED7C6}"/>
          </ac:cxnSpMkLst>
        </pc:cxnChg>
        <pc:cxnChg chg="mod">
          <ac:chgData name="Yossy Made Yulian" userId="238af46a17e978c5" providerId="LiveId" clId="{81D0E4DD-3C63-4A22-BC49-59D4116F773B}" dt="2023-07-22T03:28:54.204" v="273" actId="164"/>
          <ac:cxnSpMkLst>
            <pc:docMk/>
            <pc:sldMk cId="2459824211" sldId="283"/>
            <ac:cxnSpMk id="12" creationId="{CA33CE10-2571-41BC-87A4-589BEFDBB566}"/>
          </ac:cxnSpMkLst>
        </pc:cxnChg>
        <pc:cxnChg chg="mod">
          <ac:chgData name="Yossy Made Yulian" userId="238af46a17e978c5" providerId="LiveId" clId="{81D0E4DD-3C63-4A22-BC49-59D4116F773B}" dt="2023-07-22T03:29:03.645" v="276" actId="164"/>
          <ac:cxnSpMkLst>
            <pc:docMk/>
            <pc:sldMk cId="2459824211" sldId="283"/>
            <ac:cxnSpMk id="17" creationId="{FCA0C040-8B2D-4577-9E21-E5A5407BCDEA}"/>
          </ac:cxnSpMkLst>
        </pc:cxnChg>
        <pc:cxnChg chg="mod">
          <ac:chgData name="Yossy Made Yulian" userId="238af46a17e978c5" providerId="LiveId" clId="{81D0E4DD-3C63-4A22-BC49-59D4116F773B}" dt="2023-07-22T03:29:03.645" v="276" actId="164"/>
          <ac:cxnSpMkLst>
            <pc:docMk/>
            <pc:sldMk cId="2459824211" sldId="283"/>
            <ac:cxnSpMk id="18" creationId="{F1D1EDAF-E474-45F4-95F7-47EDE9CF197C}"/>
          </ac:cxnSpMkLst>
        </pc:cxnChg>
      </pc:sldChg>
      <pc:sldChg chg="addSp modSp mod">
        <pc:chgData name="Yossy Made Yulian" userId="238af46a17e978c5" providerId="LiveId" clId="{81D0E4DD-3C63-4A22-BC49-59D4116F773B}" dt="2023-07-22T03:30:01.716" v="285" actId="20577"/>
        <pc:sldMkLst>
          <pc:docMk/>
          <pc:sldMk cId="3086269123" sldId="284"/>
        </pc:sldMkLst>
        <pc:spChg chg="mod">
          <ac:chgData name="Yossy Made Yulian" userId="238af46a17e978c5" providerId="LiveId" clId="{81D0E4DD-3C63-4A22-BC49-59D4116F773B}" dt="2023-07-22T03:29:18.589" v="278" actId="207"/>
          <ac:spMkLst>
            <pc:docMk/>
            <pc:sldMk cId="3086269123" sldId="284"/>
            <ac:spMk id="8" creationId="{3317DF61-9559-40A7-B6E2-A772F2194A11}"/>
          </ac:spMkLst>
        </pc:spChg>
        <pc:spChg chg="mod">
          <ac:chgData name="Yossy Made Yulian" userId="238af46a17e978c5" providerId="LiveId" clId="{81D0E4DD-3C63-4A22-BC49-59D4116F773B}" dt="2023-07-22T03:29:18.589" v="278" actId="207"/>
          <ac:spMkLst>
            <pc:docMk/>
            <pc:sldMk cId="3086269123" sldId="284"/>
            <ac:spMk id="10" creationId="{E828BAA4-37D9-43AE-9D72-A39F48AA052C}"/>
          </ac:spMkLst>
        </pc:spChg>
        <pc:spChg chg="mod">
          <ac:chgData name="Yossy Made Yulian" userId="238af46a17e978c5" providerId="LiveId" clId="{81D0E4DD-3C63-4A22-BC49-59D4116F773B}" dt="2023-07-22T03:29:23.518" v="279" actId="164"/>
          <ac:spMkLst>
            <pc:docMk/>
            <pc:sldMk cId="3086269123" sldId="284"/>
            <ac:spMk id="12" creationId="{D313924C-E00B-448C-80D8-761BCC2E4EDC}"/>
          </ac:spMkLst>
        </pc:spChg>
        <pc:spChg chg="mod">
          <ac:chgData name="Yossy Made Yulian" userId="238af46a17e978c5" providerId="LiveId" clId="{81D0E4DD-3C63-4A22-BC49-59D4116F773B}" dt="2023-07-22T03:30:01.716" v="285" actId="20577"/>
          <ac:spMkLst>
            <pc:docMk/>
            <pc:sldMk cId="3086269123" sldId="284"/>
            <ac:spMk id="26" creationId="{9479FF53-F185-42D1-B3D2-306B130E9DE2}"/>
          </ac:spMkLst>
        </pc:spChg>
        <pc:grpChg chg="add mod">
          <ac:chgData name="Yossy Made Yulian" userId="238af46a17e978c5" providerId="LiveId" clId="{81D0E4DD-3C63-4A22-BC49-59D4116F773B}" dt="2023-07-22T03:29:23.518" v="279" actId="164"/>
          <ac:grpSpMkLst>
            <pc:docMk/>
            <pc:sldMk cId="3086269123" sldId="284"/>
            <ac:grpSpMk id="13" creationId="{5B07EDCE-DA42-4E36-C658-1264116EA151}"/>
          </ac:grpSpMkLst>
        </pc:grpChg>
        <pc:grpChg chg="mod">
          <ac:chgData name="Yossy Made Yulian" userId="238af46a17e978c5" providerId="LiveId" clId="{81D0E4DD-3C63-4A22-BC49-59D4116F773B}" dt="2023-07-22T03:29:23.518" v="279" actId="164"/>
          <ac:grpSpMkLst>
            <pc:docMk/>
            <pc:sldMk cId="3086269123" sldId="284"/>
            <ac:grpSpMk id="32" creationId="{0D719F57-8712-44EC-94D3-654352825EAE}"/>
          </ac:grpSpMkLst>
        </pc:grpChg>
      </pc:sldChg>
      <pc:sldChg chg="addSp delSp modSp mod">
        <pc:chgData name="Yossy Made Yulian" userId="238af46a17e978c5" providerId="LiveId" clId="{81D0E4DD-3C63-4A22-BC49-59D4116F773B}" dt="2023-07-22T03:30:30.106" v="293" actId="167"/>
        <pc:sldMkLst>
          <pc:docMk/>
          <pc:sldMk cId="1503767402" sldId="285"/>
        </pc:sldMkLst>
        <pc:spChg chg="mod">
          <ac:chgData name="Yossy Made Yulian" userId="238af46a17e978c5" providerId="LiveId" clId="{81D0E4DD-3C63-4A22-BC49-59D4116F773B}" dt="2023-07-22T03:30:13.952" v="287" actId="207"/>
          <ac:spMkLst>
            <pc:docMk/>
            <pc:sldMk cId="1503767402" sldId="285"/>
            <ac:spMk id="14" creationId="{1D85C5BF-1DD7-46BA-9B2B-78E1B71AD82E}"/>
          </ac:spMkLst>
        </pc:spChg>
        <pc:spChg chg="mod">
          <ac:chgData name="Yossy Made Yulian" userId="238af46a17e978c5" providerId="LiveId" clId="{81D0E4DD-3C63-4A22-BC49-59D4116F773B}" dt="2023-07-22T03:30:28.559" v="292" actId="164"/>
          <ac:spMkLst>
            <pc:docMk/>
            <pc:sldMk cId="1503767402" sldId="285"/>
            <ac:spMk id="15" creationId="{896BD85C-622B-4C35-91FA-12CAC89F7A65}"/>
          </ac:spMkLst>
        </pc:spChg>
        <pc:spChg chg="mod">
          <ac:chgData name="Yossy Made Yulian" userId="238af46a17e978c5" providerId="LiveId" clId="{81D0E4DD-3C63-4A22-BC49-59D4116F773B}" dt="2023-07-22T03:30:18.226" v="289" actId="20577"/>
          <ac:spMkLst>
            <pc:docMk/>
            <pc:sldMk cId="1503767402" sldId="285"/>
            <ac:spMk id="28" creationId="{8F6C88FE-C270-4329-ACD7-EBAD02307C86}"/>
          </ac:spMkLst>
        </pc:spChg>
        <pc:spChg chg="mod">
          <ac:chgData name="Yossy Made Yulian" userId="238af46a17e978c5" providerId="LiveId" clId="{81D0E4DD-3C63-4A22-BC49-59D4116F773B}" dt="2023-07-22T03:30:28.559" v="292" actId="164"/>
          <ac:spMkLst>
            <pc:docMk/>
            <pc:sldMk cId="1503767402" sldId="285"/>
            <ac:spMk id="79" creationId="{5FBCBB9F-8FF0-49B9-84E7-B57425D9940C}"/>
          </ac:spMkLst>
        </pc:spChg>
        <pc:spChg chg="mod">
          <ac:chgData name="Yossy Made Yulian" userId="238af46a17e978c5" providerId="LiveId" clId="{81D0E4DD-3C63-4A22-BC49-59D4116F773B}" dt="2023-07-22T03:30:28.559" v="292" actId="164"/>
          <ac:spMkLst>
            <pc:docMk/>
            <pc:sldMk cId="1503767402" sldId="285"/>
            <ac:spMk id="93" creationId="{4DAB0CE5-EA73-40B0-A292-D10E8E430565}"/>
          </ac:spMkLst>
        </pc:spChg>
        <pc:grpChg chg="add mod ord">
          <ac:chgData name="Yossy Made Yulian" userId="238af46a17e978c5" providerId="LiveId" clId="{81D0E4DD-3C63-4A22-BC49-59D4116F773B}" dt="2023-07-22T03:30:30.106" v="293" actId="167"/>
          <ac:grpSpMkLst>
            <pc:docMk/>
            <pc:sldMk cId="1503767402" sldId="285"/>
            <ac:grpSpMk id="2" creationId="{A59CD36A-2794-C2F9-06DF-130A26E30E53}"/>
          </ac:grpSpMkLst>
        </pc:grpChg>
        <pc:grpChg chg="del">
          <ac:chgData name="Yossy Made Yulian" userId="238af46a17e978c5" providerId="LiveId" clId="{81D0E4DD-3C63-4A22-BC49-59D4116F773B}" dt="2023-07-22T03:30:11.652" v="286" actId="478"/>
          <ac:grpSpMkLst>
            <pc:docMk/>
            <pc:sldMk cId="1503767402" sldId="285"/>
            <ac:grpSpMk id="74" creationId="{2A67197B-F747-4D32-A179-C14BF2CAB8D1}"/>
          </ac:grpSpMkLst>
        </pc:grpChg>
        <pc:grpChg chg="mod">
          <ac:chgData name="Yossy Made Yulian" userId="238af46a17e978c5" providerId="LiveId" clId="{81D0E4DD-3C63-4A22-BC49-59D4116F773B}" dt="2023-07-22T03:30:28.559" v="292" actId="164"/>
          <ac:grpSpMkLst>
            <pc:docMk/>
            <pc:sldMk cId="1503767402" sldId="285"/>
            <ac:grpSpMk id="94" creationId="{A77E43CF-5334-443E-A79B-E30C55FC26B7}"/>
          </ac:grpSpMkLst>
        </pc:grpChg>
      </pc:sldChg>
      <pc:sldChg chg="addSp delSp modSp mod">
        <pc:chgData name="Yossy Made Yulian" userId="238af46a17e978c5" providerId="LiveId" clId="{81D0E4DD-3C63-4A22-BC49-59D4116F773B}" dt="2023-07-22T03:31:20.008" v="304" actId="18131"/>
        <pc:sldMkLst>
          <pc:docMk/>
          <pc:sldMk cId="1185560274" sldId="286"/>
        </pc:sldMkLst>
        <pc:spChg chg="mod">
          <ac:chgData name="Yossy Made Yulian" userId="238af46a17e978c5" providerId="LiveId" clId="{81D0E4DD-3C63-4A22-BC49-59D4116F773B}" dt="2023-07-22T03:30:40.823" v="297" actId="164"/>
          <ac:spMkLst>
            <pc:docMk/>
            <pc:sldMk cId="1185560274" sldId="286"/>
            <ac:spMk id="4" creationId="{1A7B5320-266F-443D-A47E-0D7F64EE1392}"/>
          </ac:spMkLst>
        </pc:spChg>
        <pc:spChg chg="mod">
          <ac:chgData name="Yossy Made Yulian" userId="238af46a17e978c5" providerId="LiveId" clId="{81D0E4DD-3C63-4A22-BC49-59D4116F773B}" dt="2023-07-22T03:30:40.823" v="297" actId="164"/>
          <ac:spMkLst>
            <pc:docMk/>
            <pc:sldMk cId="1185560274" sldId="286"/>
            <ac:spMk id="5" creationId="{56C1293A-B0E2-4174-951C-82D6A26AA02C}"/>
          </ac:spMkLst>
        </pc:spChg>
        <pc:spChg chg="mod">
          <ac:chgData name="Yossy Made Yulian" userId="238af46a17e978c5" providerId="LiveId" clId="{81D0E4DD-3C63-4A22-BC49-59D4116F773B}" dt="2023-07-22T03:30:36.004" v="294" actId="207"/>
          <ac:spMkLst>
            <pc:docMk/>
            <pc:sldMk cId="1185560274" sldId="286"/>
            <ac:spMk id="11" creationId="{C9B593F4-24DE-4EF4-BF00-C76F232527CC}"/>
          </ac:spMkLst>
        </pc:spChg>
        <pc:spChg chg="add del mod">
          <ac:chgData name="Yossy Made Yulian" userId="238af46a17e978c5" providerId="LiveId" clId="{81D0E4DD-3C63-4A22-BC49-59D4116F773B}" dt="2023-07-22T03:31:04.559" v="300"/>
          <ac:spMkLst>
            <pc:docMk/>
            <pc:sldMk cId="1185560274" sldId="286"/>
            <ac:spMk id="18" creationId="{8B3EE78B-480F-4041-AFF3-95456EA32A91}"/>
          </ac:spMkLst>
        </pc:spChg>
        <pc:grpChg chg="add mod ord">
          <ac:chgData name="Yossy Made Yulian" userId="238af46a17e978c5" providerId="LiveId" clId="{81D0E4DD-3C63-4A22-BC49-59D4116F773B}" dt="2023-07-22T03:30:42.528" v="298" actId="167"/>
          <ac:grpSpMkLst>
            <pc:docMk/>
            <pc:sldMk cId="1185560274" sldId="286"/>
            <ac:grpSpMk id="2" creationId="{87E82BF0-AA65-04F8-99A8-70E8299CF1D0}"/>
          </ac:grpSpMkLst>
        </pc:grpChg>
        <pc:grpChg chg="mod">
          <ac:chgData name="Yossy Made Yulian" userId="238af46a17e978c5" providerId="LiveId" clId="{81D0E4DD-3C63-4A22-BC49-59D4116F773B}" dt="2023-07-22T03:30:40.823" v="297" actId="164"/>
          <ac:grpSpMkLst>
            <pc:docMk/>
            <pc:sldMk cId="1185560274" sldId="286"/>
            <ac:grpSpMk id="14" creationId="{8F3B9AC5-F36D-4027-8D97-DD9D6D2C043C}"/>
          </ac:grpSpMkLst>
        </pc:grpChg>
        <pc:picChg chg="del">
          <ac:chgData name="Yossy Made Yulian" userId="238af46a17e978c5" providerId="LiveId" clId="{81D0E4DD-3C63-4A22-BC49-59D4116F773B}" dt="2023-07-22T03:30:56.519" v="299" actId="478"/>
          <ac:picMkLst>
            <pc:docMk/>
            <pc:sldMk cId="1185560274" sldId="286"/>
            <ac:picMk id="20" creationId="{6CB13557-F1CA-4434-9C98-A655D1E6D1A1}"/>
          </ac:picMkLst>
        </pc:picChg>
        <pc:picChg chg="add mod modCrop">
          <ac:chgData name="Yossy Made Yulian" userId="238af46a17e978c5" providerId="LiveId" clId="{81D0E4DD-3C63-4A22-BC49-59D4116F773B}" dt="2023-07-22T03:31:20.008" v="304" actId="18131"/>
          <ac:picMkLst>
            <pc:docMk/>
            <pc:sldMk cId="1185560274" sldId="286"/>
            <ac:picMk id="31" creationId="{901F8CD9-6C37-1F56-13A2-D3BAA30C887B}"/>
          </ac:picMkLst>
        </pc:picChg>
      </pc:sldChg>
      <pc:sldChg chg="addSp delSp modSp mod">
        <pc:chgData name="Yossy Made Yulian" userId="238af46a17e978c5" providerId="LiveId" clId="{81D0E4DD-3C63-4A22-BC49-59D4116F773B}" dt="2023-07-22T03:31:44.465" v="311" actId="164"/>
        <pc:sldMkLst>
          <pc:docMk/>
          <pc:sldMk cId="2754010847" sldId="287"/>
        </pc:sldMkLst>
        <pc:spChg chg="del mod">
          <ac:chgData name="Yossy Made Yulian" userId="238af46a17e978c5" providerId="LiveId" clId="{81D0E4DD-3C63-4A22-BC49-59D4116F773B}" dt="2023-07-22T03:31:32.865" v="308" actId="478"/>
          <ac:spMkLst>
            <pc:docMk/>
            <pc:sldMk cId="2754010847" sldId="287"/>
            <ac:spMk id="2" creationId="{EDB95237-AAAB-41D9-8FA9-941AC6B23DB8}"/>
          </ac:spMkLst>
        </pc:spChg>
        <pc:spChg chg="mod">
          <ac:chgData name="Yossy Made Yulian" userId="238af46a17e978c5" providerId="LiveId" clId="{81D0E4DD-3C63-4A22-BC49-59D4116F773B}" dt="2023-07-22T03:31:39.005" v="309" actId="14100"/>
          <ac:spMkLst>
            <pc:docMk/>
            <pc:sldMk cId="2754010847" sldId="287"/>
            <ac:spMk id="32" creationId="{36A6E1D6-6EE2-4077-ADC7-BDF870936680}"/>
          </ac:spMkLst>
        </pc:spChg>
        <pc:grpChg chg="add mod">
          <ac:chgData name="Yossy Made Yulian" userId="238af46a17e978c5" providerId="LiveId" clId="{81D0E4DD-3C63-4A22-BC49-59D4116F773B}" dt="2023-07-22T03:31:44.465" v="311" actId="164"/>
          <ac:grpSpMkLst>
            <pc:docMk/>
            <pc:sldMk cId="2754010847" sldId="287"/>
            <ac:grpSpMk id="3" creationId="{3BF66B08-CB03-E400-D99D-6F3BE1B226A8}"/>
          </ac:grpSpMkLst>
        </pc:grpChg>
        <pc:grpChg chg="mod">
          <ac:chgData name="Yossy Made Yulian" userId="238af46a17e978c5" providerId="LiveId" clId="{81D0E4DD-3C63-4A22-BC49-59D4116F773B}" dt="2023-07-22T03:31:44.465" v="311" actId="164"/>
          <ac:grpSpMkLst>
            <pc:docMk/>
            <pc:sldMk cId="2754010847" sldId="287"/>
            <ac:grpSpMk id="27" creationId="{FEC873BF-168F-4B2C-91B0-003D18851663}"/>
          </ac:grpSpMkLst>
        </pc:grpChg>
        <pc:grpChg chg="mod">
          <ac:chgData name="Yossy Made Yulian" userId="238af46a17e978c5" providerId="LiveId" clId="{81D0E4DD-3C63-4A22-BC49-59D4116F773B}" dt="2023-07-22T03:31:44.465" v="311" actId="164"/>
          <ac:grpSpMkLst>
            <pc:docMk/>
            <pc:sldMk cId="2754010847" sldId="287"/>
            <ac:grpSpMk id="37" creationId="{064A0CAF-C752-4F31-95CE-CF4EA50965A9}"/>
          </ac:grpSpMkLst>
        </pc:grpChg>
      </pc:sldChg>
      <pc:sldMasterChg chg="modSp setBg modSldLayout">
        <pc:chgData name="Yossy Made Yulian" userId="238af46a17e978c5" providerId="LiveId" clId="{81D0E4DD-3C63-4A22-BC49-59D4116F773B}" dt="2023-07-22T03:31:30.360" v="307"/>
        <pc:sldMasterMkLst>
          <pc:docMk/>
          <pc:sldMasterMk cId="1568311678" sldId="2147483648"/>
        </pc:sldMasterMkLst>
        <pc:spChg chg="mod">
          <ac:chgData name="Yossy Made Yulian" userId="238af46a17e978c5" providerId="LiveId" clId="{81D0E4DD-3C63-4A22-BC49-59D4116F773B}" dt="2023-07-22T03:12:47.378" v="118" actId="2711"/>
          <ac:spMkLst>
            <pc:docMk/>
            <pc:sldMasterMk cId="1568311678" sldId="2147483648"/>
            <ac:spMk id="2" creationId="{C741CA53-0B27-45E3-A7A4-1EC6AB319158}"/>
          </ac:spMkLst>
        </pc:spChg>
        <pc:spChg chg="mod">
          <ac:chgData name="Yossy Made Yulian" userId="238af46a17e978c5" providerId="LiveId" clId="{81D0E4DD-3C63-4A22-BC49-59D4116F773B}" dt="2023-07-22T03:12:47.378" v="118" actId="2711"/>
          <ac:spMkLst>
            <pc:docMk/>
            <pc:sldMasterMk cId="1568311678" sldId="2147483648"/>
            <ac:spMk id="3" creationId="{6C30A79B-B821-4AD4-B0E2-01AEFF4B2793}"/>
          </ac:spMkLst>
        </pc:spChg>
        <pc:spChg chg="mod">
          <ac:chgData name="Yossy Made Yulian" userId="238af46a17e978c5" providerId="LiveId" clId="{81D0E4DD-3C63-4A22-BC49-59D4116F773B}" dt="2023-07-22T03:12:47.378" v="118" actId="2711"/>
          <ac:spMkLst>
            <pc:docMk/>
            <pc:sldMasterMk cId="1568311678" sldId="2147483648"/>
            <ac:spMk id="4" creationId="{0359091B-D0A0-448D-A35E-0BF439FAC121}"/>
          </ac:spMkLst>
        </pc:spChg>
        <pc:spChg chg="mod">
          <ac:chgData name="Yossy Made Yulian" userId="238af46a17e978c5" providerId="LiveId" clId="{81D0E4DD-3C63-4A22-BC49-59D4116F773B}" dt="2023-07-22T03:12:47.378" v="118" actId="2711"/>
          <ac:spMkLst>
            <pc:docMk/>
            <pc:sldMasterMk cId="1568311678" sldId="2147483648"/>
            <ac:spMk id="5" creationId="{77414F06-6C39-4946-94A0-E7AE28B3BCCE}"/>
          </ac:spMkLst>
        </pc:spChg>
        <pc:spChg chg="mod">
          <ac:chgData name="Yossy Made Yulian" userId="238af46a17e978c5" providerId="LiveId" clId="{81D0E4DD-3C63-4A22-BC49-59D4116F773B}" dt="2023-07-22T03:12:47.378" v="118" actId="2711"/>
          <ac:spMkLst>
            <pc:docMk/>
            <pc:sldMasterMk cId="1568311678" sldId="2147483648"/>
            <ac:spMk id="6" creationId="{4CE28BF7-99C1-4380-AD29-E8869172C68D}"/>
          </ac:spMkLst>
        </pc:spChg>
        <pc:sldLayoutChg chg="delSp modSp mod setBg">
          <pc:chgData name="Yossy Made Yulian" userId="238af46a17e978c5" providerId="LiveId" clId="{81D0E4DD-3C63-4A22-BC49-59D4116F773B}" dt="2023-07-22T03:09:59.385" v="81" actId="478"/>
          <pc:sldLayoutMkLst>
            <pc:docMk/>
            <pc:sldMasterMk cId="1568311678" sldId="2147483648"/>
            <pc:sldLayoutMk cId="3964746534" sldId="2147483649"/>
          </pc:sldLayoutMkLst>
          <pc:spChg chg="del mod">
            <ac:chgData name="Yossy Made Yulian" userId="238af46a17e978c5" providerId="LiveId" clId="{81D0E4DD-3C63-4A22-BC49-59D4116F773B}" dt="2023-07-22T03:09:59.385" v="81" actId="478"/>
            <ac:spMkLst>
              <pc:docMk/>
              <pc:sldMasterMk cId="1568311678" sldId="2147483648"/>
              <pc:sldLayoutMk cId="3964746534" sldId="2147483649"/>
              <ac:spMk id="3" creationId="{B7030FDF-2B92-4933-8CFA-34C2C3C296FA}"/>
            </ac:spMkLst>
          </pc:spChg>
        </pc:sldLayoutChg>
        <pc:sldLayoutChg chg="setBg">
          <pc:chgData name="Yossy Made Yulian" userId="238af46a17e978c5" providerId="LiveId" clId="{81D0E4DD-3C63-4A22-BC49-59D4116F773B}" dt="2023-07-22T03:09:57.883" v="80"/>
          <pc:sldLayoutMkLst>
            <pc:docMk/>
            <pc:sldMasterMk cId="1568311678" sldId="2147483648"/>
            <pc:sldLayoutMk cId="1870744960" sldId="2147483650"/>
          </pc:sldLayoutMkLst>
        </pc:sldLayoutChg>
        <pc:sldLayoutChg chg="delSp mod setBg">
          <pc:chgData name="Yossy Made Yulian" userId="238af46a17e978c5" providerId="LiveId" clId="{81D0E4DD-3C63-4A22-BC49-59D4116F773B}" dt="2023-07-22T03:10:02.640" v="82" actId="478"/>
          <pc:sldLayoutMkLst>
            <pc:docMk/>
            <pc:sldMasterMk cId="1568311678" sldId="2147483648"/>
            <pc:sldLayoutMk cId="3795283021" sldId="2147483651"/>
          </pc:sldLayoutMkLst>
          <pc:spChg chg="del">
            <ac:chgData name="Yossy Made Yulian" userId="238af46a17e978c5" providerId="LiveId" clId="{81D0E4DD-3C63-4A22-BC49-59D4116F773B}" dt="2023-07-22T03:10:02.640" v="82" actId="478"/>
            <ac:spMkLst>
              <pc:docMk/>
              <pc:sldMasterMk cId="1568311678" sldId="2147483648"/>
              <pc:sldLayoutMk cId="3795283021" sldId="2147483651"/>
              <ac:spMk id="5" creationId="{84333960-0889-4929-8B9A-C192F434B8B0}"/>
            </ac:spMkLst>
          </pc:spChg>
        </pc:sldLayoutChg>
        <pc:sldLayoutChg chg="addSp delSp modSp mod setBg">
          <pc:chgData name="Yossy Made Yulian" userId="238af46a17e978c5" providerId="LiveId" clId="{81D0E4DD-3C63-4A22-BC49-59D4116F773B}" dt="2023-07-22T03:09:57.883" v="80"/>
          <pc:sldLayoutMkLst>
            <pc:docMk/>
            <pc:sldMasterMk cId="1568311678" sldId="2147483648"/>
            <pc:sldLayoutMk cId="2926462519" sldId="2147483652"/>
          </pc:sldLayoutMkLst>
          <pc:spChg chg="del mod">
            <ac:chgData name="Yossy Made Yulian" userId="238af46a17e978c5" providerId="LiveId" clId="{81D0E4DD-3C63-4A22-BC49-59D4116F773B}" dt="2023-07-22T03:00:11.707" v="28" actId="478"/>
            <ac:spMkLst>
              <pc:docMk/>
              <pc:sldMasterMk cId="1568311678" sldId="2147483648"/>
              <pc:sldLayoutMk cId="2926462519" sldId="2147483652"/>
              <ac:spMk id="2" creationId="{923C0840-7E2F-45FC-8B98-9B4EAC36257B}"/>
            </ac:spMkLst>
          </pc:spChg>
          <pc:spChg chg="add del mod ord">
            <ac:chgData name="Yossy Made Yulian" userId="238af46a17e978c5" providerId="LiveId" clId="{81D0E4DD-3C63-4A22-BC49-59D4116F773B}" dt="2023-07-22T03:06:20.323" v="63"/>
            <ac:spMkLst>
              <pc:docMk/>
              <pc:sldMasterMk cId="1568311678" sldId="2147483648"/>
              <pc:sldLayoutMk cId="2926462519" sldId="2147483652"/>
              <ac:spMk id="4" creationId="{6FAE6384-2478-5944-5F58-9B5048DE3DE3}"/>
            </ac:spMkLst>
          </pc:spChg>
          <pc:spChg chg="mod">
            <ac:chgData name="Yossy Made Yulian" userId="238af46a17e978c5" providerId="LiveId" clId="{81D0E4DD-3C63-4A22-BC49-59D4116F773B}" dt="2023-07-22T03:06:20.323" v="63"/>
            <ac:spMkLst>
              <pc:docMk/>
              <pc:sldMasterMk cId="1568311678" sldId="2147483648"/>
              <pc:sldLayoutMk cId="2926462519" sldId="2147483652"/>
              <ac:spMk id="5" creationId="{06C20E88-EB1C-3CE8-1DDD-ECA351A310BC}"/>
            </ac:spMkLst>
          </pc:spChg>
          <pc:picChg chg="add del mod">
            <ac:chgData name="Yossy Made Yulian" userId="238af46a17e978c5" providerId="LiveId" clId="{81D0E4DD-3C63-4A22-BC49-59D4116F773B}" dt="2023-07-22T03:06:20.323" v="63"/>
            <ac:picMkLst>
              <pc:docMk/>
              <pc:sldMasterMk cId="1568311678" sldId="2147483648"/>
              <pc:sldLayoutMk cId="2926462519" sldId="2147483652"/>
              <ac:picMk id="3" creationId="{C697D50C-17AA-5C5F-A697-FFC48540E11F}"/>
            </ac:picMkLst>
          </pc:picChg>
        </pc:sldLayoutChg>
        <pc:sldLayoutChg chg="delSp mod setBg">
          <pc:chgData name="Yossy Made Yulian" userId="238af46a17e978c5" providerId="LiveId" clId="{81D0E4DD-3C63-4A22-BC49-59D4116F773B}" dt="2023-07-22T03:10:06.909" v="83" actId="478"/>
          <pc:sldLayoutMkLst>
            <pc:docMk/>
            <pc:sldMasterMk cId="1568311678" sldId="2147483648"/>
            <pc:sldLayoutMk cId="3505445477" sldId="2147483653"/>
          </pc:sldLayoutMkLst>
          <pc:spChg chg="del">
            <ac:chgData name="Yossy Made Yulian" userId="238af46a17e978c5" providerId="LiveId" clId="{81D0E4DD-3C63-4A22-BC49-59D4116F773B}" dt="2023-07-22T03:10:06.909" v="83" actId="478"/>
            <ac:spMkLst>
              <pc:docMk/>
              <pc:sldMasterMk cId="1568311678" sldId="2147483648"/>
              <pc:sldLayoutMk cId="3505445477" sldId="2147483653"/>
              <ac:spMk id="14" creationId="{20FD06AC-83F6-43F3-A04E-A474433B0462}"/>
            </ac:spMkLst>
          </pc:spChg>
        </pc:sldLayoutChg>
        <pc:sldLayoutChg chg="delSp modSp mod setBg">
          <pc:chgData name="Yossy Made Yulian" userId="238af46a17e978c5" providerId="LiveId" clId="{81D0E4DD-3C63-4A22-BC49-59D4116F773B}" dt="2023-07-22T03:10:08.187" v="84" actId="478"/>
          <pc:sldLayoutMkLst>
            <pc:docMk/>
            <pc:sldMasterMk cId="1568311678" sldId="2147483648"/>
            <pc:sldLayoutMk cId="3401263130" sldId="2147483654"/>
          </pc:sldLayoutMkLst>
          <pc:spChg chg="del mod">
            <ac:chgData name="Yossy Made Yulian" userId="238af46a17e978c5" providerId="LiveId" clId="{81D0E4DD-3C63-4A22-BC49-59D4116F773B}" dt="2023-07-22T03:10:08.187" v="84" actId="478"/>
            <ac:spMkLst>
              <pc:docMk/>
              <pc:sldMasterMk cId="1568311678" sldId="2147483648"/>
              <pc:sldLayoutMk cId="3401263130" sldId="2147483654"/>
              <ac:spMk id="2" creationId="{F1E8FE11-A2E3-4315-81AC-3F138BAE8790}"/>
            </ac:spMkLst>
          </pc:spChg>
        </pc:sldLayoutChg>
        <pc:sldLayoutChg chg="delSp modSp mod setBg">
          <pc:chgData name="Yossy Made Yulian" userId="238af46a17e978c5" providerId="LiveId" clId="{81D0E4DD-3C63-4A22-BC49-59D4116F773B}" dt="2023-07-22T03:10:18.415" v="85" actId="478"/>
          <pc:sldLayoutMkLst>
            <pc:docMk/>
            <pc:sldMasterMk cId="1568311678" sldId="2147483648"/>
            <pc:sldLayoutMk cId="2331075338" sldId="2147483655"/>
          </pc:sldLayoutMkLst>
          <pc:spChg chg="del mod">
            <ac:chgData name="Yossy Made Yulian" userId="238af46a17e978c5" providerId="LiveId" clId="{81D0E4DD-3C63-4A22-BC49-59D4116F773B}" dt="2023-07-22T03:10:18.415" v="85" actId="478"/>
            <ac:spMkLst>
              <pc:docMk/>
              <pc:sldMasterMk cId="1568311678" sldId="2147483648"/>
              <pc:sldLayoutMk cId="2331075338" sldId="2147483655"/>
              <ac:spMk id="2" creationId="{85A33E5E-78E5-4C26-9A0F-09DBB08E35B0}"/>
            </ac:spMkLst>
          </pc:spChg>
        </pc:sldLayoutChg>
        <pc:sldLayoutChg chg="delSp mod setBg">
          <pc:chgData name="Yossy Made Yulian" userId="238af46a17e978c5" providerId="LiveId" clId="{81D0E4DD-3C63-4A22-BC49-59D4116F773B}" dt="2023-07-22T03:10:31.313" v="86" actId="478"/>
          <pc:sldLayoutMkLst>
            <pc:docMk/>
            <pc:sldMasterMk cId="1568311678" sldId="2147483648"/>
            <pc:sldLayoutMk cId="3750307726" sldId="2147483656"/>
          </pc:sldLayoutMkLst>
          <pc:spChg chg="del">
            <ac:chgData name="Yossy Made Yulian" userId="238af46a17e978c5" providerId="LiveId" clId="{81D0E4DD-3C63-4A22-BC49-59D4116F773B}" dt="2023-07-22T03:10:31.313" v="86" actId="478"/>
            <ac:spMkLst>
              <pc:docMk/>
              <pc:sldMasterMk cId="1568311678" sldId="2147483648"/>
              <pc:sldLayoutMk cId="3750307726" sldId="2147483656"/>
              <ac:spMk id="3" creationId="{B7030FDF-2B92-4933-8CFA-34C2C3C296FA}"/>
            </ac:spMkLst>
          </pc:spChg>
        </pc:sldLayoutChg>
        <pc:sldLayoutChg chg="addSp delSp modSp mod setBg">
          <pc:chgData name="Yossy Made Yulian" userId="238af46a17e978c5" providerId="LiveId" clId="{81D0E4DD-3C63-4A22-BC49-59D4116F773B}" dt="2023-07-22T03:10:37.778" v="92" actId="478"/>
          <pc:sldLayoutMkLst>
            <pc:docMk/>
            <pc:sldMasterMk cId="1568311678" sldId="2147483648"/>
            <pc:sldLayoutMk cId="2133799254" sldId="2147483657"/>
          </pc:sldLayoutMkLst>
          <pc:spChg chg="del">
            <ac:chgData name="Yossy Made Yulian" userId="238af46a17e978c5" providerId="LiveId" clId="{81D0E4DD-3C63-4A22-BC49-59D4116F773B}" dt="2023-07-22T03:10:37.778" v="92" actId="478"/>
            <ac:spMkLst>
              <pc:docMk/>
              <pc:sldMasterMk cId="1568311678" sldId="2147483648"/>
              <pc:sldLayoutMk cId="2133799254" sldId="2147483657"/>
              <ac:spMk id="3" creationId="{B7030FDF-2B92-4933-8CFA-34C2C3C296FA}"/>
            </ac:spMkLst>
          </pc:spChg>
          <pc:spChg chg="add del mod ord">
            <ac:chgData name="Yossy Made Yulian" userId="238af46a17e978c5" providerId="LiveId" clId="{81D0E4DD-3C63-4A22-BC49-59D4116F773B}" dt="2023-07-22T03:10:36.887" v="91" actId="167"/>
            <ac:spMkLst>
              <pc:docMk/>
              <pc:sldMasterMk cId="1568311678" sldId="2147483648"/>
              <pc:sldLayoutMk cId="2133799254" sldId="2147483657"/>
              <ac:spMk id="7" creationId="{0C19F8CC-67BC-4FCA-B833-C037C5E37F48}"/>
            </ac:spMkLst>
          </pc:spChg>
        </pc:sldLayoutChg>
        <pc:sldLayoutChg chg="delSp mod setBg">
          <pc:chgData name="Yossy Made Yulian" userId="238af46a17e978c5" providerId="LiveId" clId="{81D0E4DD-3C63-4A22-BC49-59D4116F773B}" dt="2023-07-22T03:10:39.797" v="93" actId="478"/>
          <pc:sldLayoutMkLst>
            <pc:docMk/>
            <pc:sldMasterMk cId="1568311678" sldId="2147483648"/>
            <pc:sldLayoutMk cId="3778381978" sldId="2147483658"/>
          </pc:sldLayoutMkLst>
          <pc:spChg chg="del">
            <ac:chgData name="Yossy Made Yulian" userId="238af46a17e978c5" providerId="LiveId" clId="{81D0E4DD-3C63-4A22-BC49-59D4116F773B}" dt="2023-07-22T03:10:39.797" v="93" actId="478"/>
            <ac:spMkLst>
              <pc:docMk/>
              <pc:sldMasterMk cId="1568311678" sldId="2147483648"/>
              <pc:sldLayoutMk cId="3778381978" sldId="2147483658"/>
              <ac:spMk id="3" creationId="{B7030FDF-2B92-4933-8CFA-34C2C3C296FA}"/>
            </ac:spMkLst>
          </pc:spChg>
        </pc:sldLayoutChg>
        <pc:sldLayoutChg chg="delSp mod setBg">
          <pc:chgData name="Yossy Made Yulian" userId="238af46a17e978c5" providerId="LiveId" clId="{81D0E4DD-3C63-4A22-BC49-59D4116F773B}" dt="2023-07-22T03:10:42.494" v="94" actId="478"/>
          <pc:sldLayoutMkLst>
            <pc:docMk/>
            <pc:sldMasterMk cId="1568311678" sldId="2147483648"/>
            <pc:sldLayoutMk cId="4269620600" sldId="2147483659"/>
          </pc:sldLayoutMkLst>
          <pc:spChg chg="del">
            <ac:chgData name="Yossy Made Yulian" userId="238af46a17e978c5" providerId="LiveId" clId="{81D0E4DD-3C63-4A22-BC49-59D4116F773B}" dt="2023-07-22T03:10:42.494" v="94" actId="478"/>
            <ac:spMkLst>
              <pc:docMk/>
              <pc:sldMasterMk cId="1568311678" sldId="2147483648"/>
              <pc:sldLayoutMk cId="4269620600" sldId="2147483659"/>
              <ac:spMk id="3" creationId="{B7030FDF-2B92-4933-8CFA-34C2C3C296FA}"/>
            </ac:spMkLst>
          </pc:spChg>
        </pc:sldLayoutChg>
        <pc:sldLayoutChg chg="delSp mod setBg">
          <pc:chgData name="Yossy Made Yulian" userId="238af46a17e978c5" providerId="LiveId" clId="{81D0E4DD-3C63-4A22-BC49-59D4116F773B}" dt="2023-07-22T03:10:46.792" v="95" actId="478"/>
          <pc:sldLayoutMkLst>
            <pc:docMk/>
            <pc:sldMasterMk cId="1568311678" sldId="2147483648"/>
            <pc:sldLayoutMk cId="4252989551" sldId="2147483660"/>
          </pc:sldLayoutMkLst>
          <pc:spChg chg="del">
            <ac:chgData name="Yossy Made Yulian" userId="238af46a17e978c5" providerId="LiveId" clId="{81D0E4DD-3C63-4A22-BC49-59D4116F773B}" dt="2023-07-22T03:10:46.792" v="95" actId="478"/>
            <ac:spMkLst>
              <pc:docMk/>
              <pc:sldMasterMk cId="1568311678" sldId="2147483648"/>
              <pc:sldLayoutMk cId="4252989551" sldId="2147483660"/>
              <ac:spMk id="3" creationId="{B7030FDF-2B92-4933-8CFA-34C2C3C296FA}"/>
            </ac:spMkLst>
          </pc:spChg>
        </pc:sldLayoutChg>
        <pc:sldLayoutChg chg="delSp modSp mod setBg">
          <pc:chgData name="Yossy Made Yulian" userId="238af46a17e978c5" providerId="LiveId" clId="{81D0E4DD-3C63-4A22-BC49-59D4116F773B}" dt="2023-07-22T03:10:59.993" v="97" actId="478"/>
          <pc:sldLayoutMkLst>
            <pc:docMk/>
            <pc:sldMasterMk cId="1568311678" sldId="2147483648"/>
            <pc:sldLayoutMk cId="3300879915" sldId="2147483661"/>
          </pc:sldLayoutMkLst>
          <pc:spChg chg="del">
            <ac:chgData name="Yossy Made Yulian" userId="238af46a17e978c5" providerId="LiveId" clId="{81D0E4DD-3C63-4A22-BC49-59D4116F773B}" dt="2023-07-22T03:10:59.993" v="97" actId="478"/>
            <ac:spMkLst>
              <pc:docMk/>
              <pc:sldMasterMk cId="1568311678" sldId="2147483648"/>
              <pc:sldLayoutMk cId="3300879915" sldId="2147483661"/>
              <ac:spMk id="3" creationId="{B7030FDF-2B92-4933-8CFA-34C2C3C296FA}"/>
            </ac:spMkLst>
          </pc:spChg>
          <pc:spChg chg="ord">
            <ac:chgData name="Yossy Made Yulian" userId="238af46a17e978c5" providerId="LiveId" clId="{81D0E4DD-3C63-4A22-BC49-59D4116F773B}" dt="2023-07-22T03:10:59.214" v="96" actId="167"/>
            <ac:spMkLst>
              <pc:docMk/>
              <pc:sldMasterMk cId="1568311678" sldId="2147483648"/>
              <pc:sldLayoutMk cId="3300879915" sldId="2147483661"/>
              <ac:spMk id="4" creationId="{1229A4BA-DDF1-409C-93E4-A3A2496328AF}"/>
            </ac:spMkLst>
          </pc:spChg>
        </pc:sldLayoutChg>
        <pc:sldLayoutChg chg="delSp mod setBg">
          <pc:chgData name="Yossy Made Yulian" userId="238af46a17e978c5" providerId="LiveId" clId="{81D0E4DD-3C63-4A22-BC49-59D4116F773B}" dt="2023-07-22T03:11:03.899" v="98" actId="478"/>
          <pc:sldLayoutMkLst>
            <pc:docMk/>
            <pc:sldMasterMk cId="1568311678" sldId="2147483648"/>
            <pc:sldLayoutMk cId="96024257" sldId="2147483662"/>
          </pc:sldLayoutMkLst>
          <pc:spChg chg="del">
            <ac:chgData name="Yossy Made Yulian" userId="238af46a17e978c5" providerId="LiveId" clId="{81D0E4DD-3C63-4A22-BC49-59D4116F773B}" dt="2023-07-22T03:11:03.899" v="98" actId="478"/>
            <ac:spMkLst>
              <pc:docMk/>
              <pc:sldMasterMk cId="1568311678" sldId="2147483648"/>
              <pc:sldLayoutMk cId="96024257" sldId="2147483662"/>
              <ac:spMk id="3" creationId="{B7030FDF-2B92-4933-8CFA-34C2C3C296FA}"/>
            </ac:spMkLst>
          </pc:spChg>
        </pc:sldLayoutChg>
        <pc:sldLayoutChg chg="delSp mod setBg">
          <pc:chgData name="Yossy Made Yulian" userId="238af46a17e978c5" providerId="LiveId" clId="{81D0E4DD-3C63-4A22-BC49-59D4116F773B}" dt="2023-07-22T03:11:12.008" v="99" actId="478"/>
          <pc:sldLayoutMkLst>
            <pc:docMk/>
            <pc:sldMasterMk cId="1568311678" sldId="2147483648"/>
            <pc:sldLayoutMk cId="1492962945" sldId="2147483663"/>
          </pc:sldLayoutMkLst>
          <pc:spChg chg="del">
            <ac:chgData name="Yossy Made Yulian" userId="238af46a17e978c5" providerId="LiveId" clId="{81D0E4DD-3C63-4A22-BC49-59D4116F773B}" dt="2023-07-22T03:11:12.008" v="99" actId="478"/>
            <ac:spMkLst>
              <pc:docMk/>
              <pc:sldMasterMk cId="1568311678" sldId="2147483648"/>
              <pc:sldLayoutMk cId="1492962945" sldId="2147483663"/>
              <ac:spMk id="3" creationId="{B7030FDF-2B92-4933-8CFA-34C2C3C296FA}"/>
            </ac:spMkLst>
          </pc:spChg>
        </pc:sldLayoutChg>
        <pc:sldLayoutChg chg="delSp mod setBg">
          <pc:chgData name="Yossy Made Yulian" userId="238af46a17e978c5" providerId="LiveId" clId="{81D0E4DD-3C63-4A22-BC49-59D4116F773B}" dt="2023-07-22T03:11:14.788" v="100" actId="478"/>
          <pc:sldLayoutMkLst>
            <pc:docMk/>
            <pc:sldMasterMk cId="1568311678" sldId="2147483648"/>
            <pc:sldLayoutMk cId="4051730454" sldId="2147483664"/>
          </pc:sldLayoutMkLst>
          <pc:spChg chg="del">
            <ac:chgData name="Yossy Made Yulian" userId="238af46a17e978c5" providerId="LiveId" clId="{81D0E4DD-3C63-4A22-BC49-59D4116F773B}" dt="2023-07-22T03:11:14.788" v="100" actId="478"/>
            <ac:spMkLst>
              <pc:docMk/>
              <pc:sldMasterMk cId="1568311678" sldId="2147483648"/>
              <pc:sldLayoutMk cId="4051730454" sldId="2147483664"/>
              <ac:spMk id="3" creationId="{B7030FDF-2B92-4933-8CFA-34C2C3C296FA}"/>
            </ac:spMkLst>
          </pc:spChg>
        </pc:sldLayoutChg>
        <pc:sldLayoutChg chg="delSp mod setBg">
          <pc:chgData name="Yossy Made Yulian" userId="238af46a17e978c5" providerId="LiveId" clId="{81D0E4DD-3C63-4A22-BC49-59D4116F773B}" dt="2023-07-22T03:11:31.259" v="101" actId="478"/>
          <pc:sldLayoutMkLst>
            <pc:docMk/>
            <pc:sldMasterMk cId="1568311678" sldId="2147483648"/>
            <pc:sldLayoutMk cId="3051924607" sldId="2147483665"/>
          </pc:sldLayoutMkLst>
          <pc:spChg chg="del">
            <ac:chgData name="Yossy Made Yulian" userId="238af46a17e978c5" providerId="LiveId" clId="{81D0E4DD-3C63-4A22-BC49-59D4116F773B}" dt="2023-07-22T03:11:31.259" v="101" actId="478"/>
            <ac:spMkLst>
              <pc:docMk/>
              <pc:sldMasterMk cId="1568311678" sldId="2147483648"/>
              <pc:sldLayoutMk cId="3051924607" sldId="2147483665"/>
              <ac:spMk id="3" creationId="{B7030FDF-2B92-4933-8CFA-34C2C3C296FA}"/>
            </ac:spMkLst>
          </pc:spChg>
        </pc:sldLayoutChg>
        <pc:sldLayoutChg chg="delSp mod setBg">
          <pc:chgData name="Yossy Made Yulian" userId="238af46a17e978c5" providerId="LiveId" clId="{81D0E4DD-3C63-4A22-BC49-59D4116F773B}" dt="2023-07-22T03:11:33.182" v="102" actId="478"/>
          <pc:sldLayoutMkLst>
            <pc:docMk/>
            <pc:sldMasterMk cId="1568311678" sldId="2147483648"/>
            <pc:sldLayoutMk cId="2363414668" sldId="2147483666"/>
          </pc:sldLayoutMkLst>
          <pc:spChg chg="del">
            <ac:chgData name="Yossy Made Yulian" userId="238af46a17e978c5" providerId="LiveId" clId="{81D0E4DD-3C63-4A22-BC49-59D4116F773B}" dt="2023-07-22T03:11:33.182" v="102" actId="478"/>
            <ac:spMkLst>
              <pc:docMk/>
              <pc:sldMasterMk cId="1568311678" sldId="2147483648"/>
              <pc:sldLayoutMk cId="2363414668" sldId="2147483666"/>
              <ac:spMk id="3" creationId="{B7030FDF-2B92-4933-8CFA-34C2C3C296FA}"/>
            </ac:spMkLst>
          </pc:spChg>
        </pc:sldLayoutChg>
        <pc:sldLayoutChg chg="delSp mod setBg">
          <pc:chgData name="Yossy Made Yulian" userId="238af46a17e978c5" providerId="LiveId" clId="{81D0E4DD-3C63-4A22-BC49-59D4116F773B}" dt="2023-07-22T03:11:35.367" v="103" actId="478"/>
          <pc:sldLayoutMkLst>
            <pc:docMk/>
            <pc:sldMasterMk cId="1568311678" sldId="2147483648"/>
            <pc:sldLayoutMk cId="806867254" sldId="2147483667"/>
          </pc:sldLayoutMkLst>
          <pc:spChg chg="del">
            <ac:chgData name="Yossy Made Yulian" userId="238af46a17e978c5" providerId="LiveId" clId="{81D0E4DD-3C63-4A22-BC49-59D4116F773B}" dt="2023-07-22T03:11:35.367" v="103" actId="478"/>
            <ac:spMkLst>
              <pc:docMk/>
              <pc:sldMasterMk cId="1568311678" sldId="2147483648"/>
              <pc:sldLayoutMk cId="806867254" sldId="2147483667"/>
              <ac:spMk id="3" creationId="{B7030FDF-2B92-4933-8CFA-34C2C3C296FA}"/>
            </ac:spMkLst>
          </pc:spChg>
        </pc:sldLayoutChg>
        <pc:sldLayoutChg chg="delSp mod setBg">
          <pc:chgData name="Yossy Made Yulian" userId="238af46a17e978c5" providerId="LiveId" clId="{81D0E4DD-3C63-4A22-BC49-59D4116F773B}" dt="2023-07-22T03:11:37.776" v="104" actId="478"/>
          <pc:sldLayoutMkLst>
            <pc:docMk/>
            <pc:sldMasterMk cId="1568311678" sldId="2147483648"/>
            <pc:sldLayoutMk cId="836839623" sldId="2147483668"/>
          </pc:sldLayoutMkLst>
          <pc:spChg chg="del">
            <ac:chgData name="Yossy Made Yulian" userId="238af46a17e978c5" providerId="LiveId" clId="{81D0E4DD-3C63-4A22-BC49-59D4116F773B}" dt="2023-07-22T03:11:37.776" v="104" actId="478"/>
            <ac:spMkLst>
              <pc:docMk/>
              <pc:sldMasterMk cId="1568311678" sldId="2147483648"/>
              <pc:sldLayoutMk cId="836839623" sldId="2147483668"/>
              <ac:spMk id="3" creationId="{B7030FDF-2B92-4933-8CFA-34C2C3C296FA}"/>
            </ac:spMkLst>
          </pc:spChg>
        </pc:sldLayoutChg>
        <pc:sldLayoutChg chg="delSp mod setBg">
          <pc:chgData name="Yossy Made Yulian" userId="238af46a17e978c5" providerId="LiveId" clId="{81D0E4DD-3C63-4A22-BC49-59D4116F773B}" dt="2023-07-22T03:11:53.738" v="105" actId="478"/>
          <pc:sldLayoutMkLst>
            <pc:docMk/>
            <pc:sldMasterMk cId="1568311678" sldId="2147483648"/>
            <pc:sldLayoutMk cId="2834761583" sldId="2147483669"/>
          </pc:sldLayoutMkLst>
          <pc:spChg chg="del">
            <ac:chgData name="Yossy Made Yulian" userId="238af46a17e978c5" providerId="LiveId" clId="{81D0E4DD-3C63-4A22-BC49-59D4116F773B}" dt="2023-07-22T03:11:53.738" v="105" actId="478"/>
            <ac:spMkLst>
              <pc:docMk/>
              <pc:sldMasterMk cId="1568311678" sldId="2147483648"/>
              <pc:sldLayoutMk cId="2834761583" sldId="2147483669"/>
              <ac:spMk id="3" creationId="{B7030FDF-2B92-4933-8CFA-34C2C3C296FA}"/>
            </ac:spMkLst>
          </pc:spChg>
        </pc:sldLayoutChg>
        <pc:sldLayoutChg chg="delSp mod setBg">
          <pc:chgData name="Yossy Made Yulian" userId="238af46a17e978c5" providerId="LiveId" clId="{81D0E4DD-3C63-4A22-BC49-59D4116F773B}" dt="2023-07-22T03:12:00.223" v="106" actId="478"/>
          <pc:sldLayoutMkLst>
            <pc:docMk/>
            <pc:sldMasterMk cId="1568311678" sldId="2147483648"/>
            <pc:sldLayoutMk cId="2887074178" sldId="2147483670"/>
          </pc:sldLayoutMkLst>
          <pc:spChg chg="del">
            <ac:chgData name="Yossy Made Yulian" userId="238af46a17e978c5" providerId="LiveId" clId="{81D0E4DD-3C63-4A22-BC49-59D4116F773B}" dt="2023-07-22T03:12:00.223" v="106" actId="478"/>
            <ac:spMkLst>
              <pc:docMk/>
              <pc:sldMasterMk cId="1568311678" sldId="2147483648"/>
              <pc:sldLayoutMk cId="2887074178" sldId="2147483670"/>
              <ac:spMk id="3" creationId="{B7030FDF-2B92-4933-8CFA-34C2C3C296FA}"/>
            </ac:spMkLst>
          </pc:spChg>
        </pc:sldLayoutChg>
        <pc:sldLayoutChg chg="delSp mod setBg">
          <pc:chgData name="Yossy Made Yulian" userId="238af46a17e978c5" providerId="LiveId" clId="{81D0E4DD-3C63-4A22-BC49-59D4116F773B}" dt="2023-07-22T03:12:02.937" v="107" actId="478"/>
          <pc:sldLayoutMkLst>
            <pc:docMk/>
            <pc:sldMasterMk cId="1568311678" sldId="2147483648"/>
            <pc:sldLayoutMk cId="2293425976" sldId="2147483671"/>
          </pc:sldLayoutMkLst>
          <pc:spChg chg="del">
            <ac:chgData name="Yossy Made Yulian" userId="238af46a17e978c5" providerId="LiveId" clId="{81D0E4DD-3C63-4A22-BC49-59D4116F773B}" dt="2023-07-22T03:12:02.937" v="107" actId="478"/>
            <ac:spMkLst>
              <pc:docMk/>
              <pc:sldMasterMk cId="1568311678" sldId="2147483648"/>
              <pc:sldLayoutMk cId="2293425976" sldId="2147483671"/>
              <ac:spMk id="3" creationId="{B7030FDF-2B92-4933-8CFA-34C2C3C296FA}"/>
            </ac:spMkLst>
          </pc:spChg>
        </pc:sldLayoutChg>
        <pc:sldLayoutChg chg="delSp mod setBg">
          <pc:chgData name="Yossy Made Yulian" userId="238af46a17e978c5" providerId="LiveId" clId="{81D0E4DD-3C63-4A22-BC49-59D4116F773B}" dt="2023-07-22T03:12:05.996" v="108" actId="478"/>
          <pc:sldLayoutMkLst>
            <pc:docMk/>
            <pc:sldMasterMk cId="1568311678" sldId="2147483648"/>
            <pc:sldLayoutMk cId="286065146" sldId="2147483672"/>
          </pc:sldLayoutMkLst>
          <pc:spChg chg="del">
            <ac:chgData name="Yossy Made Yulian" userId="238af46a17e978c5" providerId="LiveId" clId="{81D0E4DD-3C63-4A22-BC49-59D4116F773B}" dt="2023-07-22T03:12:05.996" v="108" actId="478"/>
            <ac:spMkLst>
              <pc:docMk/>
              <pc:sldMasterMk cId="1568311678" sldId="2147483648"/>
              <pc:sldLayoutMk cId="286065146" sldId="2147483672"/>
              <ac:spMk id="3" creationId="{B7030FDF-2B92-4933-8CFA-34C2C3C296FA}"/>
            </ac:spMkLst>
          </pc:spChg>
        </pc:sldLayoutChg>
        <pc:sldLayoutChg chg="delSp mod setBg">
          <pc:chgData name="Yossy Made Yulian" userId="238af46a17e978c5" providerId="LiveId" clId="{81D0E4DD-3C63-4A22-BC49-59D4116F773B}" dt="2023-07-22T03:12:08.046" v="109" actId="478"/>
          <pc:sldLayoutMkLst>
            <pc:docMk/>
            <pc:sldMasterMk cId="1568311678" sldId="2147483648"/>
            <pc:sldLayoutMk cId="3911392056" sldId="2147483673"/>
          </pc:sldLayoutMkLst>
          <pc:spChg chg="del">
            <ac:chgData name="Yossy Made Yulian" userId="238af46a17e978c5" providerId="LiveId" clId="{81D0E4DD-3C63-4A22-BC49-59D4116F773B}" dt="2023-07-22T03:12:08.046" v="109" actId="478"/>
            <ac:spMkLst>
              <pc:docMk/>
              <pc:sldMasterMk cId="1568311678" sldId="2147483648"/>
              <pc:sldLayoutMk cId="3911392056" sldId="2147483673"/>
              <ac:spMk id="3" creationId="{B7030FDF-2B92-4933-8CFA-34C2C3C296FA}"/>
            </ac:spMkLst>
          </pc:spChg>
        </pc:sldLayoutChg>
        <pc:sldLayoutChg chg="delSp mod setBg">
          <pc:chgData name="Yossy Made Yulian" userId="238af46a17e978c5" providerId="LiveId" clId="{81D0E4DD-3C63-4A22-BC49-59D4116F773B}" dt="2023-07-22T03:12:10.473" v="110" actId="478"/>
          <pc:sldLayoutMkLst>
            <pc:docMk/>
            <pc:sldMasterMk cId="1568311678" sldId="2147483648"/>
            <pc:sldLayoutMk cId="2637896494" sldId="2147483674"/>
          </pc:sldLayoutMkLst>
          <pc:spChg chg="del">
            <ac:chgData name="Yossy Made Yulian" userId="238af46a17e978c5" providerId="LiveId" clId="{81D0E4DD-3C63-4A22-BC49-59D4116F773B}" dt="2023-07-22T03:12:10.473" v="110" actId="478"/>
            <ac:spMkLst>
              <pc:docMk/>
              <pc:sldMasterMk cId="1568311678" sldId="2147483648"/>
              <pc:sldLayoutMk cId="2637896494" sldId="2147483674"/>
              <ac:spMk id="3" creationId="{B7030FDF-2B92-4933-8CFA-34C2C3C296FA}"/>
            </ac:spMkLst>
          </pc:spChg>
        </pc:sldLayoutChg>
        <pc:sldLayoutChg chg="delSp mod setBg">
          <pc:chgData name="Yossy Made Yulian" userId="238af46a17e978c5" providerId="LiveId" clId="{81D0E4DD-3C63-4A22-BC49-59D4116F773B}" dt="2023-07-22T03:12:14.553" v="111" actId="478"/>
          <pc:sldLayoutMkLst>
            <pc:docMk/>
            <pc:sldMasterMk cId="1568311678" sldId="2147483648"/>
            <pc:sldLayoutMk cId="3449520673" sldId="2147483675"/>
          </pc:sldLayoutMkLst>
          <pc:spChg chg="del">
            <ac:chgData name="Yossy Made Yulian" userId="238af46a17e978c5" providerId="LiveId" clId="{81D0E4DD-3C63-4A22-BC49-59D4116F773B}" dt="2023-07-22T03:12:14.553" v="111" actId="478"/>
            <ac:spMkLst>
              <pc:docMk/>
              <pc:sldMasterMk cId="1568311678" sldId="2147483648"/>
              <pc:sldLayoutMk cId="3449520673" sldId="2147483675"/>
              <ac:spMk id="3" creationId="{B7030FDF-2B92-4933-8CFA-34C2C3C296FA}"/>
            </ac:spMkLst>
          </pc:spChg>
        </pc:sldLayoutChg>
        <pc:sldLayoutChg chg="delSp mod setBg">
          <pc:chgData name="Yossy Made Yulian" userId="238af46a17e978c5" providerId="LiveId" clId="{81D0E4DD-3C63-4A22-BC49-59D4116F773B}" dt="2023-07-22T03:12:16.707" v="112" actId="478"/>
          <pc:sldLayoutMkLst>
            <pc:docMk/>
            <pc:sldMasterMk cId="1568311678" sldId="2147483648"/>
            <pc:sldLayoutMk cId="2266007663" sldId="2147483676"/>
          </pc:sldLayoutMkLst>
          <pc:spChg chg="del">
            <ac:chgData name="Yossy Made Yulian" userId="238af46a17e978c5" providerId="LiveId" clId="{81D0E4DD-3C63-4A22-BC49-59D4116F773B}" dt="2023-07-22T03:12:16.707" v="112" actId="478"/>
            <ac:spMkLst>
              <pc:docMk/>
              <pc:sldMasterMk cId="1568311678" sldId="2147483648"/>
              <pc:sldLayoutMk cId="2266007663" sldId="2147483676"/>
              <ac:spMk id="3" creationId="{B7030FDF-2B92-4933-8CFA-34C2C3C296FA}"/>
            </ac:spMkLst>
          </pc:spChg>
        </pc:sldLayoutChg>
        <pc:sldLayoutChg chg="delSp mod setBg">
          <pc:chgData name="Yossy Made Yulian" userId="238af46a17e978c5" providerId="LiveId" clId="{81D0E4DD-3C63-4A22-BC49-59D4116F773B}" dt="2023-07-22T03:12:19.670" v="113" actId="478"/>
          <pc:sldLayoutMkLst>
            <pc:docMk/>
            <pc:sldMasterMk cId="1568311678" sldId="2147483648"/>
            <pc:sldLayoutMk cId="2352872818" sldId="2147483677"/>
          </pc:sldLayoutMkLst>
          <pc:spChg chg="del">
            <ac:chgData name="Yossy Made Yulian" userId="238af46a17e978c5" providerId="LiveId" clId="{81D0E4DD-3C63-4A22-BC49-59D4116F773B}" dt="2023-07-22T03:12:19.670" v="113" actId="478"/>
            <ac:spMkLst>
              <pc:docMk/>
              <pc:sldMasterMk cId="1568311678" sldId="2147483648"/>
              <pc:sldLayoutMk cId="2352872818" sldId="2147483677"/>
              <ac:spMk id="3" creationId="{B7030FDF-2B92-4933-8CFA-34C2C3C296FA}"/>
            </ac:spMkLst>
          </pc:spChg>
        </pc:sldLayoutChg>
        <pc:sldLayoutChg chg="delSp mod setBg">
          <pc:chgData name="Yossy Made Yulian" userId="238af46a17e978c5" providerId="LiveId" clId="{81D0E4DD-3C63-4A22-BC49-59D4116F773B}" dt="2023-07-22T03:12:22.778" v="114" actId="478"/>
          <pc:sldLayoutMkLst>
            <pc:docMk/>
            <pc:sldMasterMk cId="1568311678" sldId="2147483648"/>
            <pc:sldLayoutMk cId="1541019473" sldId="2147483678"/>
          </pc:sldLayoutMkLst>
          <pc:spChg chg="del">
            <ac:chgData name="Yossy Made Yulian" userId="238af46a17e978c5" providerId="LiveId" clId="{81D0E4DD-3C63-4A22-BC49-59D4116F773B}" dt="2023-07-22T03:12:22.778" v="114" actId="478"/>
            <ac:spMkLst>
              <pc:docMk/>
              <pc:sldMasterMk cId="1568311678" sldId="2147483648"/>
              <pc:sldLayoutMk cId="1541019473" sldId="2147483678"/>
              <ac:spMk id="3" creationId="{B7030FDF-2B92-4933-8CFA-34C2C3C296FA}"/>
            </ac:spMkLst>
          </pc:spChg>
        </pc:sldLayoutChg>
        <pc:sldLayoutChg chg="delSp mod setBg">
          <pc:chgData name="Yossy Made Yulian" userId="238af46a17e978c5" providerId="LiveId" clId="{81D0E4DD-3C63-4A22-BC49-59D4116F773B}" dt="2023-07-22T03:12:25.361" v="115" actId="478"/>
          <pc:sldLayoutMkLst>
            <pc:docMk/>
            <pc:sldMasterMk cId="1568311678" sldId="2147483648"/>
            <pc:sldLayoutMk cId="354997416" sldId="2147483679"/>
          </pc:sldLayoutMkLst>
          <pc:spChg chg="del">
            <ac:chgData name="Yossy Made Yulian" userId="238af46a17e978c5" providerId="LiveId" clId="{81D0E4DD-3C63-4A22-BC49-59D4116F773B}" dt="2023-07-22T03:12:25.361" v="115" actId="478"/>
            <ac:spMkLst>
              <pc:docMk/>
              <pc:sldMasterMk cId="1568311678" sldId="2147483648"/>
              <pc:sldLayoutMk cId="354997416" sldId="2147483679"/>
              <ac:spMk id="3" creationId="{B7030FDF-2B92-4933-8CFA-34C2C3C296FA}"/>
            </ac:spMkLst>
          </pc:spChg>
        </pc:sldLayoutChg>
        <pc:sldLayoutChg chg="delSp mod setBg">
          <pc:chgData name="Yossy Made Yulian" userId="238af46a17e978c5" providerId="LiveId" clId="{81D0E4DD-3C63-4A22-BC49-59D4116F773B}" dt="2023-07-22T03:12:27.475" v="116" actId="478"/>
          <pc:sldLayoutMkLst>
            <pc:docMk/>
            <pc:sldMasterMk cId="1568311678" sldId="2147483648"/>
            <pc:sldLayoutMk cId="1064432887" sldId="2147483680"/>
          </pc:sldLayoutMkLst>
          <pc:spChg chg="del">
            <ac:chgData name="Yossy Made Yulian" userId="238af46a17e978c5" providerId="LiveId" clId="{81D0E4DD-3C63-4A22-BC49-59D4116F773B}" dt="2023-07-22T03:12:27.475" v="116" actId="478"/>
            <ac:spMkLst>
              <pc:docMk/>
              <pc:sldMasterMk cId="1568311678" sldId="2147483648"/>
              <pc:sldLayoutMk cId="1064432887" sldId="2147483680"/>
              <ac:spMk id="3" creationId="{B7030FDF-2B92-4933-8CFA-34C2C3C296FA}"/>
            </ac:spMkLst>
          </pc:spChg>
        </pc:sldLayoutChg>
        <pc:sldLayoutChg chg="delSp mod setBg">
          <pc:chgData name="Yossy Made Yulian" userId="238af46a17e978c5" providerId="LiveId" clId="{81D0E4DD-3C63-4A22-BC49-59D4116F773B}" dt="2023-07-22T03:31:30.360" v="307"/>
          <pc:sldLayoutMkLst>
            <pc:docMk/>
            <pc:sldMasterMk cId="1568311678" sldId="2147483648"/>
            <pc:sldLayoutMk cId="3858036343" sldId="2147483681"/>
          </pc:sldLayoutMkLst>
          <pc:spChg chg="del">
            <ac:chgData name="Yossy Made Yulian" userId="238af46a17e978c5" providerId="LiveId" clId="{81D0E4DD-3C63-4A22-BC49-59D4116F773B}" dt="2023-07-22T03:12:30.035" v="117" actId="478"/>
            <ac:spMkLst>
              <pc:docMk/>
              <pc:sldMasterMk cId="1568311678" sldId="2147483648"/>
              <pc:sldLayoutMk cId="3858036343" sldId="2147483681"/>
              <ac:spMk id="3" creationId="{B7030FDF-2B92-4933-8CFA-34C2C3C296FA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ar-DZ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1F7DC703-101E-47D9-A3DD-08B0FEEE2793}" type="datetimeFigureOut">
              <a:rPr lang="ar-DZ" smtClean="0"/>
              <a:t>09-11-1447</a:t>
            </a:fld>
            <a:endParaRPr lang="ar-DZ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ar-DZ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ar-DZ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ar-DZ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62280EBB-3D81-48D8-98F4-62BA9B54E1E2}" type="slidenum">
              <a:rPr lang="ar-DZ" smtClean="0"/>
              <a:t>‹N°›</a:t>
            </a:fld>
            <a:endParaRPr lang="ar-DZ"/>
          </a:p>
        </p:txBody>
      </p:sp>
    </p:spTree>
    <p:extLst>
      <p:ext uri="{BB962C8B-B14F-4D97-AF65-F5344CB8AC3E}">
        <p14:creationId xmlns:p14="http://schemas.microsoft.com/office/powerpoint/2010/main" val="31768004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280EBB-3D81-48D8-98F4-62BA9B54E1E2}" type="slidenum">
              <a:rPr lang="ar-DZ" smtClean="0"/>
              <a:t>1</a:t>
            </a:fld>
            <a:endParaRPr lang="ar-DZ"/>
          </a:p>
        </p:txBody>
      </p:sp>
    </p:spTree>
    <p:extLst>
      <p:ext uri="{BB962C8B-B14F-4D97-AF65-F5344CB8AC3E}">
        <p14:creationId xmlns:p14="http://schemas.microsoft.com/office/powerpoint/2010/main" val="36402356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4746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="" xmlns:a16="http://schemas.microsoft.com/office/drawing/2014/main" id="{389BF425-7ED6-4BFB-AB8A-FD6E5481F4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045106" y="991535"/>
            <a:ext cx="2716272" cy="5866467"/>
          </a:xfrm>
          <a:custGeom>
            <a:avLst/>
            <a:gdLst>
              <a:gd name="connsiteX0" fmla="*/ 1357530 w 2716272"/>
              <a:gd name="connsiteY0" fmla="*/ 0 h 5866467"/>
              <a:gd name="connsiteX1" fmla="*/ 2318710 w 2716272"/>
              <a:gd name="connsiteY1" fmla="*/ 397562 h 5866467"/>
              <a:gd name="connsiteX2" fmla="*/ 2716272 w 2716272"/>
              <a:gd name="connsiteY2" fmla="*/ 1356317 h 5866467"/>
              <a:gd name="connsiteX3" fmla="*/ 2716272 w 2716272"/>
              <a:gd name="connsiteY3" fmla="*/ 5866467 h 5866467"/>
              <a:gd name="connsiteX4" fmla="*/ 0 w 2716272"/>
              <a:gd name="connsiteY4" fmla="*/ 5866467 h 5866467"/>
              <a:gd name="connsiteX5" fmla="*/ 0 w 2716272"/>
              <a:gd name="connsiteY5" fmla="*/ 1356317 h 5866467"/>
              <a:gd name="connsiteX6" fmla="*/ 1357530 w 2716272"/>
              <a:gd name="connsiteY6" fmla="*/ 0 h 5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16272" h="5866467">
                <a:moveTo>
                  <a:pt x="1357530" y="0"/>
                </a:moveTo>
                <a:cubicBezTo>
                  <a:pt x="1733275" y="0"/>
                  <a:pt x="2072657" y="151510"/>
                  <a:pt x="2318710" y="397562"/>
                </a:cubicBezTo>
                <a:cubicBezTo>
                  <a:pt x="2563550" y="642402"/>
                  <a:pt x="2716272" y="981784"/>
                  <a:pt x="2716272" y="1356317"/>
                </a:cubicBezTo>
                <a:lnTo>
                  <a:pt x="2716272" y="5866467"/>
                </a:lnTo>
                <a:lnTo>
                  <a:pt x="0" y="5866467"/>
                </a:lnTo>
                <a:lnTo>
                  <a:pt x="0" y="1356317"/>
                </a:lnTo>
                <a:cubicBezTo>
                  <a:pt x="0" y="607252"/>
                  <a:pt x="608464" y="0"/>
                  <a:pt x="135753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70744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="" xmlns:a16="http://schemas.microsoft.com/office/drawing/2014/main" id="{BF9B0FF9-878C-4BAD-B87F-CBEE5E96AA3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53915" y="4940300"/>
            <a:ext cx="1600200" cy="1600200"/>
          </a:xfrm>
          <a:custGeom>
            <a:avLst/>
            <a:gdLst>
              <a:gd name="connsiteX0" fmla="*/ 248799 w 1600200"/>
              <a:gd name="connsiteY0" fmla="*/ 0 h 1600200"/>
              <a:gd name="connsiteX1" fmla="*/ 1351401 w 1600200"/>
              <a:gd name="connsiteY1" fmla="*/ 0 h 1600200"/>
              <a:gd name="connsiteX2" fmla="*/ 1600200 w 1600200"/>
              <a:gd name="connsiteY2" fmla="*/ 248799 h 1600200"/>
              <a:gd name="connsiteX3" fmla="*/ 1600200 w 1600200"/>
              <a:gd name="connsiteY3" fmla="*/ 1351401 h 1600200"/>
              <a:gd name="connsiteX4" fmla="*/ 1351401 w 1600200"/>
              <a:gd name="connsiteY4" fmla="*/ 1600200 h 1600200"/>
              <a:gd name="connsiteX5" fmla="*/ 248799 w 1600200"/>
              <a:gd name="connsiteY5" fmla="*/ 1600200 h 1600200"/>
              <a:gd name="connsiteX6" fmla="*/ 0 w 1600200"/>
              <a:gd name="connsiteY6" fmla="*/ 1351401 h 1600200"/>
              <a:gd name="connsiteX7" fmla="*/ 0 w 1600200"/>
              <a:gd name="connsiteY7" fmla="*/ 248799 h 1600200"/>
              <a:gd name="connsiteX8" fmla="*/ 248799 w 1600200"/>
              <a:gd name="connsiteY8" fmla="*/ 0 h 160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00200" h="1600200">
                <a:moveTo>
                  <a:pt x="248799" y="0"/>
                </a:moveTo>
                <a:lnTo>
                  <a:pt x="1351401" y="0"/>
                </a:lnTo>
                <a:cubicBezTo>
                  <a:pt x="1488809" y="0"/>
                  <a:pt x="1600200" y="111391"/>
                  <a:pt x="1600200" y="248799"/>
                </a:cubicBezTo>
                <a:lnTo>
                  <a:pt x="1600200" y="1351401"/>
                </a:lnTo>
                <a:cubicBezTo>
                  <a:pt x="1600200" y="1488809"/>
                  <a:pt x="1488809" y="1600200"/>
                  <a:pt x="1351401" y="1600200"/>
                </a:cubicBezTo>
                <a:lnTo>
                  <a:pt x="248799" y="1600200"/>
                </a:lnTo>
                <a:cubicBezTo>
                  <a:pt x="111391" y="1600200"/>
                  <a:pt x="0" y="1488809"/>
                  <a:pt x="0" y="1351401"/>
                </a:cubicBezTo>
                <a:lnTo>
                  <a:pt x="0" y="248799"/>
                </a:lnTo>
                <a:cubicBezTo>
                  <a:pt x="0" y="111391"/>
                  <a:pt x="111391" y="0"/>
                  <a:pt x="24879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  <p:sp>
        <p:nvSpPr>
          <p:cNvPr id="15" name="Picture Placeholder 14">
            <a:extLst>
              <a:ext uri="{FF2B5EF4-FFF2-40B4-BE49-F238E27FC236}">
                <a16:creationId xmlns="" xmlns:a16="http://schemas.microsoft.com/office/drawing/2014/main" id="{A38E988E-A618-4F7C-AD41-1C6FBD8DA1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29827" y="4943371"/>
            <a:ext cx="5757778" cy="1593616"/>
          </a:xfrm>
          <a:custGeom>
            <a:avLst/>
            <a:gdLst>
              <a:gd name="connsiteX0" fmla="*/ 247896 w 5757778"/>
              <a:gd name="connsiteY0" fmla="*/ 0 h 1593616"/>
              <a:gd name="connsiteX1" fmla="*/ 5757778 w 5757778"/>
              <a:gd name="connsiteY1" fmla="*/ 0 h 1593616"/>
              <a:gd name="connsiteX2" fmla="*/ 5757778 w 5757778"/>
              <a:gd name="connsiteY2" fmla="*/ 1593616 h 1593616"/>
              <a:gd name="connsiteX3" fmla="*/ 247896 w 5757778"/>
              <a:gd name="connsiteY3" fmla="*/ 1593616 h 1593616"/>
              <a:gd name="connsiteX4" fmla="*/ 0 w 5757778"/>
              <a:gd name="connsiteY4" fmla="*/ 1345721 h 1593616"/>
              <a:gd name="connsiteX5" fmla="*/ 0 w 5757778"/>
              <a:gd name="connsiteY5" fmla="*/ 247896 h 1593616"/>
              <a:gd name="connsiteX6" fmla="*/ 247896 w 5757778"/>
              <a:gd name="connsiteY6" fmla="*/ 0 h 1593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57778" h="1593616">
                <a:moveTo>
                  <a:pt x="247896" y="0"/>
                </a:moveTo>
                <a:lnTo>
                  <a:pt x="5757778" y="0"/>
                </a:lnTo>
                <a:lnTo>
                  <a:pt x="5757778" y="1593616"/>
                </a:lnTo>
                <a:lnTo>
                  <a:pt x="247896" y="1593616"/>
                </a:lnTo>
                <a:cubicBezTo>
                  <a:pt x="111125" y="1593616"/>
                  <a:pt x="0" y="1482491"/>
                  <a:pt x="0" y="1345721"/>
                </a:cubicBezTo>
                <a:lnTo>
                  <a:pt x="0" y="247896"/>
                </a:lnTo>
                <a:cubicBezTo>
                  <a:pt x="0" y="111125"/>
                  <a:pt x="111125" y="0"/>
                  <a:pt x="24789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95283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06C20E88-EB1C-3CE8-1DDD-ECA351A310B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1353" y="362926"/>
            <a:ext cx="4148091" cy="6495074"/>
          </a:xfrm>
          <a:custGeom>
            <a:avLst/>
            <a:gdLst>
              <a:gd name="connsiteX0" fmla="*/ 0 w 4148091"/>
              <a:gd name="connsiteY0" fmla="*/ 0 h 6495074"/>
              <a:gd name="connsiteX1" fmla="*/ 4148091 w 4148091"/>
              <a:gd name="connsiteY1" fmla="*/ 0 h 6495074"/>
              <a:gd name="connsiteX2" fmla="*/ 4148091 w 4148091"/>
              <a:gd name="connsiteY2" fmla="*/ 6495074 h 6495074"/>
              <a:gd name="connsiteX3" fmla="*/ 0 w 4148091"/>
              <a:gd name="connsiteY3" fmla="*/ 6495074 h 6495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48091" h="6495074">
                <a:moveTo>
                  <a:pt x="0" y="0"/>
                </a:moveTo>
                <a:lnTo>
                  <a:pt x="4148091" y="0"/>
                </a:lnTo>
                <a:lnTo>
                  <a:pt x="4148091" y="6495074"/>
                </a:lnTo>
                <a:lnTo>
                  <a:pt x="0" y="649507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26462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="" xmlns:a16="http://schemas.microsoft.com/office/drawing/2014/main" id="{8F4569B0-B7EA-412D-9E7F-53A9B56D36D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08694" y="3542548"/>
            <a:ext cx="2646732" cy="2646732"/>
          </a:xfrm>
          <a:custGeom>
            <a:avLst/>
            <a:gdLst>
              <a:gd name="connsiteX0" fmla="*/ 200516 w 2646732"/>
              <a:gd name="connsiteY0" fmla="*/ 0 h 2646732"/>
              <a:gd name="connsiteX1" fmla="*/ 2446216 w 2646732"/>
              <a:gd name="connsiteY1" fmla="*/ 0 h 2646732"/>
              <a:gd name="connsiteX2" fmla="*/ 2646732 w 2646732"/>
              <a:gd name="connsiteY2" fmla="*/ 200516 h 2646732"/>
              <a:gd name="connsiteX3" fmla="*/ 2646732 w 2646732"/>
              <a:gd name="connsiteY3" fmla="*/ 2446216 h 2646732"/>
              <a:gd name="connsiteX4" fmla="*/ 2446216 w 2646732"/>
              <a:gd name="connsiteY4" fmla="*/ 2646732 h 2646732"/>
              <a:gd name="connsiteX5" fmla="*/ 200516 w 2646732"/>
              <a:gd name="connsiteY5" fmla="*/ 2646732 h 2646732"/>
              <a:gd name="connsiteX6" fmla="*/ 0 w 2646732"/>
              <a:gd name="connsiteY6" fmla="*/ 2446216 h 2646732"/>
              <a:gd name="connsiteX7" fmla="*/ 0 w 2646732"/>
              <a:gd name="connsiteY7" fmla="*/ 200516 h 2646732"/>
              <a:gd name="connsiteX8" fmla="*/ 200516 w 2646732"/>
              <a:gd name="connsiteY8" fmla="*/ 0 h 2646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46732" h="2646732">
                <a:moveTo>
                  <a:pt x="200516" y="0"/>
                </a:moveTo>
                <a:lnTo>
                  <a:pt x="2446216" y="0"/>
                </a:lnTo>
                <a:cubicBezTo>
                  <a:pt x="2556958" y="0"/>
                  <a:pt x="2646732" y="89774"/>
                  <a:pt x="2646732" y="200516"/>
                </a:cubicBezTo>
                <a:lnTo>
                  <a:pt x="2646732" y="2446216"/>
                </a:lnTo>
                <a:cubicBezTo>
                  <a:pt x="2646732" y="2556958"/>
                  <a:pt x="2556958" y="2646732"/>
                  <a:pt x="2446216" y="2646732"/>
                </a:cubicBezTo>
                <a:lnTo>
                  <a:pt x="200516" y="2646732"/>
                </a:lnTo>
                <a:cubicBezTo>
                  <a:pt x="89774" y="2646732"/>
                  <a:pt x="0" y="2556958"/>
                  <a:pt x="0" y="2446216"/>
                </a:cubicBezTo>
                <a:lnTo>
                  <a:pt x="0" y="200516"/>
                </a:lnTo>
                <a:cubicBezTo>
                  <a:pt x="0" y="89774"/>
                  <a:pt x="89774" y="0"/>
                  <a:pt x="20051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  <p:sp>
        <p:nvSpPr>
          <p:cNvPr id="12" name="Picture Placeholder 11">
            <a:extLst>
              <a:ext uri="{FF2B5EF4-FFF2-40B4-BE49-F238E27FC236}">
                <a16:creationId xmlns="" xmlns:a16="http://schemas.microsoft.com/office/drawing/2014/main" id="{69D0C755-96DA-4B6F-BE0A-5FD4DFFBA83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71597" y="1063172"/>
            <a:ext cx="2208689" cy="2208689"/>
          </a:xfrm>
          <a:custGeom>
            <a:avLst/>
            <a:gdLst>
              <a:gd name="connsiteX0" fmla="*/ 167330 w 2208689"/>
              <a:gd name="connsiteY0" fmla="*/ 0 h 2208689"/>
              <a:gd name="connsiteX1" fmla="*/ 2041359 w 2208689"/>
              <a:gd name="connsiteY1" fmla="*/ 0 h 2208689"/>
              <a:gd name="connsiteX2" fmla="*/ 2208689 w 2208689"/>
              <a:gd name="connsiteY2" fmla="*/ 167330 h 2208689"/>
              <a:gd name="connsiteX3" fmla="*/ 2208689 w 2208689"/>
              <a:gd name="connsiteY3" fmla="*/ 2041359 h 2208689"/>
              <a:gd name="connsiteX4" fmla="*/ 2041359 w 2208689"/>
              <a:gd name="connsiteY4" fmla="*/ 2208689 h 2208689"/>
              <a:gd name="connsiteX5" fmla="*/ 167330 w 2208689"/>
              <a:gd name="connsiteY5" fmla="*/ 2208689 h 2208689"/>
              <a:gd name="connsiteX6" fmla="*/ 0 w 2208689"/>
              <a:gd name="connsiteY6" fmla="*/ 2041359 h 2208689"/>
              <a:gd name="connsiteX7" fmla="*/ 0 w 2208689"/>
              <a:gd name="connsiteY7" fmla="*/ 167330 h 2208689"/>
              <a:gd name="connsiteX8" fmla="*/ 167330 w 2208689"/>
              <a:gd name="connsiteY8" fmla="*/ 0 h 2208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08689" h="2208689">
                <a:moveTo>
                  <a:pt x="167330" y="0"/>
                </a:moveTo>
                <a:lnTo>
                  <a:pt x="2041359" y="0"/>
                </a:lnTo>
                <a:cubicBezTo>
                  <a:pt x="2133773" y="0"/>
                  <a:pt x="2208689" y="74916"/>
                  <a:pt x="2208689" y="167330"/>
                </a:cubicBezTo>
                <a:lnTo>
                  <a:pt x="2208689" y="2041359"/>
                </a:lnTo>
                <a:cubicBezTo>
                  <a:pt x="2208689" y="2133773"/>
                  <a:pt x="2133773" y="2208689"/>
                  <a:pt x="2041359" y="2208689"/>
                </a:cubicBezTo>
                <a:lnTo>
                  <a:pt x="167330" y="2208689"/>
                </a:lnTo>
                <a:cubicBezTo>
                  <a:pt x="74916" y="2208689"/>
                  <a:pt x="0" y="2133773"/>
                  <a:pt x="0" y="2041359"/>
                </a:cubicBezTo>
                <a:lnTo>
                  <a:pt x="0" y="167330"/>
                </a:lnTo>
                <a:cubicBezTo>
                  <a:pt x="0" y="74916"/>
                  <a:pt x="74916" y="0"/>
                  <a:pt x="16733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  <p:sp>
        <p:nvSpPr>
          <p:cNvPr id="13" name="Picture Placeholder 12">
            <a:extLst>
              <a:ext uri="{FF2B5EF4-FFF2-40B4-BE49-F238E27FC236}">
                <a16:creationId xmlns="" xmlns:a16="http://schemas.microsoft.com/office/drawing/2014/main" id="{030FC150-F8C4-4100-AA37-23ED9E68540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882522" y="668720"/>
            <a:ext cx="2646732" cy="2646732"/>
          </a:xfrm>
          <a:custGeom>
            <a:avLst/>
            <a:gdLst>
              <a:gd name="connsiteX0" fmla="*/ 200516 w 2646732"/>
              <a:gd name="connsiteY0" fmla="*/ 0 h 2646732"/>
              <a:gd name="connsiteX1" fmla="*/ 2446216 w 2646732"/>
              <a:gd name="connsiteY1" fmla="*/ 0 h 2646732"/>
              <a:gd name="connsiteX2" fmla="*/ 2646732 w 2646732"/>
              <a:gd name="connsiteY2" fmla="*/ 200516 h 2646732"/>
              <a:gd name="connsiteX3" fmla="*/ 2646732 w 2646732"/>
              <a:gd name="connsiteY3" fmla="*/ 2446216 h 2646732"/>
              <a:gd name="connsiteX4" fmla="*/ 2446216 w 2646732"/>
              <a:gd name="connsiteY4" fmla="*/ 2646732 h 2646732"/>
              <a:gd name="connsiteX5" fmla="*/ 200516 w 2646732"/>
              <a:gd name="connsiteY5" fmla="*/ 2646732 h 2646732"/>
              <a:gd name="connsiteX6" fmla="*/ 0 w 2646732"/>
              <a:gd name="connsiteY6" fmla="*/ 2446216 h 2646732"/>
              <a:gd name="connsiteX7" fmla="*/ 0 w 2646732"/>
              <a:gd name="connsiteY7" fmla="*/ 200516 h 2646732"/>
              <a:gd name="connsiteX8" fmla="*/ 200516 w 2646732"/>
              <a:gd name="connsiteY8" fmla="*/ 0 h 2646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46732" h="2646732">
                <a:moveTo>
                  <a:pt x="200516" y="0"/>
                </a:moveTo>
                <a:lnTo>
                  <a:pt x="2446216" y="0"/>
                </a:lnTo>
                <a:cubicBezTo>
                  <a:pt x="2556958" y="0"/>
                  <a:pt x="2646732" y="89774"/>
                  <a:pt x="2646732" y="200516"/>
                </a:cubicBezTo>
                <a:lnTo>
                  <a:pt x="2646732" y="2446216"/>
                </a:lnTo>
                <a:cubicBezTo>
                  <a:pt x="2646732" y="2556958"/>
                  <a:pt x="2556958" y="2646732"/>
                  <a:pt x="2446216" y="2646732"/>
                </a:cubicBezTo>
                <a:lnTo>
                  <a:pt x="200516" y="2646732"/>
                </a:lnTo>
                <a:cubicBezTo>
                  <a:pt x="89774" y="2646732"/>
                  <a:pt x="0" y="2556958"/>
                  <a:pt x="0" y="2446216"/>
                </a:cubicBezTo>
                <a:lnTo>
                  <a:pt x="0" y="200516"/>
                </a:lnTo>
                <a:cubicBezTo>
                  <a:pt x="0" y="89774"/>
                  <a:pt x="89774" y="0"/>
                  <a:pt x="20051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  <p:sp>
        <p:nvSpPr>
          <p:cNvPr id="10" name="Picture Placeholder 9">
            <a:extLst>
              <a:ext uri="{FF2B5EF4-FFF2-40B4-BE49-F238E27FC236}">
                <a16:creationId xmlns="" xmlns:a16="http://schemas.microsoft.com/office/drawing/2014/main" id="{44EA3BF0-5DA9-4233-BA6E-B6C0B9B0992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57660" y="3634721"/>
            <a:ext cx="1584601" cy="1584601"/>
          </a:xfrm>
          <a:custGeom>
            <a:avLst/>
            <a:gdLst>
              <a:gd name="connsiteX0" fmla="*/ 120049 w 1584601"/>
              <a:gd name="connsiteY0" fmla="*/ 0 h 1584601"/>
              <a:gd name="connsiteX1" fmla="*/ 1464552 w 1584601"/>
              <a:gd name="connsiteY1" fmla="*/ 0 h 1584601"/>
              <a:gd name="connsiteX2" fmla="*/ 1584601 w 1584601"/>
              <a:gd name="connsiteY2" fmla="*/ 120049 h 1584601"/>
              <a:gd name="connsiteX3" fmla="*/ 1584601 w 1584601"/>
              <a:gd name="connsiteY3" fmla="*/ 1464552 h 1584601"/>
              <a:gd name="connsiteX4" fmla="*/ 1464552 w 1584601"/>
              <a:gd name="connsiteY4" fmla="*/ 1584601 h 1584601"/>
              <a:gd name="connsiteX5" fmla="*/ 120049 w 1584601"/>
              <a:gd name="connsiteY5" fmla="*/ 1584601 h 1584601"/>
              <a:gd name="connsiteX6" fmla="*/ 0 w 1584601"/>
              <a:gd name="connsiteY6" fmla="*/ 1464552 h 1584601"/>
              <a:gd name="connsiteX7" fmla="*/ 0 w 1584601"/>
              <a:gd name="connsiteY7" fmla="*/ 120049 h 1584601"/>
              <a:gd name="connsiteX8" fmla="*/ 120049 w 1584601"/>
              <a:gd name="connsiteY8" fmla="*/ 0 h 1584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84601" h="1584601">
                <a:moveTo>
                  <a:pt x="120049" y="0"/>
                </a:moveTo>
                <a:lnTo>
                  <a:pt x="1464552" y="0"/>
                </a:lnTo>
                <a:cubicBezTo>
                  <a:pt x="1530853" y="0"/>
                  <a:pt x="1584601" y="53748"/>
                  <a:pt x="1584601" y="120049"/>
                </a:cubicBezTo>
                <a:lnTo>
                  <a:pt x="1584601" y="1464552"/>
                </a:lnTo>
                <a:cubicBezTo>
                  <a:pt x="1584601" y="1530853"/>
                  <a:pt x="1530853" y="1584601"/>
                  <a:pt x="1464552" y="1584601"/>
                </a:cubicBezTo>
                <a:lnTo>
                  <a:pt x="120049" y="1584601"/>
                </a:lnTo>
                <a:cubicBezTo>
                  <a:pt x="53748" y="1584601"/>
                  <a:pt x="0" y="1530853"/>
                  <a:pt x="0" y="1464552"/>
                </a:cubicBezTo>
                <a:lnTo>
                  <a:pt x="0" y="120049"/>
                </a:lnTo>
                <a:cubicBezTo>
                  <a:pt x="0" y="53748"/>
                  <a:pt x="53748" y="0"/>
                  <a:pt x="12004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05445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82526BB0-7E1E-4E42-82AC-D70B3D1C342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0911" y="544683"/>
            <a:ext cx="4835819" cy="5951306"/>
          </a:xfrm>
          <a:custGeom>
            <a:avLst/>
            <a:gdLst>
              <a:gd name="connsiteX0" fmla="*/ 0 w 4835819"/>
              <a:gd name="connsiteY0" fmla="*/ 0 h 5951306"/>
              <a:gd name="connsiteX1" fmla="*/ 4320979 w 4835819"/>
              <a:gd name="connsiteY1" fmla="*/ 0 h 5951306"/>
              <a:gd name="connsiteX2" fmla="*/ 4835819 w 4835819"/>
              <a:gd name="connsiteY2" fmla="*/ 513614 h 5951306"/>
              <a:gd name="connsiteX3" fmla="*/ 4835819 w 4835819"/>
              <a:gd name="connsiteY3" fmla="*/ 5437693 h 5951306"/>
              <a:gd name="connsiteX4" fmla="*/ 4320979 w 4835819"/>
              <a:gd name="connsiteY4" fmla="*/ 5951306 h 5951306"/>
              <a:gd name="connsiteX5" fmla="*/ 0 w 4835819"/>
              <a:gd name="connsiteY5" fmla="*/ 5951306 h 5951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835819" h="5951306">
                <a:moveTo>
                  <a:pt x="0" y="0"/>
                </a:moveTo>
                <a:lnTo>
                  <a:pt x="4320979" y="0"/>
                </a:lnTo>
                <a:cubicBezTo>
                  <a:pt x="4605367" y="0"/>
                  <a:pt x="4835819" y="230452"/>
                  <a:pt x="4835819" y="513614"/>
                </a:cubicBezTo>
                <a:lnTo>
                  <a:pt x="4835819" y="5437693"/>
                </a:lnTo>
                <a:cubicBezTo>
                  <a:pt x="4835819" y="5722081"/>
                  <a:pt x="4605367" y="5951306"/>
                  <a:pt x="4320979" y="5951306"/>
                </a:cubicBezTo>
                <a:lnTo>
                  <a:pt x="0" y="595130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01263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="" xmlns:a16="http://schemas.microsoft.com/office/drawing/2014/main" id="{20E5F569-FB5D-4007-B024-0850676FAB2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263944" y="613604"/>
            <a:ext cx="2105660" cy="5190296"/>
          </a:xfrm>
          <a:custGeom>
            <a:avLst/>
            <a:gdLst>
              <a:gd name="connsiteX0" fmla="*/ 1052830 w 2105660"/>
              <a:gd name="connsiteY0" fmla="*/ 0 h 5190296"/>
              <a:gd name="connsiteX1" fmla="*/ 2105660 w 2105660"/>
              <a:gd name="connsiteY1" fmla="*/ 1052830 h 5190296"/>
              <a:gd name="connsiteX2" fmla="*/ 2105659 w 2105660"/>
              <a:gd name="connsiteY2" fmla="*/ 4137466 h 5190296"/>
              <a:gd name="connsiteX3" fmla="*/ 1052829 w 2105660"/>
              <a:gd name="connsiteY3" fmla="*/ 5190296 h 5190296"/>
              <a:gd name="connsiteX4" fmla="*/ 1052830 w 2105660"/>
              <a:gd name="connsiteY4" fmla="*/ 5190295 h 5190296"/>
              <a:gd name="connsiteX5" fmla="*/ 0 w 2105660"/>
              <a:gd name="connsiteY5" fmla="*/ 4137465 h 5190296"/>
              <a:gd name="connsiteX6" fmla="*/ 0 w 2105660"/>
              <a:gd name="connsiteY6" fmla="*/ 1052830 h 5190296"/>
              <a:gd name="connsiteX7" fmla="*/ 1052830 w 2105660"/>
              <a:gd name="connsiteY7" fmla="*/ 0 h 5190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05660" h="5190296">
                <a:moveTo>
                  <a:pt x="1052830" y="0"/>
                </a:moveTo>
                <a:cubicBezTo>
                  <a:pt x="1634292" y="0"/>
                  <a:pt x="2105660" y="471368"/>
                  <a:pt x="2105660" y="1052830"/>
                </a:cubicBezTo>
                <a:cubicBezTo>
                  <a:pt x="2105660" y="2081042"/>
                  <a:pt x="2105659" y="3109254"/>
                  <a:pt x="2105659" y="4137466"/>
                </a:cubicBezTo>
                <a:cubicBezTo>
                  <a:pt x="2105659" y="4718928"/>
                  <a:pt x="1634291" y="5190296"/>
                  <a:pt x="1052829" y="5190296"/>
                </a:cubicBezTo>
                <a:lnTo>
                  <a:pt x="1052830" y="5190295"/>
                </a:lnTo>
                <a:cubicBezTo>
                  <a:pt x="471368" y="5190295"/>
                  <a:pt x="0" y="4718927"/>
                  <a:pt x="0" y="4137465"/>
                </a:cubicBezTo>
                <a:lnTo>
                  <a:pt x="0" y="1052830"/>
                </a:lnTo>
                <a:cubicBezTo>
                  <a:pt x="0" y="471368"/>
                  <a:pt x="471368" y="0"/>
                  <a:pt x="105283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  <p:sp>
        <p:nvSpPr>
          <p:cNvPr id="10" name="Picture Placeholder 9">
            <a:extLst>
              <a:ext uri="{FF2B5EF4-FFF2-40B4-BE49-F238E27FC236}">
                <a16:creationId xmlns="" xmlns:a16="http://schemas.microsoft.com/office/drawing/2014/main" id="{5C5FAE20-C1CC-41CF-ADFF-5F7E3D17D9B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566284" y="613604"/>
            <a:ext cx="2105660" cy="5190296"/>
          </a:xfrm>
          <a:custGeom>
            <a:avLst/>
            <a:gdLst>
              <a:gd name="connsiteX0" fmla="*/ 1052830 w 2105660"/>
              <a:gd name="connsiteY0" fmla="*/ 0 h 5190296"/>
              <a:gd name="connsiteX1" fmla="*/ 2105660 w 2105660"/>
              <a:gd name="connsiteY1" fmla="*/ 1052830 h 5190296"/>
              <a:gd name="connsiteX2" fmla="*/ 2105659 w 2105660"/>
              <a:gd name="connsiteY2" fmla="*/ 4137466 h 5190296"/>
              <a:gd name="connsiteX3" fmla="*/ 1052829 w 2105660"/>
              <a:gd name="connsiteY3" fmla="*/ 5190296 h 5190296"/>
              <a:gd name="connsiteX4" fmla="*/ 1052830 w 2105660"/>
              <a:gd name="connsiteY4" fmla="*/ 5190295 h 5190296"/>
              <a:gd name="connsiteX5" fmla="*/ 0 w 2105660"/>
              <a:gd name="connsiteY5" fmla="*/ 4137465 h 5190296"/>
              <a:gd name="connsiteX6" fmla="*/ 0 w 2105660"/>
              <a:gd name="connsiteY6" fmla="*/ 1052830 h 5190296"/>
              <a:gd name="connsiteX7" fmla="*/ 1052830 w 2105660"/>
              <a:gd name="connsiteY7" fmla="*/ 0 h 5190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05660" h="5190296">
                <a:moveTo>
                  <a:pt x="1052830" y="0"/>
                </a:moveTo>
                <a:cubicBezTo>
                  <a:pt x="1634292" y="0"/>
                  <a:pt x="2105660" y="471368"/>
                  <a:pt x="2105660" y="1052830"/>
                </a:cubicBezTo>
                <a:cubicBezTo>
                  <a:pt x="2105660" y="2081042"/>
                  <a:pt x="2105659" y="3109254"/>
                  <a:pt x="2105659" y="4137466"/>
                </a:cubicBezTo>
                <a:cubicBezTo>
                  <a:pt x="2105659" y="4718928"/>
                  <a:pt x="1634291" y="5190296"/>
                  <a:pt x="1052829" y="5190296"/>
                </a:cubicBezTo>
                <a:lnTo>
                  <a:pt x="1052830" y="5190295"/>
                </a:lnTo>
                <a:cubicBezTo>
                  <a:pt x="471368" y="5190295"/>
                  <a:pt x="0" y="4718927"/>
                  <a:pt x="0" y="4137465"/>
                </a:cubicBezTo>
                <a:lnTo>
                  <a:pt x="0" y="1052830"/>
                </a:lnTo>
                <a:cubicBezTo>
                  <a:pt x="0" y="471368"/>
                  <a:pt x="471368" y="0"/>
                  <a:pt x="105283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  <p:sp>
        <p:nvSpPr>
          <p:cNvPr id="11" name="Picture Placeholder 10">
            <a:extLst>
              <a:ext uri="{FF2B5EF4-FFF2-40B4-BE49-F238E27FC236}">
                <a16:creationId xmlns="" xmlns:a16="http://schemas.microsoft.com/office/drawing/2014/main" id="{C08B0B2F-7735-468E-8A70-AE52F632133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868626" y="613604"/>
            <a:ext cx="2105660" cy="5190296"/>
          </a:xfrm>
          <a:custGeom>
            <a:avLst/>
            <a:gdLst>
              <a:gd name="connsiteX0" fmla="*/ 1052830 w 2105660"/>
              <a:gd name="connsiteY0" fmla="*/ 0 h 5190296"/>
              <a:gd name="connsiteX1" fmla="*/ 2105660 w 2105660"/>
              <a:gd name="connsiteY1" fmla="*/ 1052830 h 5190296"/>
              <a:gd name="connsiteX2" fmla="*/ 2105659 w 2105660"/>
              <a:gd name="connsiteY2" fmla="*/ 4137466 h 5190296"/>
              <a:gd name="connsiteX3" fmla="*/ 1052829 w 2105660"/>
              <a:gd name="connsiteY3" fmla="*/ 5190296 h 5190296"/>
              <a:gd name="connsiteX4" fmla="*/ 1052830 w 2105660"/>
              <a:gd name="connsiteY4" fmla="*/ 5190295 h 5190296"/>
              <a:gd name="connsiteX5" fmla="*/ 0 w 2105660"/>
              <a:gd name="connsiteY5" fmla="*/ 4137465 h 5190296"/>
              <a:gd name="connsiteX6" fmla="*/ 0 w 2105660"/>
              <a:gd name="connsiteY6" fmla="*/ 1052830 h 5190296"/>
              <a:gd name="connsiteX7" fmla="*/ 1052830 w 2105660"/>
              <a:gd name="connsiteY7" fmla="*/ 0 h 5190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05660" h="5190296">
                <a:moveTo>
                  <a:pt x="1052830" y="0"/>
                </a:moveTo>
                <a:cubicBezTo>
                  <a:pt x="1634292" y="0"/>
                  <a:pt x="2105660" y="471368"/>
                  <a:pt x="2105660" y="1052830"/>
                </a:cubicBezTo>
                <a:cubicBezTo>
                  <a:pt x="2105660" y="2081042"/>
                  <a:pt x="2105659" y="3109254"/>
                  <a:pt x="2105659" y="4137466"/>
                </a:cubicBezTo>
                <a:cubicBezTo>
                  <a:pt x="2105659" y="4718928"/>
                  <a:pt x="1634291" y="5190296"/>
                  <a:pt x="1052829" y="5190296"/>
                </a:cubicBezTo>
                <a:lnTo>
                  <a:pt x="1052830" y="5190295"/>
                </a:lnTo>
                <a:cubicBezTo>
                  <a:pt x="471368" y="5190295"/>
                  <a:pt x="0" y="4718927"/>
                  <a:pt x="0" y="4137465"/>
                </a:cubicBezTo>
                <a:lnTo>
                  <a:pt x="0" y="1052830"/>
                </a:lnTo>
                <a:cubicBezTo>
                  <a:pt x="0" y="471368"/>
                  <a:pt x="471368" y="0"/>
                  <a:pt x="105283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31075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="" xmlns:a16="http://schemas.microsoft.com/office/drawing/2014/main" id="{0EA4B079-B2F3-455B-9100-01F9601174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2181" y="493683"/>
            <a:ext cx="3157884" cy="2400174"/>
          </a:xfrm>
          <a:custGeom>
            <a:avLst/>
            <a:gdLst>
              <a:gd name="connsiteX0" fmla="*/ 63773 w 3157884"/>
              <a:gd name="connsiteY0" fmla="*/ 0 h 2400174"/>
              <a:gd name="connsiteX1" fmla="*/ 3094111 w 3157884"/>
              <a:gd name="connsiteY1" fmla="*/ 0 h 2400174"/>
              <a:gd name="connsiteX2" fmla="*/ 3157884 w 3157884"/>
              <a:gd name="connsiteY2" fmla="*/ 63773 h 2400174"/>
              <a:gd name="connsiteX3" fmla="*/ 3157884 w 3157884"/>
              <a:gd name="connsiteY3" fmla="*/ 2336401 h 2400174"/>
              <a:gd name="connsiteX4" fmla="*/ 3094111 w 3157884"/>
              <a:gd name="connsiteY4" fmla="*/ 2400174 h 2400174"/>
              <a:gd name="connsiteX5" fmla="*/ 63773 w 3157884"/>
              <a:gd name="connsiteY5" fmla="*/ 2400174 h 2400174"/>
              <a:gd name="connsiteX6" fmla="*/ 0 w 3157884"/>
              <a:gd name="connsiteY6" fmla="*/ 2336401 h 2400174"/>
              <a:gd name="connsiteX7" fmla="*/ 0 w 3157884"/>
              <a:gd name="connsiteY7" fmla="*/ 63773 h 2400174"/>
              <a:gd name="connsiteX8" fmla="*/ 63773 w 3157884"/>
              <a:gd name="connsiteY8" fmla="*/ 0 h 2400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57884" h="2400174">
                <a:moveTo>
                  <a:pt x="63773" y="0"/>
                </a:moveTo>
                <a:lnTo>
                  <a:pt x="3094111" y="0"/>
                </a:lnTo>
                <a:cubicBezTo>
                  <a:pt x="3129332" y="0"/>
                  <a:pt x="3157884" y="28552"/>
                  <a:pt x="3157884" y="63773"/>
                </a:cubicBezTo>
                <a:lnTo>
                  <a:pt x="3157884" y="2336401"/>
                </a:lnTo>
                <a:cubicBezTo>
                  <a:pt x="3157884" y="2371622"/>
                  <a:pt x="3129332" y="2400174"/>
                  <a:pt x="3094111" y="2400174"/>
                </a:cubicBezTo>
                <a:lnTo>
                  <a:pt x="63773" y="2400174"/>
                </a:lnTo>
                <a:cubicBezTo>
                  <a:pt x="28552" y="2400174"/>
                  <a:pt x="0" y="2371622"/>
                  <a:pt x="0" y="2336401"/>
                </a:cubicBezTo>
                <a:lnTo>
                  <a:pt x="0" y="63773"/>
                </a:lnTo>
                <a:cubicBezTo>
                  <a:pt x="0" y="28552"/>
                  <a:pt x="28552" y="0"/>
                  <a:pt x="6377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  <p:sp>
        <p:nvSpPr>
          <p:cNvPr id="11" name="Picture Placeholder 10">
            <a:extLst>
              <a:ext uri="{FF2B5EF4-FFF2-40B4-BE49-F238E27FC236}">
                <a16:creationId xmlns="" xmlns:a16="http://schemas.microsoft.com/office/drawing/2014/main" id="{B2E04AB5-1654-4BFF-945F-A4B01D9BECA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17058" y="493683"/>
            <a:ext cx="3157884" cy="2400174"/>
          </a:xfrm>
          <a:custGeom>
            <a:avLst/>
            <a:gdLst>
              <a:gd name="connsiteX0" fmla="*/ 63773 w 3157884"/>
              <a:gd name="connsiteY0" fmla="*/ 0 h 2400174"/>
              <a:gd name="connsiteX1" fmla="*/ 3094111 w 3157884"/>
              <a:gd name="connsiteY1" fmla="*/ 0 h 2400174"/>
              <a:gd name="connsiteX2" fmla="*/ 3157884 w 3157884"/>
              <a:gd name="connsiteY2" fmla="*/ 63773 h 2400174"/>
              <a:gd name="connsiteX3" fmla="*/ 3157884 w 3157884"/>
              <a:gd name="connsiteY3" fmla="*/ 2336401 h 2400174"/>
              <a:gd name="connsiteX4" fmla="*/ 3094111 w 3157884"/>
              <a:gd name="connsiteY4" fmla="*/ 2400174 h 2400174"/>
              <a:gd name="connsiteX5" fmla="*/ 63773 w 3157884"/>
              <a:gd name="connsiteY5" fmla="*/ 2400174 h 2400174"/>
              <a:gd name="connsiteX6" fmla="*/ 0 w 3157884"/>
              <a:gd name="connsiteY6" fmla="*/ 2336401 h 2400174"/>
              <a:gd name="connsiteX7" fmla="*/ 0 w 3157884"/>
              <a:gd name="connsiteY7" fmla="*/ 63773 h 2400174"/>
              <a:gd name="connsiteX8" fmla="*/ 63773 w 3157884"/>
              <a:gd name="connsiteY8" fmla="*/ 0 h 2400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57884" h="2400174">
                <a:moveTo>
                  <a:pt x="63773" y="0"/>
                </a:moveTo>
                <a:lnTo>
                  <a:pt x="3094111" y="0"/>
                </a:lnTo>
                <a:cubicBezTo>
                  <a:pt x="3129332" y="0"/>
                  <a:pt x="3157884" y="28552"/>
                  <a:pt x="3157884" y="63773"/>
                </a:cubicBezTo>
                <a:lnTo>
                  <a:pt x="3157884" y="2336401"/>
                </a:lnTo>
                <a:cubicBezTo>
                  <a:pt x="3157884" y="2371622"/>
                  <a:pt x="3129332" y="2400174"/>
                  <a:pt x="3094111" y="2400174"/>
                </a:cubicBezTo>
                <a:lnTo>
                  <a:pt x="63773" y="2400174"/>
                </a:lnTo>
                <a:cubicBezTo>
                  <a:pt x="28552" y="2400174"/>
                  <a:pt x="0" y="2371622"/>
                  <a:pt x="0" y="2336401"/>
                </a:cubicBezTo>
                <a:lnTo>
                  <a:pt x="0" y="63773"/>
                </a:lnTo>
                <a:cubicBezTo>
                  <a:pt x="0" y="28552"/>
                  <a:pt x="28552" y="0"/>
                  <a:pt x="6377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  <p:sp>
        <p:nvSpPr>
          <p:cNvPr id="10" name="Picture Placeholder 9">
            <a:extLst>
              <a:ext uri="{FF2B5EF4-FFF2-40B4-BE49-F238E27FC236}">
                <a16:creationId xmlns="" xmlns:a16="http://schemas.microsoft.com/office/drawing/2014/main" id="{C5CA05E0-DCD1-4064-998F-945D5B86A9E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91935" y="493683"/>
            <a:ext cx="3157884" cy="2400174"/>
          </a:xfrm>
          <a:custGeom>
            <a:avLst/>
            <a:gdLst>
              <a:gd name="connsiteX0" fmla="*/ 63773 w 3157884"/>
              <a:gd name="connsiteY0" fmla="*/ 0 h 2400174"/>
              <a:gd name="connsiteX1" fmla="*/ 3094111 w 3157884"/>
              <a:gd name="connsiteY1" fmla="*/ 0 h 2400174"/>
              <a:gd name="connsiteX2" fmla="*/ 3157884 w 3157884"/>
              <a:gd name="connsiteY2" fmla="*/ 63773 h 2400174"/>
              <a:gd name="connsiteX3" fmla="*/ 3157884 w 3157884"/>
              <a:gd name="connsiteY3" fmla="*/ 2336401 h 2400174"/>
              <a:gd name="connsiteX4" fmla="*/ 3094111 w 3157884"/>
              <a:gd name="connsiteY4" fmla="*/ 2400174 h 2400174"/>
              <a:gd name="connsiteX5" fmla="*/ 63773 w 3157884"/>
              <a:gd name="connsiteY5" fmla="*/ 2400174 h 2400174"/>
              <a:gd name="connsiteX6" fmla="*/ 0 w 3157884"/>
              <a:gd name="connsiteY6" fmla="*/ 2336401 h 2400174"/>
              <a:gd name="connsiteX7" fmla="*/ 0 w 3157884"/>
              <a:gd name="connsiteY7" fmla="*/ 63773 h 2400174"/>
              <a:gd name="connsiteX8" fmla="*/ 63773 w 3157884"/>
              <a:gd name="connsiteY8" fmla="*/ 0 h 2400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57884" h="2400174">
                <a:moveTo>
                  <a:pt x="63773" y="0"/>
                </a:moveTo>
                <a:lnTo>
                  <a:pt x="3094111" y="0"/>
                </a:lnTo>
                <a:cubicBezTo>
                  <a:pt x="3129332" y="0"/>
                  <a:pt x="3157884" y="28552"/>
                  <a:pt x="3157884" y="63773"/>
                </a:cubicBezTo>
                <a:lnTo>
                  <a:pt x="3157884" y="2336401"/>
                </a:lnTo>
                <a:cubicBezTo>
                  <a:pt x="3157884" y="2371622"/>
                  <a:pt x="3129332" y="2400174"/>
                  <a:pt x="3094111" y="2400174"/>
                </a:cubicBezTo>
                <a:lnTo>
                  <a:pt x="63773" y="2400174"/>
                </a:lnTo>
                <a:cubicBezTo>
                  <a:pt x="28552" y="2400174"/>
                  <a:pt x="0" y="2371622"/>
                  <a:pt x="0" y="2336401"/>
                </a:cubicBezTo>
                <a:lnTo>
                  <a:pt x="0" y="63773"/>
                </a:lnTo>
                <a:cubicBezTo>
                  <a:pt x="0" y="28552"/>
                  <a:pt x="28552" y="0"/>
                  <a:pt x="6377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50307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="" xmlns:a16="http://schemas.microsoft.com/office/drawing/2014/main" id="{0C19F8CC-67BC-4FCA-B833-C037C5E37F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33799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="" xmlns:a16="http://schemas.microsoft.com/office/drawing/2014/main" id="{1FE8545D-1904-4733-B1DA-6EC78D47250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44805" y="0"/>
            <a:ext cx="1947195" cy="6858000"/>
          </a:xfrm>
          <a:custGeom>
            <a:avLst/>
            <a:gdLst>
              <a:gd name="connsiteX0" fmla="*/ 0 w 1947195"/>
              <a:gd name="connsiteY0" fmla="*/ 0 h 6858000"/>
              <a:gd name="connsiteX1" fmla="*/ 1947195 w 1947195"/>
              <a:gd name="connsiteY1" fmla="*/ 0 h 6858000"/>
              <a:gd name="connsiteX2" fmla="*/ 1947195 w 1947195"/>
              <a:gd name="connsiteY2" fmla="*/ 6858000 h 6858000"/>
              <a:gd name="connsiteX3" fmla="*/ 0 w 194719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7195" h="6858000">
                <a:moveTo>
                  <a:pt x="0" y="0"/>
                </a:moveTo>
                <a:lnTo>
                  <a:pt x="1947195" y="0"/>
                </a:lnTo>
                <a:lnTo>
                  <a:pt x="1947195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  <p:sp>
        <p:nvSpPr>
          <p:cNvPr id="11" name="Picture Placeholder 10">
            <a:extLst>
              <a:ext uri="{FF2B5EF4-FFF2-40B4-BE49-F238E27FC236}">
                <a16:creationId xmlns="" xmlns:a16="http://schemas.microsoft.com/office/drawing/2014/main" id="{8C2FFD09-9BB7-49C2-BA1A-2F068CD9EF9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9937" y="2322211"/>
            <a:ext cx="3910491" cy="2374473"/>
          </a:xfrm>
          <a:custGeom>
            <a:avLst/>
            <a:gdLst>
              <a:gd name="connsiteX0" fmla="*/ 0 w 3910491"/>
              <a:gd name="connsiteY0" fmla="*/ 0 h 2374473"/>
              <a:gd name="connsiteX1" fmla="*/ 3527838 w 3910491"/>
              <a:gd name="connsiteY1" fmla="*/ 0 h 2374473"/>
              <a:gd name="connsiteX2" fmla="*/ 3910491 w 3910491"/>
              <a:gd name="connsiteY2" fmla="*/ 396159 h 2374473"/>
              <a:gd name="connsiteX3" fmla="*/ 3910491 w 3910491"/>
              <a:gd name="connsiteY3" fmla="*/ 1978314 h 2374473"/>
              <a:gd name="connsiteX4" fmla="*/ 3527838 w 3910491"/>
              <a:gd name="connsiteY4" fmla="*/ 2374473 h 2374473"/>
              <a:gd name="connsiteX5" fmla="*/ 0 w 3910491"/>
              <a:gd name="connsiteY5" fmla="*/ 2374473 h 23744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10491" h="2374473">
                <a:moveTo>
                  <a:pt x="0" y="0"/>
                </a:moveTo>
                <a:lnTo>
                  <a:pt x="3527838" y="0"/>
                </a:lnTo>
                <a:cubicBezTo>
                  <a:pt x="3738957" y="0"/>
                  <a:pt x="3910491" y="177589"/>
                  <a:pt x="3910491" y="396159"/>
                </a:cubicBezTo>
                <a:lnTo>
                  <a:pt x="3910491" y="1978314"/>
                </a:lnTo>
                <a:cubicBezTo>
                  <a:pt x="3910491" y="2196884"/>
                  <a:pt x="3738957" y="2374473"/>
                  <a:pt x="3527838" y="2374473"/>
                </a:cubicBezTo>
                <a:lnTo>
                  <a:pt x="0" y="2374473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  <p:sp>
        <p:nvSpPr>
          <p:cNvPr id="12" name="Picture Placeholder 11">
            <a:extLst>
              <a:ext uri="{FF2B5EF4-FFF2-40B4-BE49-F238E27FC236}">
                <a16:creationId xmlns="" xmlns:a16="http://schemas.microsoft.com/office/drawing/2014/main" id="{12DCC61A-2AA0-4B00-9869-C2571F5BBC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442892" y="2322211"/>
            <a:ext cx="3910491" cy="2374473"/>
          </a:xfrm>
          <a:custGeom>
            <a:avLst/>
            <a:gdLst>
              <a:gd name="connsiteX0" fmla="*/ 0 w 3910491"/>
              <a:gd name="connsiteY0" fmla="*/ 0 h 2374473"/>
              <a:gd name="connsiteX1" fmla="*/ 3527838 w 3910491"/>
              <a:gd name="connsiteY1" fmla="*/ 0 h 2374473"/>
              <a:gd name="connsiteX2" fmla="*/ 3910491 w 3910491"/>
              <a:gd name="connsiteY2" fmla="*/ 396159 h 2374473"/>
              <a:gd name="connsiteX3" fmla="*/ 3910491 w 3910491"/>
              <a:gd name="connsiteY3" fmla="*/ 1978314 h 2374473"/>
              <a:gd name="connsiteX4" fmla="*/ 3527838 w 3910491"/>
              <a:gd name="connsiteY4" fmla="*/ 2374473 h 2374473"/>
              <a:gd name="connsiteX5" fmla="*/ 0 w 3910491"/>
              <a:gd name="connsiteY5" fmla="*/ 2374473 h 23744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10491" h="2374473">
                <a:moveTo>
                  <a:pt x="0" y="0"/>
                </a:moveTo>
                <a:lnTo>
                  <a:pt x="3527838" y="0"/>
                </a:lnTo>
                <a:cubicBezTo>
                  <a:pt x="3738957" y="0"/>
                  <a:pt x="3910491" y="177589"/>
                  <a:pt x="3910491" y="396159"/>
                </a:cubicBezTo>
                <a:lnTo>
                  <a:pt x="3910491" y="1978314"/>
                </a:lnTo>
                <a:cubicBezTo>
                  <a:pt x="3910491" y="2196884"/>
                  <a:pt x="3738957" y="2374473"/>
                  <a:pt x="3527838" y="2374473"/>
                </a:cubicBezTo>
                <a:lnTo>
                  <a:pt x="0" y="2374473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78381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="" xmlns:a16="http://schemas.microsoft.com/office/drawing/2014/main" id="{8A83DB32-1AF9-4944-B313-B653E716F1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91000" y="4306112"/>
            <a:ext cx="2524762" cy="2006717"/>
          </a:xfrm>
          <a:custGeom>
            <a:avLst/>
            <a:gdLst>
              <a:gd name="connsiteX0" fmla="*/ 69954 w 2524762"/>
              <a:gd name="connsiteY0" fmla="*/ 0 h 2006717"/>
              <a:gd name="connsiteX1" fmla="*/ 2454808 w 2524762"/>
              <a:gd name="connsiteY1" fmla="*/ 0 h 2006717"/>
              <a:gd name="connsiteX2" fmla="*/ 2524762 w 2524762"/>
              <a:gd name="connsiteY2" fmla="*/ 69954 h 2006717"/>
              <a:gd name="connsiteX3" fmla="*/ 2524762 w 2524762"/>
              <a:gd name="connsiteY3" fmla="*/ 1936763 h 2006717"/>
              <a:gd name="connsiteX4" fmla="*/ 2454808 w 2524762"/>
              <a:gd name="connsiteY4" fmla="*/ 2006717 h 2006717"/>
              <a:gd name="connsiteX5" fmla="*/ 69954 w 2524762"/>
              <a:gd name="connsiteY5" fmla="*/ 2006717 h 2006717"/>
              <a:gd name="connsiteX6" fmla="*/ 0 w 2524762"/>
              <a:gd name="connsiteY6" fmla="*/ 1936763 h 2006717"/>
              <a:gd name="connsiteX7" fmla="*/ 0 w 2524762"/>
              <a:gd name="connsiteY7" fmla="*/ 69954 h 2006717"/>
              <a:gd name="connsiteX8" fmla="*/ 69954 w 2524762"/>
              <a:gd name="connsiteY8" fmla="*/ 0 h 2006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24762" h="2006717">
                <a:moveTo>
                  <a:pt x="69954" y="0"/>
                </a:moveTo>
                <a:lnTo>
                  <a:pt x="2454808" y="0"/>
                </a:lnTo>
                <a:cubicBezTo>
                  <a:pt x="2493443" y="0"/>
                  <a:pt x="2524762" y="31319"/>
                  <a:pt x="2524762" y="69954"/>
                </a:cubicBezTo>
                <a:lnTo>
                  <a:pt x="2524762" y="1936763"/>
                </a:lnTo>
                <a:cubicBezTo>
                  <a:pt x="2524762" y="1975398"/>
                  <a:pt x="2493443" y="2006717"/>
                  <a:pt x="2454808" y="2006717"/>
                </a:cubicBezTo>
                <a:lnTo>
                  <a:pt x="69954" y="2006717"/>
                </a:lnTo>
                <a:cubicBezTo>
                  <a:pt x="31319" y="2006717"/>
                  <a:pt x="0" y="1975398"/>
                  <a:pt x="0" y="1936763"/>
                </a:cubicBezTo>
                <a:lnTo>
                  <a:pt x="0" y="69954"/>
                </a:lnTo>
                <a:cubicBezTo>
                  <a:pt x="0" y="31319"/>
                  <a:pt x="31319" y="0"/>
                  <a:pt x="6995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  <p:sp>
        <p:nvSpPr>
          <p:cNvPr id="13" name="Picture Placeholder 12">
            <a:extLst>
              <a:ext uri="{FF2B5EF4-FFF2-40B4-BE49-F238E27FC236}">
                <a16:creationId xmlns="" xmlns:a16="http://schemas.microsoft.com/office/drawing/2014/main" id="{2BC1B4D7-3E6E-4EB7-AD83-DEEFE507D58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3525" y="545173"/>
            <a:ext cx="2098835" cy="3632600"/>
          </a:xfrm>
          <a:custGeom>
            <a:avLst/>
            <a:gdLst>
              <a:gd name="connsiteX0" fmla="*/ 73165 w 2098835"/>
              <a:gd name="connsiteY0" fmla="*/ 0 h 3632600"/>
              <a:gd name="connsiteX1" fmla="*/ 2025670 w 2098835"/>
              <a:gd name="connsiteY1" fmla="*/ 0 h 3632600"/>
              <a:gd name="connsiteX2" fmla="*/ 2098835 w 2098835"/>
              <a:gd name="connsiteY2" fmla="*/ 73165 h 3632600"/>
              <a:gd name="connsiteX3" fmla="*/ 2098835 w 2098835"/>
              <a:gd name="connsiteY3" fmla="*/ 3559435 h 3632600"/>
              <a:gd name="connsiteX4" fmla="*/ 2025670 w 2098835"/>
              <a:gd name="connsiteY4" fmla="*/ 3632600 h 3632600"/>
              <a:gd name="connsiteX5" fmla="*/ 73165 w 2098835"/>
              <a:gd name="connsiteY5" fmla="*/ 3632600 h 3632600"/>
              <a:gd name="connsiteX6" fmla="*/ 0 w 2098835"/>
              <a:gd name="connsiteY6" fmla="*/ 3559435 h 3632600"/>
              <a:gd name="connsiteX7" fmla="*/ 0 w 2098835"/>
              <a:gd name="connsiteY7" fmla="*/ 73165 h 3632600"/>
              <a:gd name="connsiteX8" fmla="*/ 73165 w 2098835"/>
              <a:gd name="connsiteY8" fmla="*/ 0 h 3632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98835" h="3632600">
                <a:moveTo>
                  <a:pt x="73165" y="0"/>
                </a:moveTo>
                <a:lnTo>
                  <a:pt x="2025670" y="0"/>
                </a:lnTo>
                <a:cubicBezTo>
                  <a:pt x="2066078" y="0"/>
                  <a:pt x="2098835" y="32757"/>
                  <a:pt x="2098835" y="73165"/>
                </a:cubicBezTo>
                <a:lnTo>
                  <a:pt x="2098835" y="3559435"/>
                </a:lnTo>
                <a:cubicBezTo>
                  <a:pt x="2098835" y="3599843"/>
                  <a:pt x="2066078" y="3632600"/>
                  <a:pt x="2025670" y="3632600"/>
                </a:cubicBezTo>
                <a:lnTo>
                  <a:pt x="73165" y="3632600"/>
                </a:lnTo>
                <a:cubicBezTo>
                  <a:pt x="32757" y="3632600"/>
                  <a:pt x="0" y="3599843"/>
                  <a:pt x="0" y="3559435"/>
                </a:cubicBezTo>
                <a:lnTo>
                  <a:pt x="0" y="73165"/>
                </a:lnTo>
                <a:cubicBezTo>
                  <a:pt x="0" y="32757"/>
                  <a:pt x="32757" y="0"/>
                  <a:pt x="7316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  <p:sp>
        <p:nvSpPr>
          <p:cNvPr id="14" name="Picture Placeholder 13">
            <a:extLst>
              <a:ext uri="{FF2B5EF4-FFF2-40B4-BE49-F238E27FC236}">
                <a16:creationId xmlns="" xmlns:a16="http://schemas.microsoft.com/office/drawing/2014/main" id="{DFC72E20-93C0-4030-BF8E-5DD3CD790D1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695140" y="545173"/>
            <a:ext cx="4020623" cy="3632600"/>
          </a:xfrm>
          <a:custGeom>
            <a:avLst/>
            <a:gdLst>
              <a:gd name="connsiteX0" fmla="*/ 126632 w 4020623"/>
              <a:gd name="connsiteY0" fmla="*/ 0 h 3632600"/>
              <a:gd name="connsiteX1" fmla="*/ 3893991 w 4020623"/>
              <a:gd name="connsiteY1" fmla="*/ 0 h 3632600"/>
              <a:gd name="connsiteX2" fmla="*/ 4020623 w 4020623"/>
              <a:gd name="connsiteY2" fmla="*/ 126632 h 3632600"/>
              <a:gd name="connsiteX3" fmla="*/ 4020623 w 4020623"/>
              <a:gd name="connsiteY3" fmla="*/ 3505968 h 3632600"/>
              <a:gd name="connsiteX4" fmla="*/ 3893991 w 4020623"/>
              <a:gd name="connsiteY4" fmla="*/ 3632600 h 3632600"/>
              <a:gd name="connsiteX5" fmla="*/ 126632 w 4020623"/>
              <a:gd name="connsiteY5" fmla="*/ 3632600 h 3632600"/>
              <a:gd name="connsiteX6" fmla="*/ 0 w 4020623"/>
              <a:gd name="connsiteY6" fmla="*/ 3505968 h 3632600"/>
              <a:gd name="connsiteX7" fmla="*/ 0 w 4020623"/>
              <a:gd name="connsiteY7" fmla="*/ 126632 h 3632600"/>
              <a:gd name="connsiteX8" fmla="*/ 126632 w 4020623"/>
              <a:gd name="connsiteY8" fmla="*/ 0 h 3632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020623" h="3632600">
                <a:moveTo>
                  <a:pt x="126632" y="0"/>
                </a:moveTo>
                <a:lnTo>
                  <a:pt x="3893991" y="0"/>
                </a:lnTo>
                <a:cubicBezTo>
                  <a:pt x="3963928" y="0"/>
                  <a:pt x="4020623" y="56695"/>
                  <a:pt x="4020623" y="126632"/>
                </a:cubicBezTo>
                <a:lnTo>
                  <a:pt x="4020623" y="3505968"/>
                </a:lnTo>
                <a:cubicBezTo>
                  <a:pt x="4020623" y="3575905"/>
                  <a:pt x="3963928" y="3632600"/>
                  <a:pt x="3893991" y="3632600"/>
                </a:cubicBezTo>
                <a:lnTo>
                  <a:pt x="126632" y="3632600"/>
                </a:lnTo>
                <a:cubicBezTo>
                  <a:pt x="56695" y="3632600"/>
                  <a:pt x="0" y="3575905"/>
                  <a:pt x="0" y="3505968"/>
                </a:cubicBezTo>
                <a:lnTo>
                  <a:pt x="0" y="126632"/>
                </a:lnTo>
                <a:cubicBezTo>
                  <a:pt x="0" y="56695"/>
                  <a:pt x="56695" y="0"/>
                  <a:pt x="12663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696206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="" xmlns:a16="http://schemas.microsoft.com/office/drawing/2014/main" id="{2DA4E6D5-6A32-4325-9384-2BDBBFCAB9B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4280893"/>
            <a:ext cx="12192000" cy="2577106"/>
          </a:xfrm>
          <a:custGeom>
            <a:avLst/>
            <a:gdLst>
              <a:gd name="connsiteX0" fmla="*/ 0 w 12192000"/>
              <a:gd name="connsiteY0" fmla="*/ 0 h 2577106"/>
              <a:gd name="connsiteX1" fmla="*/ 12192000 w 12192000"/>
              <a:gd name="connsiteY1" fmla="*/ 0 h 2577106"/>
              <a:gd name="connsiteX2" fmla="*/ 12192000 w 12192000"/>
              <a:gd name="connsiteY2" fmla="*/ 2577106 h 2577106"/>
              <a:gd name="connsiteX3" fmla="*/ 0 w 12192000"/>
              <a:gd name="connsiteY3" fmla="*/ 2577106 h 2577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577106">
                <a:moveTo>
                  <a:pt x="0" y="0"/>
                </a:moveTo>
                <a:lnTo>
                  <a:pt x="12192000" y="0"/>
                </a:lnTo>
                <a:lnTo>
                  <a:pt x="12192000" y="2577106"/>
                </a:lnTo>
                <a:lnTo>
                  <a:pt x="0" y="257710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529895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="" xmlns:a16="http://schemas.microsoft.com/office/drawing/2014/main" id="{1229A4BA-DDF1-409C-93E4-A3A2496328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  <p:sp>
        <p:nvSpPr>
          <p:cNvPr id="7" name="Picture Placeholder 6">
            <a:extLst>
              <a:ext uri="{FF2B5EF4-FFF2-40B4-BE49-F238E27FC236}">
                <a16:creationId xmlns="" xmlns:a16="http://schemas.microsoft.com/office/drawing/2014/main" id="{7FFD8588-1492-4066-9B6A-9A8D093D43D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3416" y="869060"/>
            <a:ext cx="1319118" cy="1319118"/>
          </a:xfrm>
          <a:custGeom>
            <a:avLst/>
            <a:gdLst>
              <a:gd name="connsiteX0" fmla="*/ 659559 w 1319118"/>
              <a:gd name="connsiteY0" fmla="*/ 0 h 1319118"/>
              <a:gd name="connsiteX1" fmla="*/ 1319118 w 1319118"/>
              <a:gd name="connsiteY1" fmla="*/ 659559 h 1319118"/>
              <a:gd name="connsiteX2" fmla="*/ 659559 w 1319118"/>
              <a:gd name="connsiteY2" fmla="*/ 1319118 h 1319118"/>
              <a:gd name="connsiteX3" fmla="*/ 0 w 1319118"/>
              <a:gd name="connsiteY3" fmla="*/ 659559 h 1319118"/>
              <a:gd name="connsiteX4" fmla="*/ 659559 w 1319118"/>
              <a:gd name="connsiteY4" fmla="*/ 0 h 1319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9118" h="1319118">
                <a:moveTo>
                  <a:pt x="659559" y="0"/>
                </a:moveTo>
                <a:cubicBezTo>
                  <a:pt x="1023823" y="0"/>
                  <a:pt x="1319118" y="295295"/>
                  <a:pt x="1319118" y="659559"/>
                </a:cubicBezTo>
                <a:cubicBezTo>
                  <a:pt x="1319118" y="1023823"/>
                  <a:pt x="1023823" y="1319118"/>
                  <a:pt x="659559" y="1319118"/>
                </a:cubicBezTo>
                <a:cubicBezTo>
                  <a:pt x="295295" y="1319118"/>
                  <a:pt x="0" y="1023823"/>
                  <a:pt x="0" y="659559"/>
                </a:cubicBezTo>
                <a:cubicBezTo>
                  <a:pt x="0" y="295295"/>
                  <a:pt x="295295" y="0"/>
                  <a:pt x="65955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008799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="" xmlns:a16="http://schemas.microsoft.com/office/drawing/2014/main" id="{A857EF44-6385-46B5-8725-9FE5C48420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01003" y="3580166"/>
            <a:ext cx="4656795" cy="2578848"/>
          </a:xfrm>
          <a:custGeom>
            <a:avLst/>
            <a:gdLst>
              <a:gd name="connsiteX0" fmla="*/ 1219057 w 4656795"/>
              <a:gd name="connsiteY0" fmla="*/ 0 h 2578848"/>
              <a:gd name="connsiteX1" fmla="*/ 3437739 w 4656795"/>
              <a:gd name="connsiteY1" fmla="*/ 0 h 2578848"/>
              <a:gd name="connsiteX2" fmla="*/ 4656795 w 4656795"/>
              <a:gd name="connsiteY2" fmla="*/ 1289424 h 2578848"/>
              <a:gd name="connsiteX3" fmla="*/ 3437739 w 4656795"/>
              <a:gd name="connsiteY3" fmla="*/ 2578848 h 2578848"/>
              <a:gd name="connsiteX4" fmla="*/ 1219057 w 4656795"/>
              <a:gd name="connsiteY4" fmla="*/ 2578848 h 2578848"/>
              <a:gd name="connsiteX5" fmla="*/ 0 w 4656795"/>
              <a:gd name="connsiteY5" fmla="*/ 1289424 h 2578848"/>
              <a:gd name="connsiteX6" fmla="*/ 1219057 w 4656795"/>
              <a:gd name="connsiteY6" fmla="*/ 0 h 2578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56795" h="2578848">
                <a:moveTo>
                  <a:pt x="1219057" y="0"/>
                </a:moveTo>
                <a:lnTo>
                  <a:pt x="3437739" y="0"/>
                </a:lnTo>
                <a:cubicBezTo>
                  <a:pt x="4110658" y="0"/>
                  <a:pt x="4656795" y="577529"/>
                  <a:pt x="4656795" y="1289424"/>
                </a:cubicBezTo>
                <a:cubicBezTo>
                  <a:pt x="4656795" y="2001320"/>
                  <a:pt x="4110658" y="2578848"/>
                  <a:pt x="3437739" y="2578848"/>
                </a:cubicBezTo>
                <a:lnTo>
                  <a:pt x="1219057" y="2578848"/>
                </a:lnTo>
                <a:cubicBezTo>
                  <a:pt x="546138" y="2578848"/>
                  <a:pt x="0" y="2001320"/>
                  <a:pt x="0" y="1289424"/>
                </a:cubicBezTo>
                <a:cubicBezTo>
                  <a:pt x="0" y="577529"/>
                  <a:pt x="546138" y="0"/>
                  <a:pt x="121905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  <p:sp>
        <p:nvSpPr>
          <p:cNvPr id="9" name="Picture Placeholder 8">
            <a:extLst>
              <a:ext uri="{FF2B5EF4-FFF2-40B4-BE49-F238E27FC236}">
                <a16:creationId xmlns="" xmlns:a16="http://schemas.microsoft.com/office/drawing/2014/main" id="{2D8F9F75-0200-4942-A84F-1C82B4C1B2D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01003" y="698991"/>
            <a:ext cx="4656795" cy="2578850"/>
          </a:xfrm>
          <a:custGeom>
            <a:avLst/>
            <a:gdLst>
              <a:gd name="connsiteX0" fmla="*/ 1219057 w 4656795"/>
              <a:gd name="connsiteY0" fmla="*/ 0 h 2578850"/>
              <a:gd name="connsiteX1" fmla="*/ 3437739 w 4656795"/>
              <a:gd name="connsiteY1" fmla="*/ 0 h 2578850"/>
              <a:gd name="connsiteX2" fmla="*/ 4656795 w 4656795"/>
              <a:gd name="connsiteY2" fmla="*/ 1289425 h 2578850"/>
              <a:gd name="connsiteX3" fmla="*/ 3437739 w 4656795"/>
              <a:gd name="connsiteY3" fmla="*/ 2578848 h 2578850"/>
              <a:gd name="connsiteX4" fmla="*/ 1219057 w 4656795"/>
              <a:gd name="connsiteY4" fmla="*/ 2578848 h 2578850"/>
              <a:gd name="connsiteX5" fmla="*/ 0 w 4656795"/>
              <a:gd name="connsiteY5" fmla="*/ 1289425 h 2578850"/>
              <a:gd name="connsiteX6" fmla="*/ 1219057 w 4656795"/>
              <a:gd name="connsiteY6" fmla="*/ 0 h 2578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56795" h="2578850">
                <a:moveTo>
                  <a:pt x="1219057" y="0"/>
                </a:moveTo>
                <a:lnTo>
                  <a:pt x="3437739" y="0"/>
                </a:lnTo>
                <a:cubicBezTo>
                  <a:pt x="4110658" y="0"/>
                  <a:pt x="4656795" y="577529"/>
                  <a:pt x="4656795" y="1289425"/>
                </a:cubicBezTo>
                <a:cubicBezTo>
                  <a:pt x="4656795" y="2001320"/>
                  <a:pt x="4110658" y="2578848"/>
                  <a:pt x="3437739" y="2578848"/>
                </a:cubicBezTo>
                <a:lnTo>
                  <a:pt x="1219057" y="2578848"/>
                </a:lnTo>
                <a:cubicBezTo>
                  <a:pt x="546138" y="2580140"/>
                  <a:pt x="0" y="2002613"/>
                  <a:pt x="0" y="1289425"/>
                </a:cubicBezTo>
                <a:cubicBezTo>
                  <a:pt x="0" y="577529"/>
                  <a:pt x="546138" y="0"/>
                  <a:pt x="121905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60242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="" xmlns:a16="http://schemas.microsoft.com/office/drawing/2014/main" id="{678FF98B-250F-4B58-BF89-247589DDC3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036" y="1"/>
            <a:ext cx="1626093" cy="6858000"/>
          </a:xfrm>
          <a:custGeom>
            <a:avLst/>
            <a:gdLst>
              <a:gd name="connsiteX0" fmla="*/ 0 w 1626093"/>
              <a:gd name="connsiteY0" fmla="*/ 0 h 6858000"/>
              <a:gd name="connsiteX1" fmla="*/ 1626093 w 1626093"/>
              <a:gd name="connsiteY1" fmla="*/ 0 h 6858000"/>
              <a:gd name="connsiteX2" fmla="*/ 1626093 w 1626093"/>
              <a:gd name="connsiteY2" fmla="*/ 6858000 h 6858000"/>
              <a:gd name="connsiteX3" fmla="*/ 0 w 162609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26093" h="6858000">
                <a:moveTo>
                  <a:pt x="0" y="0"/>
                </a:moveTo>
                <a:lnTo>
                  <a:pt x="1626093" y="0"/>
                </a:lnTo>
                <a:lnTo>
                  <a:pt x="1626093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929629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17304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="" xmlns:a16="http://schemas.microsoft.com/office/drawing/2014/main" id="{94E0C279-7E0C-45BC-8AEA-6F40FAD8B94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9127" y="3241376"/>
            <a:ext cx="10513747" cy="1157588"/>
          </a:xfrm>
          <a:custGeom>
            <a:avLst/>
            <a:gdLst>
              <a:gd name="connsiteX0" fmla="*/ 0 w 10513747"/>
              <a:gd name="connsiteY0" fmla="*/ 0 h 1157588"/>
              <a:gd name="connsiteX1" fmla="*/ 10513747 w 10513747"/>
              <a:gd name="connsiteY1" fmla="*/ 0 h 1157588"/>
              <a:gd name="connsiteX2" fmla="*/ 10513747 w 10513747"/>
              <a:gd name="connsiteY2" fmla="*/ 1157588 h 1157588"/>
              <a:gd name="connsiteX3" fmla="*/ 0 w 10513747"/>
              <a:gd name="connsiteY3" fmla="*/ 1157588 h 1157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13747" h="1157588">
                <a:moveTo>
                  <a:pt x="0" y="0"/>
                </a:moveTo>
                <a:lnTo>
                  <a:pt x="10513747" y="0"/>
                </a:lnTo>
                <a:lnTo>
                  <a:pt x="10513747" y="1157588"/>
                </a:lnTo>
                <a:lnTo>
                  <a:pt x="0" y="115758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  <p:sp>
        <p:nvSpPr>
          <p:cNvPr id="11" name="Picture Placeholder 10">
            <a:extLst>
              <a:ext uri="{FF2B5EF4-FFF2-40B4-BE49-F238E27FC236}">
                <a16:creationId xmlns="" xmlns:a16="http://schemas.microsoft.com/office/drawing/2014/main" id="{FC7F86E9-1D37-4D7C-8C6F-A73369808CD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9127" y="1874363"/>
            <a:ext cx="10513747" cy="1157588"/>
          </a:xfrm>
          <a:custGeom>
            <a:avLst/>
            <a:gdLst>
              <a:gd name="connsiteX0" fmla="*/ 0 w 10513747"/>
              <a:gd name="connsiteY0" fmla="*/ 0 h 1157588"/>
              <a:gd name="connsiteX1" fmla="*/ 10513747 w 10513747"/>
              <a:gd name="connsiteY1" fmla="*/ 0 h 1157588"/>
              <a:gd name="connsiteX2" fmla="*/ 10513747 w 10513747"/>
              <a:gd name="connsiteY2" fmla="*/ 1157588 h 1157588"/>
              <a:gd name="connsiteX3" fmla="*/ 0 w 10513747"/>
              <a:gd name="connsiteY3" fmla="*/ 1157588 h 1157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13747" h="1157588">
                <a:moveTo>
                  <a:pt x="0" y="0"/>
                </a:moveTo>
                <a:lnTo>
                  <a:pt x="10513747" y="0"/>
                </a:lnTo>
                <a:lnTo>
                  <a:pt x="10513747" y="1157588"/>
                </a:lnTo>
                <a:lnTo>
                  <a:pt x="0" y="115758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519246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="" xmlns:a16="http://schemas.microsoft.com/office/drawing/2014/main" id="{EA77F25E-3898-4E7B-BDA7-D05942601DF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816806" y="495953"/>
            <a:ext cx="990412" cy="990412"/>
          </a:xfrm>
          <a:custGeom>
            <a:avLst/>
            <a:gdLst>
              <a:gd name="connsiteX0" fmla="*/ 495206 w 990412"/>
              <a:gd name="connsiteY0" fmla="*/ 0 h 990412"/>
              <a:gd name="connsiteX1" fmla="*/ 990412 w 990412"/>
              <a:gd name="connsiteY1" fmla="*/ 495206 h 990412"/>
              <a:gd name="connsiteX2" fmla="*/ 495206 w 990412"/>
              <a:gd name="connsiteY2" fmla="*/ 990412 h 990412"/>
              <a:gd name="connsiteX3" fmla="*/ 0 w 990412"/>
              <a:gd name="connsiteY3" fmla="*/ 495206 h 990412"/>
              <a:gd name="connsiteX4" fmla="*/ 495206 w 990412"/>
              <a:gd name="connsiteY4" fmla="*/ 0 h 990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0412" h="990412">
                <a:moveTo>
                  <a:pt x="495206" y="0"/>
                </a:moveTo>
                <a:cubicBezTo>
                  <a:pt x="768701" y="0"/>
                  <a:pt x="990412" y="221711"/>
                  <a:pt x="990412" y="495206"/>
                </a:cubicBezTo>
                <a:cubicBezTo>
                  <a:pt x="990412" y="768701"/>
                  <a:pt x="768701" y="990412"/>
                  <a:pt x="495206" y="990412"/>
                </a:cubicBezTo>
                <a:cubicBezTo>
                  <a:pt x="221711" y="990412"/>
                  <a:pt x="0" y="768701"/>
                  <a:pt x="0" y="495206"/>
                </a:cubicBezTo>
                <a:cubicBezTo>
                  <a:pt x="0" y="221711"/>
                  <a:pt x="221711" y="0"/>
                  <a:pt x="49520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  <p:sp>
        <p:nvSpPr>
          <p:cNvPr id="20" name="Picture Placeholder 19">
            <a:extLst>
              <a:ext uri="{FF2B5EF4-FFF2-40B4-BE49-F238E27FC236}">
                <a16:creationId xmlns="" xmlns:a16="http://schemas.microsoft.com/office/drawing/2014/main" id="{AB503744-3834-4F90-8B6A-9DC48FE8A23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70836" y="495953"/>
            <a:ext cx="990412" cy="990412"/>
          </a:xfrm>
          <a:custGeom>
            <a:avLst/>
            <a:gdLst>
              <a:gd name="connsiteX0" fmla="*/ 495206 w 990412"/>
              <a:gd name="connsiteY0" fmla="*/ 0 h 990412"/>
              <a:gd name="connsiteX1" fmla="*/ 990412 w 990412"/>
              <a:gd name="connsiteY1" fmla="*/ 495206 h 990412"/>
              <a:gd name="connsiteX2" fmla="*/ 495206 w 990412"/>
              <a:gd name="connsiteY2" fmla="*/ 990412 h 990412"/>
              <a:gd name="connsiteX3" fmla="*/ 0 w 990412"/>
              <a:gd name="connsiteY3" fmla="*/ 495206 h 990412"/>
              <a:gd name="connsiteX4" fmla="*/ 495206 w 990412"/>
              <a:gd name="connsiteY4" fmla="*/ 0 h 990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0412" h="990412">
                <a:moveTo>
                  <a:pt x="495206" y="0"/>
                </a:moveTo>
                <a:cubicBezTo>
                  <a:pt x="768701" y="0"/>
                  <a:pt x="990412" y="221711"/>
                  <a:pt x="990412" y="495206"/>
                </a:cubicBezTo>
                <a:cubicBezTo>
                  <a:pt x="990412" y="768701"/>
                  <a:pt x="768701" y="990412"/>
                  <a:pt x="495206" y="990412"/>
                </a:cubicBezTo>
                <a:cubicBezTo>
                  <a:pt x="221711" y="990412"/>
                  <a:pt x="0" y="768701"/>
                  <a:pt x="0" y="495206"/>
                </a:cubicBezTo>
                <a:cubicBezTo>
                  <a:pt x="0" y="221711"/>
                  <a:pt x="221711" y="0"/>
                  <a:pt x="49520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  <p:sp>
        <p:nvSpPr>
          <p:cNvPr id="21" name="Picture Placeholder 20">
            <a:extLst>
              <a:ext uri="{FF2B5EF4-FFF2-40B4-BE49-F238E27FC236}">
                <a16:creationId xmlns="" xmlns:a16="http://schemas.microsoft.com/office/drawing/2014/main" id="{1AC555F7-1E83-4AA7-A0D0-CCB3BA4727E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551572" y="495953"/>
            <a:ext cx="990412" cy="990412"/>
          </a:xfrm>
          <a:custGeom>
            <a:avLst/>
            <a:gdLst>
              <a:gd name="connsiteX0" fmla="*/ 495206 w 990412"/>
              <a:gd name="connsiteY0" fmla="*/ 0 h 990412"/>
              <a:gd name="connsiteX1" fmla="*/ 990412 w 990412"/>
              <a:gd name="connsiteY1" fmla="*/ 495206 h 990412"/>
              <a:gd name="connsiteX2" fmla="*/ 495206 w 990412"/>
              <a:gd name="connsiteY2" fmla="*/ 990412 h 990412"/>
              <a:gd name="connsiteX3" fmla="*/ 0 w 990412"/>
              <a:gd name="connsiteY3" fmla="*/ 495206 h 990412"/>
              <a:gd name="connsiteX4" fmla="*/ 495206 w 990412"/>
              <a:gd name="connsiteY4" fmla="*/ 0 h 990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0412" h="990412">
                <a:moveTo>
                  <a:pt x="495206" y="0"/>
                </a:moveTo>
                <a:cubicBezTo>
                  <a:pt x="768701" y="0"/>
                  <a:pt x="990412" y="221711"/>
                  <a:pt x="990412" y="495206"/>
                </a:cubicBezTo>
                <a:cubicBezTo>
                  <a:pt x="990412" y="768701"/>
                  <a:pt x="768701" y="990412"/>
                  <a:pt x="495206" y="990412"/>
                </a:cubicBezTo>
                <a:cubicBezTo>
                  <a:pt x="221711" y="990412"/>
                  <a:pt x="0" y="768701"/>
                  <a:pt x="0" y="495206"/>
                </a:cubicBezTo>
                <a:cubicBezTo>
                  <a:pt x="0" y="221711"/>
                  <a:pt x="221711" y="0"/>
                  <a:pt x="49520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  <p:sp>
        <p:nvSpPr>
          <p:cNvPr id="13" name="Picture Placeholder 12">
            <a:extLst>
              <a:ext uri="{FF2B5EF4-FFF2-40B4-BE49-F238E27FC236}">
                <a16:creationId xmlns="" xmlns:a16="http://schemas.microsoft.com/office/drawing/2014/main" id="{17D374F9-9EDC-4116-8B8B-295A1EB1D7D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7791" y="2286001"/>
            <a:ext cx="3409006" cy="2453055"/>
          </a:xfrm>
          <a:custGeom>
            <a:avLst/>
            <a:gdLst>
              <a:gd name="connsiteX0" fmla="*/ 168598 w 3409006"/>
              <a:gd name="connsiteY0" fmla="*/ 0 h 2453055"/>
              <a:gd name="connsiteX1" fmla="*/ 3240408 w 3409006"/>
              <a:gd name="connsiteY1" fmla="*/ 0 h 2453055"/>
              <a:gd name="connsiteX2" fmla="*/ 3409006 w 3409006"/>
              <a:gd name="connsiteY2" fmla="*/ 168598 h 2453055"/>
              <a:gd name="connsiteX3" fmla="*/ 3409006 w 3409006"/>
              <a:gd name="connsiteY3" fmla="*/ 2284457 h 2453055"/>
              <a:gd name="connsiteX4" fmla="*/ 3240408 w 3409006"/>
              <a:gd name="connsiteY4" fmla="*/ 2453055 h 2453055"/>
              <a:gd name="connsiteX5" fmla="*/ 168598 w 3409006"/>
              <a:gd name="connsiteY5" fmla="*/ 2453055 h 2453055"/>
              <a:gd name="connsiteX6" fmla="*/ 0 w 3409006"/>
              <a:gd name="connsiteY6" fmla="*/ 2284457 h 2453055"/>
              <a:gd name="connsiteX7" fmla="*/ 0 w 3409006"/>
              <a:gd name="connsiteY7" fmla="*/ 168598 h 2453055"/>
              <a:gd name="connsiteX8" fmla="*/ 168598 w 3409006"/>
              <a:gd name="connsiteY8" fmla="*/ 0 h 2453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09006" h="2453055">
                <a:moveTo>
                  <a:pt x="168598" y="0"/>
                </a:moveTo>
                <a:lnTo>
                  <a:pt x="3240408" y="0"/>
                </a:lnTo>
                <a:cubicBezTo>
                  <a:pt x="3333522" y="0"/>
                  <a:pt x="3409006" y="75484"/>
                  <a:pt x="3409006" y="168598"/>
                </a:cubicBezTo>
                <a:lnTo>
                  <a:pt x="3409006" y="2284457"/>
                </a:lnTo>
                <a:cubicBezTo>
                  <a:pt x="3409006" y="2377571"/>
                  <a:pt x="3333522" y="2453055"/>
                  <a:pt x="3240408" y="2453055"/>
                </a:cubicBezTo>
                <a:lnTo>
                  <a:pt x="168598" y="2453055"/>
                </a:lnTo>
                <a:cubicBezTo>
                  <a:pt x="75484" y="2453055"/>
                  <a:pt x="0" y="2377571"/>
                  <a:pt x="0" y="2284457"/>
                </a:cubicBezTo>
                <a:lnTo>
                  <a:pt x="0" y="168598"/>
                </a:lnTo>
                <a:cubicBezTo>
                  <a:pt x="0" y="75484"/>
                  <a:pt x="75484" y="0"/>
                  <a:pt x="16859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  <p:sp>
        <p:nvSpPr>
          <p:cNvPr id="14" name="Picture Placeholder 13">
            <a:extLst>
              <a:ext uri="{FF2B5EF4-FFF2-40B4-BE49-F238E27FC236}">
                <a16:creationId xmlns="" xmlns:a16="http://schemas.microsoft.com/office/drawing/2014/main" id="{9B093975-FCA8-4EB9-ABB4-E8E4162CE6C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91497" y="2286001"/>
            <a:ext cx="3409006" cy="2453055"/>
          </a:xfrm>
          <a:custGeom>
            <a:avLst/>
            <a:gdLst>
              <a:gd name="connsiteX0" fmla="*/ 168598 w 3409006"/>
              <a:gd name="connsiteY0" fmla="*/ 0 h 2453055"/>
              <a:gd name="connsiteX1" fmla="*/ 3240408 w 3409006"/>
              <a:gd name="connsiteY1" fmla="*/ 0 h 2453055"/>
              <a:gd name="connsiteX2" fmla="*/ 3409006 w 3409006"/>
              <a:gd name="connsiteY2" fmla="*/ 168598 h 2453055"/>
              <a:gd name="connsiteX3" fmla="*/ 3409006 w 3409006"/>
              <a:gd name="connsiteY3" fmla="*/ 2284457 h 2453055"/>
              <a:gd name="connsiteX4" fmla="*/ 3240408 w 3409006"/>
              <a:gd name="connsiteY4" fmla="*/ 2453055 h 2453055"/>
              <a:gd name="connsiteX5" fmla="*/ 168598 w 3409006"/>
              <a:gd name="connsiteY5" fmla="*/ 2453055 h 2453055"/>
              <a:gd name="connsiteX6" fmla="*/ 0 w 3409006"/>
              <a:gd name="connsiteY6" fmla="*/ 2284457 h 2453055"/>
              <a:gd name="connsiteX7" fmla="*/ 0 w 3409006"/>
              <a:gd name="connsiteY7" fmla="*/ 168598 h 2453055"/>
              <a:gd name="connsiteX8" fmla="*/ 168598 w 3409006"/>
              <a:gd name="connsiteY8" fmla="*/ 0 h 2453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09006" h="2453055">
                <a:moveTo>
                  <a:pt x="168598" y="0"/>
                </a:moveTo>
                <a:lnTo>
                  <a:pt x="3240408" y="0"/>
                </a:lnTo>
                <a:cubicBezTo>
                  <a:pt x="3333522" y="0"/>
                  <a:pt x="3409006" y="75484"/>
                  <a:pt x="3409006" y="168598"/>
                </a:cubicBezTo>
                <a:lnTo>
                  <a:pt x="3409006" y="2284457"/>
                </a:lnTo>
                <a:cubicBezTo>
                  <a:pt x="3409006" y="2377571"/>
                  <a:pt x="3333522" y="2453055"/>
                  <a:pt x="3240408" y="2453055"/>
                </a:cubicBezTo>
                <a:lnTo>
                  <a:pt x="168598" y="2453055"/>
                </a:lnTo>
                <a:cubicBezTo>
                  <a:pt x="75484" y="2453055"/>
                  <a:pt x="0" y="2377571"/>
                  <a:pt x="0" y="2284457"/>
                </a:cubicBezTo>
                <a:lnTo>
                  <a:pt x="0" y="168598"/>
                </a:lnTo>
                <a:cubicBezTo>
                  <a:pt x="0" y="75484"/>
                  <a:pt x="75484" y="0"/>
                  <a:pt x="16859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  <p:sp>
        <p:nvSpPr>
          <p:cNvPr id="15" name="Picture Placeholder 14">
            <a:extLst>
              <a:ext uri="{FF2B5EF4-FFF2-40B4-BE49-F238E27FC236}">
                <a16:creationId xmlns="" xmlns:a16="http://schemas.microsoft.com/office/drawing/2014/main" id="{615375B5-889A-41B5-B72C-74A65C260B5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055203" y="2286001"/>
            <a:ext cx="3409006" cy="2453055"/>
          </a:xfrm>
          <a:custGeom>
            <a:avLst/>
            <a:gdLst>
              <a:gd name="connsiteX0" fmla="*/ 168598 w 3409006"/>
              <a:gd name="connsiteY0" fmla="*/ 0 h 2453055"/>
              <a:gd name="connsiteX1" fmla="*/ 3240408 w 3409006"/>
              <a:gd name="connsiteY1" fmla="*/ 0 h 2453055"/>
              <a:gd name="connsiteX2" fmla="*/ 3409006 w 3409006"/>
              <a:gd name="connsiteY2" fmla="*/ 168598 h 2453055"/>
              <a:gd name="connsiteX3" fmla="*/ 3409006 w 3409006"/>
              <a:gd name="connsiteY3" fmla="*/ 2284457 h 2453055"/>
              <a:gd name="connsiteX4" fmla="*/ 3240408 w 3409006"/>
              <a:gd name="connsiteY4" fmla="*/ 2453055 h 2453055"/>
              <a:gd name="connsiteX5" fmla="*/ 168598 w 3409006"/>
              <a:gd name="connsiteY5" fmla="*/ 2453055 h 2453055"/>
              <a:gd name="connsiteX6" fmla="*/ 0 w 3409006"/>
              <a:gd name="connsiteY6" fmla="*/ 2284457 h 2453055"/>
              <a:gd name="connsiteX7" fmla="*/ 0 w 3409006"/>
              <a:gd name="connsiteY7" fmla="*/ 168598 h 2453055"/>
              <a:gd name="connsiteX8" fmla="*/ 168598 w 3409006"/>
              <a:gd name="connsiteY8" fmla="*/ 0 h 2453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09006" h="2453055">
                <a:moveTo>
                  <a:pt x="168598" y="0"/>
                </a:moveTo>
                <a:lnTo>
                  <a:pt x="3240408" y="0"/>
                </a:lnTo>
                <a:cubicBezTo>
                  <a:pt x="3333522" y="0"/>
                  <a:pt x="3409006" y="75484"/>
                  <a:pt x="3409006" y="168598"/>
                </a:cubicBezTo>
                <a:lnTo>
                  <a:pt x="3409006" y="2284457"/>
                </a:lnTo>
                <a:cubicBezTo>
                  <a:pt x="3409006" y="2377571"/>
                  <a:pt x="3333522" y="2453055"/>
                  <a:pt x="3240408" y="2453055"/>
                </a:cubicBezTo>
                <a:lnTo>
                  <a:pt x="168598" y="2453055"/>
                </a:lnTo>
                <a:cubicBezTo>
                  <a:pt x="75484" y="2453055"/>
                  <a:pt x="0" y="2377571"/>
                  <a:pt x="0" y="2284457"/>
                </a:cubicBezTo>
                <a:lnTo>
                  <a:pt x="0" y="168598"/>
                </a:lnTo>
                <a:cubicBezTo>
                  <a:pt x="0" y="75484"/>
                  <a:pt x="75484" y="0"/>
                  <a:pt x="16859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634146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="" xmlns:a16="http://schemas.microsoft.com/office/drawing/2014/main" id="{D21DBE36-562E-47C2-88B1-AEC34849D40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31628" y="452562"/>
            <a:ext cx="3155432" cy="4361724"/>
          </a:xfrm>
          <a:custGeom>
            <a:avLst/>
            <a:gdLst>
              <a:gd name="connsiteX0" fmla="*/ 216873 w 3155432"/>
              <a:gd name="connsiteY0" fmla="*/ 0 h 4361724"/>
              <a:gd name="connsiteX1" fmla="*/ 2938559 w 3155432"/>
              <a:gd name="connsiteY1" fmla="*/ 0 h 4361724"/>
              <a:gd name="connsiteX2" fmla="*/ 3155432 w 3155432"/>
              <a:gd name="connsiteY2" fmla="*/ 216873 h 4361724"/>
              <a:gd name="connsiteX3" fmla="*/ 3155432 w 3155432"/>
              <a:gd name="connsiteY3" fmla="*/ 4144851 h 4361724"/>
              <a:gd name="connsiteX4" fmla="*/ 2938559 w 3155432"/>
              <a:gd name="connsiteY4" fmla="*/ 4361724 h 4361724"/>
              <a:gd name="connsiteX5" fmla="*/ 216873 w 3155432"/>
              <a:gd name="connsiteY5" fmla="*/ 4361724 h 4361724"/>
              <a:gd name="connsiteX6" fmla="*/ 0 w 3155432"/>
              <a:gd name="connsiteY6" fmla="*/ 4144851 h 4361724"/>
              <a:gd name="connsiteX7" fmla="*/ 0 w 3155432"/>
              <a:gd name="connsiteY7" fmla="*/ 216873 h 4361724"/>
              <a:gd name="connsiteX8" fmla="*/ 216873 w 3155432"/>
              <a:gd name="connsiteY8" fmla="*/ 0 h 4361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55432" h="4361724">
                <a:moveTo>
                  <a:pt x="216873" y="0"/>
                </a:moveTo>
                <a:lnTo>
                  <a:pt x="2938559" y="0"/>
                </a:lnTo>
                <a:cubicBezTo>
                  <a:pt x="3058335" y="0"/>
                  <a:pt x="3155432" y="97097"/>
                  <a:pt x="3155432" y="216873"/>
                </a:cubicBezTo>
                <a:lnTo>
                  <a:pt x="3155432" y="4144851"/>
                </a:lnTo>
                <a:cubicBezTo>
                  <a:pt x="3155432" y="4264627"/>
                  <a:pt x="3058335" y="4361724"/>
                  <a:pt x="2938559" y="4361724"/>
                </a:cubicBezTo>
                <a:lnTo>
                  <a:pt x="216873" y="4361724"/>
                </a:lnTo>
                <a:cubicBezTo>
                  <a:pt x="97097" y="4361724"/>
                  <a:pt x="0" y="4264627"/>
                  <a:pt x="0" y="4144851"/>
                </a:cubicBezTo>
                <a:lnTo>
                  <a:pt x="0" y="216873"/>
                </a:lnTo>
                <a:cubicBezTo>
                  <a:pt x="0" y="97097"/>
                  <a:pt x="97097" y="0"/>
                  <a:pt x="21687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  <p:sp>
        <p:nvSpPr>
          <p:cNvPr id="9" name="Picture Placeholder 8">
            <a:extLst>
              <a:ext uri="{FF2B5EF4-FFF2-40B4-BE49-F238E27FC236}">
                <a16:creationId xmlns="" xmlns:a16="http://schemas.microsoft.com/office/drawing/2014/main" id="{8E36CB03-7A2F-47AE-9E6B-9F1BA12A605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0483" y="452562"/>
            <a:ext cx="3155432" cy="4361724"/>
          </a:xfrm>
          <a:custGeom>
            <a:avLst/>
            <a:gdLst>
              <a:gd name="connsiteX0" fmla="*/ 216873 w 3155432"/>
              <a:gd name="connsiteY0" fmla="*/ 0 h 4361724"/>
              <a:gd name="connsiteX1" fmla="*/ 2938559 w 3155432"/>
              <a:gd name="connsiteY1" fmla="*/ 0 h 4361724"/>
              <a:gd name="connsiteX2" fmla="*/ 3155432 w 3155432"/>
              <a:gd name="connsiteY2" fmla="*/ 216873 h 4361724"/>
              <a:gd name="connsiteX3" fmla="*/ 3155432 w 3155432"/>
              <a:gd name="connsiteY3" fmla="*/ 4144851 h 4361724"/>
              <a:gd name="connsiteX4" fmla="*/ 2938559 w 3155432"/>
              <a:gd name="connsiteY4" fmla="*/ 4361724 h 4361724"/>
              <a:gd name="connsiteX5" fmla="*/ 216873 w 3155432"/>
              <a:gd name="connsiteY5" fmla="*/ 4361724 h 4361724"/>
              <a:gd name="connsiteX6" fmla="*/ 0 w 3155432"/>
              <a:gd name="connsiteY6" fmla="*/ 4144851 h 4361724"/>
              <a:gd name="connsiteX7" fmla="*/ 0 w 3155432"/>
              <a:gd name="connsiteY7" fmla="*/ 216873 h 4361724"/>
              <a:gd name="connsiteX8" fmla="*/ 216873 w 3155432"/>
              <a:gd name="connsiteY8" fmla="*/ 0 h 4361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55432" h="4361724">
                <a:moveTo>
                  <a:pt x="216873" y="0"/>
                </a:moveTo>
                <a:lnTo>
                  <a:pt x="2938559" y="0"/>
                </a:lnTo>
                <a:cubicBezTo>
                  <a:pt x="3058335" y="0"/>
                  <a:pt x="3155432" y="97097"/>
                  <a:pt x="3155432" y="216873"/>
                </a:cubicBezTo>
                <a:lnTo>
                  <a:pt x="3155432" y="4144851"/>
                </a:lnTo>
                <a:cubicBezTo>
                  <a:pt x="3155432" y="4264627"/>
                  <a:pt x="3058335" y="4361724"/>
                  <a:pt x="2938559" y="4361724"/>
                </a:cubicBezTo>
                <a:lnTo>
                  <a:pt x="216873" y="4361724"/>
                </a:lnTo>
                <a:cubicBezTo>
                  <a:pt x="97097" y="4361724"/>
                  <a:pt x="0" y="4264627"/>
                  <a:pt x="0" y="4144851"/>
                </a:cubicBezTo>
                <a:lnTo>
                  <a:pt x="0" y="216873"/>
                </a:lnTo>
                <a:cubicBezTo>
                  <a:pt x="0" y="97097"/>
                  <a:pt x="97097" y="0"/>
                  <a:pt x="21687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068672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="" xmlns:a16="http://schemas.microsoft.com/office/drawing/2014/main" id="{434BAC90-1C67-4D2C-9C10-82BDC73D70D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852887" y="0"/>
            <a:ext cx="6339114" cy="6858000"/>
          </a:xfrm>
          <a:custGeom>
            <a:avLst/>
            <a:gdLst>
              <a:gd name="connsiteX0" fmla="*/ 0 w 6339114"/>
              <a:gd name="connsiteY0" fmla="*/ 0 h 6858000"/>
              <a:gd name="connsiteX1" fmla="*/ 6339114 w 6339114"/>
              <a:gd name="connsiteY1" fmla="*/ 0 h 6858000"/>
              <a:gd name="connsiteX2" fmla="*/ 6339114 w 6339114"/>
              <a:gd name="connsiteY2" fmla="*/ 6858000 h 6858000"/>
              <a:gd name="connsiteX3" fmla="*/ 0 w 633911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39114" h="6858000">
                <a:moveTo>
                  <a:pt x="0" y="0"/>
                </a:moveTo>
                <a:lnTo>
                  <a:pt x="6339114" y="0"/>
                </a:lnTo>
                <a:lnTo>
                  <a:pt x="6339114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  <p:sp>
        <p:nvSpPr>
          <p:cNvPr id="9" name="Picture Placeholder 8">
            <a:extLst>
              <a:ext uri="{FF2B5EF4-FFF2-40B4-BE49-F238E27FC236}">
                <a16:creationId xmlns="" xmlns:a16="http://schemas.microsoft.com/office/drawing/2014/main" id="{3113E156-9A2A-4E9D-BF0C-E9CCCC2DF32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48690" y="4460127"/>
            <a:ext cx="1235010" cy="1235010"/>
          </a:xfrm>
          <a:custGeom>
            <a:avLst/>
            <a:gdLst>
              <a:gd name="connsiteX0" fmla="*/ 617505 w 1235010"/>
              <a:gd name="connsiteY0" fmla="*/ 0 h 1235010"/>
              <a:gd name="connsiteX1" fmla="*/ 1235010 w 1235010"/>
              <a:gd name="connsiteY1" fmla="*/ 617505 h 1235010"/>
              <a:gd name="connsiteX2" fmla="*/ 617505 w 1235010"/>
              <a:gd name="connsiteY2" fmla="*/ 1235010 h 1235010"/>
              <a:gd name="connsiteX3" fmla="*/ 0 w 1235010"/>
              <a:gd name="connsiteY3" fmla="*/ 617505 h 1235010"/>
              <a:gd name="connsiteX4" fmla="*/ 617505 w 1235010"/>
              <a:gd name="connsiteY4" fmla="*/ 0 h 1235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5010" h="1235010">
                <a:moveTo>
                  <a:pt x="617505" y="0"/>
                </a:moveTo>
                <a:cubicBezTo>
                  <a:pt x="958544" y="0"/>
                  <a:pt x="1235010" y="276466"/>
                  <a:pt x="1235010" y="617505"/>
                </a:cubicBezTo>
                <a:cubicBezTo>
                  <a:pt x="1235010" y="958544"/>
                  <a:pt x="958544" y="1235010"/>
                  <a:pt x="617505" y="1235010"/>
                </a:cubicBezTo>
                <a:cubicBezTo>
                  <a:pt x="276466" y="1235010"/>
                  <a:pt x="0" y="958544"/>
                  <a:pt x="0" y="617505"/>
                </a:cubicBezTo>
                <a:cubicBezTo>
                  <a:pt x="0" y="276466"/>
                  <a:pt x="276466" y="0"/>
                  <a:pt x="61750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368396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="" xmlns:a16="http://schemas.microsoft.com/office/drawing/2014/main" id="{BE57F8DD-8602-4CC8-B5D7-5A300FBA71D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" y="0"/>
            <a:ext cx="3495972" cy="6858000"/>
          </a:xfrm>
          <a:custGeom>
            <a:avLst/>
            <a:gdLst>
              <a:gd name="connsiteX0" fmla="*/ 0 w 3495972"/>
              <a:gd name="connsiteY0" fmla="*/ 0 h 6858000"/>
              <a:gd name="connsiteX1" fmla="*/ 3495972 w 3495972"/>
              <a:gd name="connsiteY1" fmla="*/ 0 h 6858000"/>
              <a:gd name="connsiteX2" fmla="*/ 3495972 w 3495972"/>
              <a:gd name="connsiteY2" fmla="*/ 6858000 h 6858000"/>
              <a:gd name="connsiteX3" fmla="*/ 0 w 34959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5972" h="6858000">
                <a:moveTo>
                  <a:pt x="0" y="0"/>
                </a:moveTo>
                <a:lnTo>
                  <a:pt x="3495972" y="0"/>
                </a:lnTo>
                <a:lnTo>
                  <a:pt x="3495972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  <p:sp>
        <p:nvSpPr>
          <p:cNvPr id="8" name="Picture Placeholder 7">
            <a:extLst>
              <a:ext uri="{FF2B5EF4-FFF2-40B4-BE49-F238E27FC236}">
                <a16:creationId xmlns="" xmlns:a16="http://schemas.microsoft.com/office/drawing/2014/main" id="{3F59B514-6996-4479-89A2-293FE923C92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696903" y="928643"/>
            <a:ext cx="1379010" cy="1379010"/>
          </a:xfrm>
          <a:custGeom>
            <a:avLst/>
            <a:gdLst>
              <a:gd name="connsiteX0" fmla="*/ 689505 w 1379010"/>
              <a:gd name="connsiteY0" fmla="*/ 0 h 1379010"/>
              <a:gd name="connsiteX1" fmla="*/ 1379010 w 1379010"/>
              <a:gd name="connsiteY1" fmla="*/ 689505 h 1379010"/>
              <a:gd name="connsiteX2" fmla="*/ 689505 w 1379010"/>
              <a:gd name="connsiteY2" fmla="*/ 1379010 h 1379010"/>
              <a:gd name="connsiteX3" fmla="*/ 0 w 1379010"/>
              <a:gd name="connsiteY3" fmla="*/ 689505 h 1379010"/>
              <a:gd name="connsiteX4" fmla="*/ 689505 w 1379010"/>
              <a:gd name="connsiteY4" fmla="*/ 0 h 137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9010" h="1379010">
                <a:moveTo>
                  <a:pt x="689505" y="0"/>
                </a:moveTo>
                <a:cubicBezTo>
                  <a:pt x="1070308" y="0"/>
                  <a:pt x="1379010" y="308702"/>
                  <a:pt x="1379010" y="689505"/>
                </a:cubicBezTo>
                <a:cubicBezTo>
                  <a:pt x="1379010" y="1070308"/>
                  <a:pt x="1070308" y="1379010"/>
                  <a:pt x="689505" y="1379010"/>
                </a:cubicBezTo>
                <a:cubicBezTo>
                  <a:pt x="308702" y="1379010"/>
                  <a:pt x="0" y="1070308"/>
                  <a:pt x="0" y="689505"/>
                </a:cubicBezTo>
                <a:cubicBezTo>
                  <a:pt x="0" y="308702"/>
                  <a:pt x="308702" y="0"/>
                  <a:pt x="68950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347615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="" xmlns:a16="http://schemas.microsoft.com/office/drawing/2014/main" id="{3C34F9CA-4068-4DC3-98BC-619C9A95E12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3761156"/>
            <a:ext cx="5145941" cy="3096845"/>
          </a:xfrm>
          <a:custGeom>
            <a:avLst/>
            <a:gdLst>
              <a:gd name="connsiteX0" fmla="*/ 0 w 5145941"/>
              <a:gd name="connsiteY0" fmla="*/ 0 h 3096845"/>
              <a:gd name="connsiteX1" fmla="*/ 5145941 w 5145941"/>
              <a:gd name="connsiteY1" fmla="*/ 0 h 3096845"/>
              <a:gd name="connsiteX2" fmla="*/ 5145941 w 5145941"/>
              <a:gd name="connsiteY2" fmla="*/ 3096845 h 3096845"/>
              <a:gd name="connsiteX3" fmla="*/ 0 w 5145941"/>
              <a:gd name="connsiteY3" fmla="*/ 3096845 h 309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45941" h="3096845">
                <a:moveTo>
                  <a:pt x="0" y="0"/>
                </a:moveTo>
                <a:lnTo>
                  <a:pt x="5145941" y="0"/>
                </a:lnTo>
                <a:lnTo>
                  <a:pt x="5145941" y="3096845"/>
                </a:lnTo>
                <a:lnTo>
                  <a:pt x="0" y="3096845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8707417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="" xmlns:a16="http://schemas.microsoft.com/office/drawing/2014/main" id="{CD994DB9-2FFD-490E-A93E-CF3A171B43E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6251" y="504825"/>
            <a:ext cx="5384392" cy="4476750"/>
          </a:xfrm>
          <a:custGeom>
            <a:avLst/>
            <a:gdLst>
              <a:gd name="connsiteX0" fmla="*/ 0 w 5384392"/>
              <a:gd name="connsiteY0" fmla="*/ 0 h 4476750"/>
              <a:gd name="connsiteX1" fmla="*/ 5384392 w 5384392"/>
              <a:gd name="connsiteY1" fmla="*/ 0 h 4476750"/>
              <a:gd name="connsiteX2" fmla="*/ 5384392 w 5384392"/>
              <a:gd name="connsiteY2" fmla="*/ 4476750 h 4476750"/>
              <a:gd name="connsiteX3" fmla="*/ 0 w 5384392"/>
              <a:gd name="connsiteY3" fmla="*/ 4476750 h 4476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84392" h="4476750">
                <a:moveTo>
                  <a:pt x="0" y="0"/>
                </a:moveTo>
                <a:lnTo>
                  <a:pt x="5384392" y="0"/>
                </a:lnTo>
                <a:lnTo>
                  <a:pt x="5384392" y="4476750"/>
                </a:lnTo>
                <a:lnTo>
                  <a:pt x="0" y="447675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934259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="" xmlns:a16="http://schemas.microsoft.com/office/drawing/2014/main" id="{315DA37D-A881-4BB0-B5FA-CA9EB3D49C4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2857" y="319314"/>
            <a:ext cx="11466286" cy="3033391"/>
          </a:xfrm>
          <a:custGeom>
            <a:avLst/>
            <a:gdLst>
              <a:gd name="connsiteX0" fmla="*/ 0 w 11466286"/>
              <a:gd name="connsiteY0" fmla="*/ 0 h 3033391"/>
              <a:gd name="connsiteX1" fmla="*/ 11466286 w 11466286"/>
              <a:gd name="connsiteY1" fmla="*/ 0 h 3033391"/>
              <a:gd name="connsiteX2" fmla="*/ 11466286 w 11466286"/>
              <a:gd name="connsiteY2" fmla="*/ 3033391 h 3033391"/>
              <a:gd name="connsiteX3" fmla="*/ 0 w 11466286"/>
              <a:gd name="connsiteY3" fmla="*/ 3033391 h 3033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66286" h="3033391">
                <a:moveTo>
                  <a:pt x="0" y="0"/>
                </a:moveTo>
                <a:lnTo>
                  <a:pt x="11466286" y="0"/>
                </a:lnTo>
                <a:lnTo>
                  <a:pt x="11466286" y="3033391"/>
                </a:lnTo>
                <a:lnTo>
                  <a:pt x="0" y="303339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  <p:sp>
        <p:nvSpPr>
          <p:cNvPr id="9" name="Picture Placeholder 8">
            <a:extLst>
              <a:ext uri="{FF2B5EF4-FFF2-40B4-BE49-F238E27FC236}">
                <a16:creationId xmlns="" xmlns:a16="http://schemas.microsoft.com/office/drawing/2014/main" id="{D68BB4A4-0D73-4A53-8935-5C3572E7A4C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665426" y="2201866"/>
            <a:ext cx="1379010" cy="1379010"/>
          </a:xfrm>
          <a:custGeom>
            <a:avLst/>
            <a:gdLst>
              <a:gd name="connsiteX0" fmla="*/ 689505 w 1379010"/>
              <a:gd name="connsiteY0" fmla="*/ 0 h 1379010"/>
              <a:gd name="connsiteX1" fmla="*/ 1379010 w 1379010"/>
              <a:gd name="connsiteY1" fmla="*/ 689505 h 1379010"/>
              <a:gd name="connsiteX2" fmla="*/ 689505 w 1379010"/>
              <a:gd name="connsiteY2" fmla="*/ 1379010 h 1379010"/>
              <a:gd name="connsiteX3" fmla="*/ 0 w 1379010"/>
              <a:gd name="connsiteY3" fmla="*/ 689505 h 1379010"/>
              <a:gd name="connsiteX4" fmla="*/ 689505 w 1379010"/>
              <a:gd name="connsiteY4" fmla="*/ 0 h 137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9010" h="1379010">
                <a:moveTo>
                  <a:pt x="689505" y="0"/>
                </a:moveTo>
                <a:cubicBezTo>
                  <a:pt x="1070308" y="0"/>
                  <a:pt x="1379010" y="308702"/>
                  <a:pt x="1379010" y="689505"/>
                </a:cubicBezTo>
                <a:cubicBezTo>
                  <a:pt x="1379010" y="1070308"/>
                  <a:pt x="1070308" y="1379010"/>
                  <a:pt x="689505" y="1379010"/>
                </a:cubicBezTo>
                <a:cubicBezTo>
                  <a:pt x="308702" y="1379010"/>
                  <a:pt x="0" y="1070308"/>
                  <a:pt x="0" y="689505"/>
                </a:cubicBezTo>
                <a:cubicBezTo>
                  <a:pt x="0" y="308702"/>
                  <a:pt x="308702" y="0"/>
                  <a:pt x="68950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606514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="" xmlns:a16="http://schemas.microsoft.com/office/drawing/2014/main" id="{09861EB9-B149-425C-8050-1C48EC89B8F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" y="1"/>
            <a:ext cx="12191999" cy="3715657"/>
          </a:xfrm>
          <a:custGeom>
            <a:avLst/>
            <a:gdLst>
              <a:gd name="connsiteX0" fmla="*/ 0 w 12191999"/>
              <a:gd name="connsiteY0" fmla="*/ 0 h 3715657"/>
              <a:gd name="connsiteX1" fmla="*/ 12191999 w 12191999"/>
              <a:gd name="connsiteY1" fmla="*/ 0 h 3715657"/>
              <a:gd name="connsiteX2" fmla="*/ 12191999 w 12191999"/>
              <a:gd name="connsiteY2" fmla="*/ 3715657 h 3715657"/>
              <a:gd name="connsiteX3" fmla="*/ 0 w 12191999"/>
              <a:gd name="connsiteY3" fmla="*/ 3715657 h 3715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3715657">
                <a:moveTo>
                  <a:pt x="0" y="0"/>
                </a:moveTo>
                <a:lnTo>
                  <a:pt x="12191999" y="0"/>
                </a:lnTo>
                <a:lnTo>
                  <a:pt x="12191999" y="3715657"/>
                </a:lnTo>
                <a:lnTo>
                  <a:pt x="0" y="371565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1139205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="" xmlns:a16="http://schemas.microsoft.com/office/drawing/2014/main" id="{31C970C7-C07C-4E61-B55E-02EBDB436A6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28623" y="2583247"/>
            <a:ext cx="1473966" cy="1473966"/>
          </a:xfrm>
          <a:custGeom>
            <a:avLst/>
            <a:gdLst>
              <a:gd name="connsiteX0" fmla="*/ 736983 w 1473966"/>
              <a:gd name="connsiteY0" fmla="*/ 0 h 1473966"/>
              <a:gd name="connsiteX1" fmla="*/ 1473966 w 1473966"/>
              <a:gd name="connsiteY1" fmla="*/ 736983 h 1473966"/>
              <a:gd name="connsiteX2" fmla="*/ 736983 w 1473966"/>
              <a:gd name="connsiteY2" fmla="*/ 1473966 h 1473966"/>
              <a:gd name="connsiteX3" fmla="*/ 0 w 1473966"/>
              <a:gd name="connsiteY3" fmla="*/ 736983 h 1473966"/>
              <a:gd name="connsiteX4" fmla="*/ 736983 w 1473966"/>
              <a:gd name="connsiteY4" fmla="*/ 0 h 1473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3966" h="1473966">
                <a:moveTo>
                  <a:pt x="736983" y="0"/>
                </a:moveTo>
                <a:cubicBezTo>
                  <a:pt x="1144007" y="0"/>
                  <a:pt x="1473966" y="329959"/>
                  <a:pt x="1473966" y="736983"/>
                </a:cubicBezTo>
                <a:cubicBezTo>
                  <a:pt x="1473966" y="1144007"/>
                  <a:pt x="1144007" y="1473966"/>
                  <a:pt x="736983" y="1473966"/>
                </a:cubicBezTo>
                <a:cubicBezTo>
                  <a:pt x="329959" y="1473966"/>
                  <a:pt x="0" y="1144007"/>
                  <a:pt x="0" y="736983"/>
                </a:cubicBezTo>
                <a:cubicBezTo>
                  <a:pt x="0" y="329959"/>
                  <a:pt x="329959" y="0"/>
                  <a:pt x="73698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  <p:sp>
        <p:nvSpPr>
          <p:cNvPr id="13" name="Picture Placeholder 12">
            <a:extLst>
              <a:ext uri="{FF2B5EF4-FFF2-40B4-BE49-F238E27FC236}">
                <a16:creationId xmlns="" xmlns:a16="http://schemas.microsoft.com/office/drawing/2014/main" id="{662F0663-3576-4553-82D7-142B384859A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928558" y="2583247"/>
            <a:ext cx="1473966" cy="1473966"/>
          </a:xfrm>
          <a:custGeom>
            <a:avLst/>
            <a:gdLst>
              <a:gd name="connsiteX0" fmla="*/ 736983 w 1473966"/>
              <a:gd name="connsiteY0" fmla="*/ 0 h 1473966"/>
              <a:gd name="connsiteX1" fmla="*/ 1473966 w 1473966"/>
              <a:gd name="connsiteY1" fmla="*/ 736983 h 1473966"/>
              <a:gd name="connsiteX2" fmla="*/ 736983 w 1473966"/>
              <a:gd name="connsiteY2" fmla="*/ 1473966 h 1473966"/>
              <a:gd name="connsiteX3" fmla="*/ 0 w 1473966"/>
              <a:gd name="connsiteY3" fmla="*/ 736983 h 1473966"/>
              <a:gd name="connsiteX4" fmla="*/ 736983 w 1473966"/>
              <a:gd name="connsiteY4" fmla="*/ 0 h 1473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3966" h="1473966">
                <a:moveTo>
                  <a:pt x="736983" y="0"/>
                </a:moveTo>
                <a:cubicBezTo>
                  <a:pt x="1144007" y="0"/>
                  <a:pt x="1473966" y="329959"/>
                  <a:pt x="1473966" y="736983"/>
                </a:cubicBezTo>
                <a:cubicBezTo>
                  <a:pt x="1473966" y="1144007"/>
                  <a:pt x="1144007" y="1473966"/>
                  <a:pt x="736983" y="1473966"/>
                </a:cubicBezTo>
                <a:cubicBezTo>
                  <a:pt x="329959" y="1473966"/>
                  <a:pt x="0" y="1144007"/>
                  <a:pt x="0" y="736983"/>
                </a:cubicBezTo>
                <a:cubicBezTo>
                  <a:pt x="0" y="329959"/>
                  <a:pt x="329959" y="0"/>
                  <a:pt x="73698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  <p:sp>
        <p:nvSpPr>
          <p:cNvPr id="14" name="Picture Placeholder 13">
            <a:extLst>
              <a:ext uri="{FF2B5EF4-FFF2-40B4-BE49-F238E27FC236}">
                <a16:creationId xmlns="" xmlns:a16="http://schemas.microsoft.com/office/drawing/2014/main" id="{478D918D-D0BB-439B-B59B-1578D48641D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98105" y="2583247"/>
            <a:ext cx="1473966" cy="1473966"/>
          </a:xfrm>
          <a:custGeom>
            <a:avLst/>
            <a:gdLst>
              <a:gd name="connsiteX0" fmla="*/ 736983 w 1473966"/>
              <a:gd name="connsiteY0" fmla="*/ 0 h 1473966"/>
              <a:gd name="connsiteX1" fmla="*/ 1473966 w 1473966"/>
              <a:gd name="connsiteY1" fmla="*/ 736983 h 1473966"/>
              <a:gd name="connsiteX2" fmla="*/ 736983 w 1473966"/>
              <a:gd name="connsiteY2" fmla="*/ 1473966 h 1473966"/>
              <a:gd name="connsiteX3" fmla="*/ 0 w 1473966"/>
              <a:gd name="connsiteY3" fmla="*/ 736983 h 1473966"/>
              <a:gd name="connsiteX4" fmla="*/ 736983 w 1473966"/>
              <a:gd name="connsiteY4" fmla="*/ 0 h 1473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3966" h="1473966">
                <a:moveTo>
                  <a:pt x="736983" y="0"/>
                </a:moveTo>
                <a:cubicBezTo>
                  <a:pt x="1144007" y="0"/>
                  <a:pt x="1473966" y="329959"/>
                  <a:pt x="1473966" y="736983"/>
                </a:cubicBezTo>
                <a:cubicBezTo>
                  <a:pt x="1473966" y="1144007"/>
                  <a:pt x="1144007" y="1473966"/>
                  <a:pt x="736983" y="1473966"/>
                </a:cubicBezTo>
                <a:cubicBezTo>
                  <a:pt x="329959" y="1473966"/>
                  <a:pt x="0" y="1144007"/>
                  <a:pt x="0" y="736983"/>
                </a:cubicBezTo>
                <a:cubicBezTo>
                  <a:pt x="0" y="329959"/>
                  <a:pt x="329959" y="0"/>
                  <a:pt x="73698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  <p:sp>
        <p:nvSpPr>
          <p:cNvPr id="15" name="Picture Placeholder 14">
            <a:extLst>
              <a:ext uri="{FF2B5EF4-FFF2-40B4-BE49-F238E27FC236}">
                <a16:creationId xmlns="" xmlns:a16="http://schemas.microsoft.com/office/drawing/2014/main" id="{5B94909A-CBDD-45A5-8637-B3E5B17C797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93787" y="2583247"/>
            <a:ext cx="1473966" cy="1473966"/>
          </a:xfrm>
          <a:custGeom>
            <a:avLst/>
            <a:gdLst>
              <a:gd name="connsiteX0" fmla="*/ 736983 w 1473966"/>
              <a:gd name="connsiteY0" fmla="*/ 0 h 1473966"/>
              <a:gd name="connsiteX1" fmla="*/ 1473966 w 1473966"/>
              <a:gd name="connsiteY1" fmla="*/ 736983 h 1473966"/>
              <a:gd name="connsiteX2" fmla="*/ 736983 w 1473966"/>
              <a:gd name="connsiteY2" fmla="*/ 1473966 h 1473966"/>
              <a:gd name="connsiteX3" fmla="*/ 0 w 1473966"/>
              <a:gd name="connsiteY3" fmla="*/ 736983 h 1473966"/>
              <a:gd name="connsiteX4" fmla="*/ 736983 w 1473966"/>
              <a:gd name="connsiteY4" fmla="*/ 0 h 1473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3966" h="1473966">
                <a:moveTo>
                  <a:pt x="736983" y="0"/>
                </a:moveTo>
                <a:cubicBezTo>
                  <a:pt x="1144007" y="0"/>
                  <a:pt x="1473966" y="329959"/>
                  <a:pt x="1473966" y="736983"/>
                </a:cubicBezTo>
                <a:cubicBezTo>
                  <a:pt x="1473966" y="1144007"/>
                  <a:pt x="1144007" y="1473966"/>
                  <a:pt x="736983" y="1473966"/>
                </a:cubicBezTo>
                <a:cubicBezTo>
                  <a:pt x="329959" y="1473966"/>
                  <a:pt x="0" y="1144007"/>
                  <a:pt x="0" y="736983"/>
                </a:cubicBezTo>
                <a:cubicBezTo>
                  <a:pt x="0" y="329959"/>
                  <a:pt x="329959" y="0"/>
                  <a:pt x="73698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3789649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="" xmlns:a16="http://schemas.microsoft.com/office/drawing/2014/main" id="{26E37A78-6BCA-4AC2-B8AE-09C3B153CF8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467875" y="446871"/>
            <a:ext cx="1189796" cy="1189796"/>
          </a:xfrm>
          <a:custGeom>
            <a:avLst/>
            <a:gdLst>
              <a:gd name="connsiteX0" fmla="*/ 594898 w 1189796"/>
              <a:gd name="connsiteY0" fmla="*/ 0 h 1189796"/>
              <a:gd name="connsiteX1" fmla="*/ 1189796 w 1189796"/>
              <a:gd name="connsiteY1" fmla="*/ 594898 h 1189796"/>
              <a:gd name="connsiteX2" fmla="*/ 594898 w 1189796"/>
              <a:gd name="connsiteY2" fmla="*/ 1189796 h 1189796"/>
              <a:gd name="connsiteX3" fmla="*/ 0 w 1189796"/>
              <a:gd name="connsiteY3" fmla="*/ 594898 h 1189796"/>
              <a:gd name="connsiteX4" fmla="*/ 594898 w 1189796"/>
              <a:gd name="connsiteY4" fmla="*/ 0 h 11897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9796" h="1189796">
                <a:moveTo>
                  <a:pt x="594898" y="0"/>
                </a:moveTo>
                <a:cubicBezTo>
                  <a:pt x="923451" y="0"/>
                  <a:pt x="1189796" y="266345"/>
                  <a:pt x="1189796" y="594898"/>
                </a:cubicBezTo>
                <a:cubicBezTo>
                  <a:pt x="1189796" y="923451"/>
                  <a:pt x="923451" y="1189796"/>
                  <a:pt x="594898" y="1189796"/>
                </a:cubicBezTo>
                <a:cubicBezTo>
                  <a:pt x="266345" y="1189796"/>
                  <a:pt x="0" y="923451"/>
                  <a:pt x="0" y="594898"/>
                </a:cubicBezTo>
                <a:cubicBezTo>
                  <a:pt x="0" y="266345"/>
                  <a:pt x="266345" y="0"/>
                  <a:pt x="59489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  <p:sp>
        <p:nvSpPr>
          <p:cNvPr id="19" name="Picture Placeholder 18">
            <a:extLst>
              <a:ext uri="{FF2B5EF4-FFF2-40B4-BE49-F238E27FC236}">
                <a16:creationId xmlns="" xmlns:a16="http://schemas.microsoft.com/office/drawing/2014/main" id="{F423A80A-118E-4860-8BBF-5D6A3BB8F55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177835" y="2912111"/>
            <a:ext cx="3035901" cy="3402188"/>
          </a:xfrm>
          <a:custGeom>
            <a:avLst/>
            <a:gdLst>
              <a:gd name="connsiteX0" fmla="*/ 0 w 3035901"/>
              <a:gd name="connsiteY0" fmla="*/ 0 h 3402188"/>
              <a:gd name="connsiteX1" fmla="*/ 3035901 w 3035901"/>
              <a:gd name="connsiteY1" fmla="*/ 0 h 3402188"/>
              <a:gd name="connsiteX2" fmla="*/ 3035901 w 3035901"/>
              <a:gd name="connsiteY2" fmla="*/ 3402188 h 3402188"/>
              <a:gd name="connsiteX3" fmla="*/ 0 w 3035901"/>
              <a:gd name="connsiteY3" fmla="*/ 3402188 h 340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35901" h="3402188">
                <a:moveTo>
                  <a:pt x="0" y="0"/>
                </a:moveTo>
                <a:lnTo>
                  <a:pt x="3035901" y="0"/>
                </a:lnTo>
                <a:lnTo>
                  <a:pt x="3035901" y="3402188"/>
                </a:lnTo>
                <a:lnTo>
                  <a:pt x="0" y="340218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4952067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="" xmlns:a16="http://schemas.microsoft.com/office/drawing/2014/main" id="{8AE397C9-E39C-45F4-8897-BC8E638C460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580064" y="0"/>
            <a:ext cx="2184991" cy="4384704"/>
          </a:xfrm>
          <a:custGeom>
            <a:avLst/>
            <a:gdLst>
              <a:gd name="connsiteX0" fmla="*/ 0 w 2184991"/>
              <a:gd name="connsiteY0" fmla="*/ 0 h 4384704"/>
              <a:gd name="connsiteX1" fmla="*/ 2184991 w 2184991"/>
              <a:gd name="connsiteY1" fmla="*/ 0 h 4384704"/>
              <a:gd name="connsiteX2" fmla="*/ 2184991 w 2184991"/>
              <a:gd name="connsiteY2" fmla="*/ 3292822 h 4384704"/>
              <a:gd name="connsiteX3" fmla="*/ 1091882 w 2184991"/>
              <a:gd name="connsiteY3" fmla="*/ 4384704 h 4384704"/>
              <a:gd name="connsiteX4" fmla="*/ 318977 w 2184991"/>
              <a:gd name="connsiteY4" fmla="*/ 4064500 h 4384704"/>
              <a:gd name="connsiteX5" fmla="*/ 0 w 2184991"/>
              <a:gd name="connsiteY5" fmla="*/ 3292822 h 4384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84991" h="4384704">
                <a:moveTo>
                  <a:pt x="0" y="0"/>
                </a:moveTo>
                <a:lnTo>
                  <a:pt x="2184991" y="0"/>
                </a:lnTo>
                <a:lnTo>
                  <a:pt x="2184991" y="3292822"/>
                </a:lnTo>
                <a:cubicBezTo>
                  <a:pt x="2184991" y="3895197"/>
                  <a:pt x="1695485" y="4384704"/>
                  <a:pt x="1091882" y="4384704"/>
                </a:cubicBezTo>
                <a:cubicBezTo>
                  <a:pt x="790081" y="4384704"/>
                  <a:pt x="516497" y="4262020"/>
                  <a:pt x="318977" y="4064500"/>
                </a:cubicBezTo>
                <a:cubicBezTo>
                  <a:pt x="121457" y="3866980"/>
                  <a:pt x="0" y="3594623"/>
                  <a:pt x="0" y="3292822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  <p:sp>
        <p:nvSpPr>
          <p:cNvPr id="12" name="Picture Placeholder 11">
            <a:extLst>
              <a:ext uri="{FF2B5EF4-FFF2-40B4-BE49-F238E27FC236}">
                <a16:creationId xmlns="" xmlns:a16="http://schemas.microsoft.com/office/drawing/2014/main" id="{6392558F-FE0B-4A64-8828-D7CCDF69CFC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580064" y="4583450"/>
            <a:ext cx="2184991" cy="2278231"/>
          </a:xfrm>
          <a:custGeom>
            <a:avLst/>
            <a:gdLst>
              <a:gd name="connsiteX0" fmla="*/ 1093109 w 2184991"/>
              <a:gd name="connsiteY0" fmla="*/ 0 h 2278231"/>
              <a:gd name="connsiteX1" fmla="*/ 1866014 w 2184991"/>
              <a:gd name="connsiteY1" fmla="*/ 320204 h 2278231"/>
              <a:gd name="connsiteX2" fmla="*/ 2184991 w 2184991"/>
              <a:gd name="connsiteY2" fmla="*/ 1091883 h 2278231"/>
              <a:gd name="connsiteX3" fmla="*/ 2184991 w 2184991"/>
              <a:gd name="connsiteY3" fmla="*/ 2278231 h 2278231"/>
              <a:gd name="connsiteX4" fmla="*/ 0 w 2184991"/>
              <a:gd name="connsiteY4" fmla="*/ 2278231 h 2278231"/>
              <a:gd name="connsiteX5" fmla="*/ 0 w 2184991"/>
              <a:gd name="connsiteY5" fmla="*/ 1091883 h 2278231"/>
              <a:gd name="connsiteX6" fmla="*/ 1093109 w 2184991"/>
              <a:gd name="connsiteY6" fmla="*/ 0 h 2278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84991" h="2278231">
                <a:moveTo>
                  <a:pt x="1093109" y="0"/>
                </a:moveTo>
                <a:cubicBezTo>
                  <a:pt x="1394910" y="0"/>
                  <a:pt x="1668494" y="122684"/>
                  <a:pt x="1866014" y="320204"/>
                </a:cubicBezTo>
                <a:cubicBezTo>
                  <a:pt x="2063535" y="518951"/>
                  <a:pt x="2184991" y="791309"/>
                  <a:pt x="2184991" y="1091883"/>
                </a:cubicBezTo>
                <a:lnTo>
                  <a:pt x="2184991" y="2278231"/>
                </a:lnTo>
                <a:lnTo>
                  <a:pt x="0" y="2278231"/>
                </a:lnTo>
                <a:lnTo>
                  <a:pt x="0" y="1091883"/>
                </a:lnTo>
                <a:cubicBezTo>
                  <a:pt x="0" y="489507"/>
                  <a:pt x="489507" y="0"/>
                  <a:pt x="109310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  <p:sp>
        <p:nvSpPr>
          <p:cNvPr id="13" name="Picture Placeholder 12">
            <a:extLst>
              <a:ext uri="{FF2B5EF4-FFF2-40B4-BE49-F238E27FC236}">
                <a16:creationId xmlns="" xmlns:a16="http://schemas.microsoft.com/office/drawing/2014/main" id="{D2F58F68-39BD-4712-855A-5B76ECA1A93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97005" y="1401044"/>
            <a:ext cx="2673272" cy="5461865"/>
          </a:xfrm>
          <a:custGeom>
            <a:avLst/>
            <a:gdLst>
              <a:gd name="connsiteX0" fmla="*/ 1336023 w 2673272"/>
              <a:gd name="connsiteY0" fmla="*/ 0 h 5461865"/>
              <a:gd name="connsiteX1" fmla="*/ 2280685 w 2673272"/>
              <a:gd name="connsiteY1" fmla="*/ 391360 h 5461865"/>
              <a:gd name="connsiteX2" fmla="*/ 2673272 w 2673272"/>
              <a:gd name="connsiteY2" fmla="*/ 1334796 h 5461865"/>
              <a:gd name="connsiteX3" fmla="*/ 2673272 w 2673272"/>
              <a:gd name="connsiteY3" fmla="*/ 5461865 h 5461865"/>
              <a:gd name="connsiteX4" fmla="*/ 0 w 2673272"/>
              <a:gd name="connsiteY4" fmla="*/ 5461865 h 5461865"/>
              <a:gd name="connsiteX5" fmla="*/ 0 w 2673272"/>
              <a:gd name="connsiteY5" fmla="*/ 1334796 h 5461865"/>
              <a:gd name="connsiteX6" fmla="*/ 1336023 w 2673272"/>
              <a:gd name="connsiteY6" fmla="*/ 0 h 5461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3272" h="5461865">
                <a:moveTo>
                  <a:pt x="1336023" y="0"/>
                </a:moveTo>
                <a:cubicBezTo>
                  <a:pt x="1705300" y="0"/>
                  <a:pt x="2038999" y="149674"/>
                  <a:pt x="2280685" y="391360"/>
                </a:cubicBezTo>
                <a:cubicBezTo>
                  <a:pt x="2523598" y="631820"/>
                  <a:pt x="2673272" y="965519"/>
                  <a:pt x="2673272" y="1334796"/>
                </a:cubicBezTo>
                <a:lnTo>
                  <a:pt x="2673272" y="5461865"/>
                </a:lnTo>
                <a:lnTo>
                  <a:pt x="0" y="5461865"/>
                </a:lnTo>
                <a:lnTo>
                  <a:pt x="0" y="1334796"/>
                </a:lnTo>
                <a:cubicBezTo>
                  <a:pt x="0" y="597468"/>
                  <a:pt x="598695" y="0"/>
                  <a:pt x="133602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6600766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="" xmlns:a16="http://schemas.microsoft.com/office/drawing/2014/main" id="{B7491828-A2FF-4BD3-B39A-1AEDD5B2CB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96237" y="643674"/>
            <a:ext cx="3021289" cy="5534877"/>
          </a:xfrm>
          <a:custGeom>
            <a:avLst/>
            <a:gdLst>
              <a:gd name="connsiteX0" fmla="*/ 325000 w 3021289"/>
              <a:gd name="connsiteY0" fmla="*/ 0 h 5534877"/>
              <a:gd name="connsiteX1" fmla="*/ 2696289 w 3021289"/>
              <a:gd name="connsiteY1" fmla="*/ 0 h 5534877"/>
              <a:gd name="connsiteX2" fmla="*/ 3021289 w 3021289"/>
              <a:gd name="connsiteY2" fmla="*/ 325000 h 5534877"/>
              <a:gd name="connsiteX3" fmla="*/ 3021289 w 3021289"/>
              <a:gd name="connsiteY3" fmla="*/ 5209877 h 5534877"/>
              <a:gd name="connsiteX4" fmla="*/ 2696289 w 3021289"/>
              <a:gd name="connsiteY4" fmla="*/ 5534877 h 5534877"/>
              <a:gd name="connsiteX5" fmla="*/ 325000 w 3021289"/>
              <a:gd name="connsiteY5" fmla="*/ 5534877 h 5534877"/>
              <a:gd name="connsiteX6" fmla="*/ 0 w 3021289"/>
              <a:gd name="connsiteY6" fmla="*/ 5209877 h 5534877"/>
              <a:gd name="connsiteX7" fmla="*/ 0 w 3021289"/>
              <a:gd name="connsiteY7" fmla="*/ 325000 h 5534877"/>
              <a:gd name="connsiteX8" fmla="*/ 325000 w 3021289"/>
              <a:gd name="connsiteY8" fmla="*/ 0 h 5534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21289" h="5534877">
                <a:moveTo>
                  <a:pt x="325000" y="0"/>
                </a:moveTo>
                <a:lnTo>
                  <a:pt x="2696289" y="0"/>
                </a:lnTo>
                <a:cubicBezTo>
                  <a:pt x="2875782" y="0"/>
                  <a:pt x="3021289" y="145507"/>
                  <a:pt x="3021289" y="325000"/>
                </a:cubicBezTo>
                <a:lnTo>
                  <a:pt x="3021289" y="5209877"/>
                </a:lnTo>
                <a:cubicBezTo>
                  <a:pt x="3021289" y="5389370"/>
                  <a:pt x="2875782" y="5534877"/>
                  <a:pt x="2696289" y="5534877"/>
                </a:cubicBezTo>
                <a:lnTo>
                  <a:pt x="325000" y="5534877"/>
                </a:lnTo>
                <a:cubicBezTo>
                  <a:pt x="145507" y="5534877"/>
                  <a:pt x="0" y="5389370"/>
                  <a:pt x="0" y="5209877"/>
                </a:cubicBezTo>
                <a:lnTo>
                  <a:pt x="0" y="325000"/>
                </a:lnTo>
                <a:cubicBezTo>
                  <a:pt x="0" y="145507"/>
                  <a:pt x="145507" y="0"/>
                  <a:pt x="3250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528728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="" xmlns:a16="http://schemas.microsoft.com/office/drawing/2014/main" id="{2204D705-7C20-4192-A364-88049A4D682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98544" y="1234000"/>
            <a:ext cx="5462036" cy="3437060"/>
          </a:xfrm>
          <a:custGeom>
            <a:avLst/>
            <a:gdLst>
              <a:gd name="connsiteX0" fmla="*/ 54787 w 5462036"/>
              <a:gd name="connsiteY0" fmla="*/ 0 h 3437060"/>
              <a:gd name="connsiteX1" fmla="*/ 5407249 w 5462036"/>
              <a:gd name="connsiteY1" fmla="*/ 0 h 3437060"/>
              <a:gd name="connsiteX2" fmla="*/ 5462036 w 5462036"/>
              <a:gd name="connsiteY2" fmla="*/ 54787 h 3437060"/>
              <a:gd name="connsiteX3" fmla="*/ 5462036 w 5462036"/>
              <a:gd name="connsiteY3" fmla="*/ 3382273 h 3437060"/>
              <a:gd name="connsiteX4" fmla="*/ 5407249 w 5462036"/>
              <a:gd name="connsiteY4" fmla="*/ 3437060 h 3437060"/>
              <a:gd name="connsiteX5" fmla="*/ 54787 w 5462036"/>
              <a:gd name="connsiteY5" fmla="*/ 3437060 h 3437060"/>
              <a:gd name="connsiteX6" fmla="*/ 0 w 5462036"/>
              <a:gd name="connsiteY6" fmla="*/ 3382273 h 3437060"/>
              <a:gd name="connsiteX7" fmla="*/ 0 w 5462036"/>
              <a:gd name="connsiteY7" fmla="*/ 54787 h 3437060"/>
              <a:gd name="connsiteX8" fmla="*/ 54787 w 5462036"/>
              <a:gd name="connsiteY8" fmla="*/ 0 h 3437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62036" h="3437060">
                <a:moveTo>
                  <a:pt x="54787" y="0"/>
                </a:moveTo>
                <a:lnTo>
                  <a:pt x="5407249" y="0"/>
                </a:lnTo>
                <a:cubicBezTo>
                  <a:pt x="5437507" y="0"/>
                  <a:pt x="5462036" y="24529"/>
                  <a:pt x="5462036" y="54787"/>
                </a:cubicBezTo>
                <a:lnTo>
                  <a:pt x="5462036" y="3382273"/>
                </a:lnTo>
                <a:cubicBezTo>
                  <a:pt x="5462036" y="3412531"/>
                  <a:pt x="5437507" y="3437060"/>
                  <a:pt x="5407249" y="3437060"/>
                </a:cubicBezTo>
                <a:lnTo>
                  <a:pt x="54787" y="3437060"/>
                </a:lnTo>
                <a:cubicBezTo>
                  <a:pt x="24529" y="3437060"/>
                  <a:pt x="0" y="3412531"/>
                  <a:pt x="0" y="3382273"/>
                </a:cubicBezTo>
                <a:lnTo>
                  <a:pt x="0" y="54787"/>
                </a:lnTo>
                <a:cubicBezTo>
                  <a:pt x="0" y="24529"/>
                  <a:pt x="24529" y="0"/>
                  <a:pt x="5478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4101947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="" xmlns:a16="http://schemas.microsoft.com/office/drawing/2014/main" id="{63ABFE1E-B76B-4994-BBCB-13B0C3A62F8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51703" y="1645556"/>
            <a:ext cx="2850286" cy="5550582"/>
          </a:xfrm>
          <a:custGeom>
            <a:avLst/>
            <a:gdLst>
              <a:gd name="connsiteX0" fmla="*/ 297883 w 2850286"/>
              <a:gd name="connsiteY0" fmla="*/ 0 h 5550582"/>
              <a:gd name="connsiteX1" fmla="*/ 2552403 w 2850286"/>
              <a:gd name="connsiteY1" fmla="*/ 0 h 5550582"/>
              <a:gd name="connsiteX2" fmla="*/ 2850286 w 2850286"/>
              <a:gd name="connsiteY2" fmla="*/ 297883 h 5550582"/>
              <a:gd name="connsiteX3" fmla="*/ 2850286 w 2850286"/>
              <a:gd name="connsiteY3" fmla="*/ 5252699 h 5550582"/>
              <a:gd name="connsiteX4" fmla="*/ 2552403 w 2850286"/>
              <a:gd name="connsiteY4" fmla="*/ 5550582 h 5550582"/>
              <a:gd name="connsiteX5" fmla="*/ 297883 w 2850286"/>
              <a:gd name="connsiteY5" fmla="*/ 5550582 h 5550582"/>
              <a:gd name="connsiteX6" fmla="*/ 0 w 2850286"/>
              <a:gd name="connsiteY6" fmla="*/ 5252699 h 5550582"/>
              <a:gd name="connsiteX7" fmla="*/ 0 w 2850286"/>
              <a:gd name="connsiteY7" fmla="*/ 297883 h 5550582"/>
              <a:gd name="connsiteX8" fmla="*/ 297883 w 2850286"/>
              <a:gd name="connsiteY8" fmla="*/ 0 h 5550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50286" h="5550582">
                <a:moveTo>
                  <a:pt x="297883" y="0"/>
                </a:moveTo>
                <a:lnTo>
                  <a:pt x="2552403" y="0"/>
                </a:lnTo>
                <a:cubicBezTo>
                  <a:pt x="2716919" y="0"/>
                  <a:pt x="2850286" y="133367"/>
                  <a:pt x="2850286" y="297883"/>
                </a:cubicBezTo>
                <a:lnTo>
                  <a:pt x="2850286" y="5252699"/>
                </a:lnTo>
                <a:cubicBezTo>
                  <a:pt x="2850286" y="5417215"/>
                  <a:pt x="2716919" y="5550582"/>
                  <a:pt x="2552403" y="5550582"/>
                </a:cubicBezTo>
                <a:lnTo>
                  <a:pt x="297883" y="5550582"/>
                </a:lnTo>
                <a:cubicBezTo>
                  <a:pt x="133367" y="5550582"/>
                  <a:pt x="0" y="5417215"/>
                  <a:pt x="0" y="5252699"/>
                </a:cubicBezTo>
                <a:lnTo>
                  <a:pt x="0" y="297883"/>
                </a:lnTo>
                <a:cubicBezTo>
                  <a:pt x="0" y="133367"/>
                  <a:pt x="133367" y="0"/>
                  <a:pt x="29788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  <p:sp>
        <p:nvSpPr>
          <p:cNvPr id="9" name="Picture Placeholder 8">
            <a:extLst>
              <a:ext uri="{FF2B5EF4-FFF2-40B4-BE49-F238E27FC236}">
                <a16:creationId xmlns="" xmlns:a16="http://schemas.microsoft.com/office/drawing/2014/main" id="{7491303F-CE69-4FB3-8403-15C8E21EBEC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257174" y="-478845"/>
            <a:ext cx="2760194" cy="5030358"/>
          </a:xfrm>
          <a:custGeom>
            <a:avLst/>
            <a:gdLst>
              <a:gd name="connsiteX0" fmla="*/ 288468 w 2760194"/>
              <a:gd name="connsiteY0" fmla="*/ 0 h 5030358"/>
              <a:gd name="connsiteX1" fmla="*/ 2471726 w 2760194"/>
              <a:gd name="connsiteY1" fmla="*/ 0 h 5030358"/>
              <a:gd name="connsiteX2" fmla="*/ 2760194 w 2760194"/>
              <a:gd name="connsiteY2" fmla="*/ 288468 h 5030358"/>
              <a:gd name="connsiteX3" fmla="*/ 2760194 w 2760194"/>
              <a:gd name="connsiteY3" fmla="*/ 4741890 h 5030358"/>
              <a:gd name="connsiteX4" fmla="*/ 2471726 w 2760194"/>
              <a:gd name="connsiteY4" fmla="*/ 5030358 h 5030358"/>
              <a:gd name="connsiteX5" fmla="*/ 288468 w 2760194"/>
              <a:gd name="connsiteY5" fmla="*/ 5030358 h 5030358"/>
              <a:gd name="connsiteX6" fmla="*/ 0 w 2760194"/>
              <a:gd name="connsiteY6" fmla="*/ 4741890 h 5030358"/>
              <a:gd name="connsiteX7" fmla="*/ 0 w 2760194"/>
              <a:gd name="connsiteY7" fmla="*/ 288468 h 5030358"/>
              <a:gd name="connsiteX8" fmla="*/ 288468 w 2760194"/>
              <a:gd name="connsiteY8" fmla="*/ 0 h 5030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60194" h="5030358">
                <a:moveTo>
                  <a:pt x="288468" y="0"/>
                </a:moveTo>
                <a:lnTo>
                  <a:pt x="2471726" y="0"/>
                </a:lnTo>
                <a:cubicBezTo>
                  <a:pt x="2631042" y="0"/>
                  <a:pt x="2760194" y="129152"/>
                  <a:pt x="2760194" y="288468"/>
                </a:cubicBezTo>
                <a:lnTo>
                  <a:pt x="2760194" y="4741890"/>
                </a:lnTo>
                <a:cubicBezTo>
                  <a:pt x="2760194" y="4901206"/>
                  <a:pt x="2631042" y="5030358"/>
                  <a:pt x="2471726" y="5030358"/>
                </a:cubicBezTo>
                <a:lnTo>
                  <a:pt x="288468" y="5030358"/>
                </a:lnTo>
                <a:cubicBezTo>
                  <a:pt x="129152" y="5030358"/>
                  <a:pt x="0" y="4901206"/>
                  <a:pt x="0" y="4741890"/>
                </a:cubicBezTo>
                <a:lnTo>
                  <a:pt x="0" y="288468"/>
                </a:lnTo>
                <a:cubicBezTo>
                  <a:pt x="0" y="129152"/>
                  <a:pt x="129152" y="0"/>
                  <a:pt x="28846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49974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="" xmlns:a16="http://schemas.microsoft.com/office/drawing/2014/main" id="{409D0F3B-BB49-4574-80EA-E8F69A25684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3975100" cy="6858000"/>
          </a:xfrm>
          <a:custGeom>
            <a:avLst/>
            <a:gdLst>
              <a:gd name="connsiteX0" fmla="*/ 0 w 3975100"/>
              <a:gd name="connsiteY0" fmla="*/ 0 h 6858000"/>
              <a:gd name="connsiteX1" fmla="*/ 3975100 w 3975100"/>
              <a:gd name="connsiteY1" fmla="*/ 0 h 6858000"/>
              <a:gd name="connsiteX2" fmla="*/ 3975100 w 3975100"/>
              <a:gd name="connsiteY2" fmla="*/ 6858000 h 6858000"/>
              <a:gd name="connsiteX3" fmla="*/ 0 w 39751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75100" h="6858000">
                <a:moveTo>
                  <a:pt x="0" y="0"/>
                </a:moveTo>
                <a:lnTo>
                  <a:pt x="3975100" y="0"/>
                </a:lnTo>
                <a:lnTo>
                  <a:pt x="39751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644328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="" xmlns:a16="http://schemas.microsoft.com/office/drawing/2014/main" id="{0749F510-2B1E-44F2-A7CB-411CF437567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86355" y="426701"/>
            <a:ext cx="1083468" cy="1083468"/>
          </a:xfrm>
          <a:custGeom>
            <a:avLst/>
            <a:gdLst>
              <a:gd name="connsiteX0" fmla="*/ 541734 w 1083468"/>
              <a:gd name="connsiteY0" fmla="*/ 0 h 1083468"/>
              <a:gd name="connsiteX1" fmla="*/ 1083468 w 1083468"/>
              <a:gd name="connsiteY1" fmla="*/ 541734 h 1083468"/>
              <a:gd name="connsiteX2" fmla="*/ 541734 w 1083468"/>
              <a:gd name="connsiteY2" fmla="*/ 1083468 h 1083468"/>
              <a:gd name="connsiteX3" fmla="*/ 0 w 1083468"/>
              <a:gd name="connsiteY3" fmla="*/ 541734 h 1083468"/>
              <a:gd name="connsiteX4" fmla="*/ 541734 w 1083468"/>
              <a:gd name="connsiteY4" fmla="*/ 0 h 1083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3468" h="1083468">
                <a:moveTo>
                  <a:pt x="541734" y="0"/>
                </a:moveTo>
                <a:cubicBezTo>
                  <a:pt x="840925" y="0"/>
                  <a:pt x="1083468" y="242543"/>
                  <a:pt x="1083468" y="541734"/>
                </a:cubicBezTo>
                <a:cubicBezTo>
                  <a:pt x="1083468" y="840925"/>
                  <a:pt x="840925" y="1083468"/>
                  <a:pt x="541734" y="1083468"/>
                </a:cubicBezTo>
                <a:cubicBezTo>
                  <a:pt x="242543" y="1083468"/>
                  <a:pt x="0" y="840925"/>
                  <a:pt x="0" y="541734"/>
                </a:cubicBezTo>
                <a:cubicBezTo>
                  <a:pt x="0" y="242543"/>
                  <a:pt x="242543" y="0"/>
                  <a:pt x="54173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58036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8311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590338" y="0"/>
            <a:ext cx="2784456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600" b="1" dirty="0"/>
              <a:t>Introduction</a:t>
            </a:r>
            <a:endParaRPr lang="en-US" sz="40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4494738" y="257175"/>
            <a:ext cx="7463898" cy="148587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716536" y="546240"/>
            <a:ext cx="781023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Systems Security.</a:t>
            </a:r>
            <a:endParaRPr lang="fr-FR" sz="3600" b="1" dirty="0">
              <a:solidFill>
                <a:srgbClr val="FF0000"/>
              </a:solidFill>
              <a:latin typeface="Constantia" panose="02030602050306030303" pitchFamily="18" charset="0"/>
            </a:endParaRPr>
          </a:p>
        </p:txBody>
      </p:sp>
      <p:grpSp>
        <p:nvGrpSpPr>
          <p:cNvPr id="4" name="Group 6">
            <a:extLst>
              <a:ext uri="{FF2B5EF4-FFF2-40B4-BE49-F238E27FC236}">
                <a16:creationId xmlns="" xmlns:a16="http://schemas.microsoft.com/office/drawing/2014/main" id="{B7903D48-9D60-4CDB-901F-B461E79A7F5D}"/>
              </a:ext>
            </a:extLst>
          </p:cNvPr>
          <p:cNvGrpSpPr/>
          <p:nvPr/>
        </p:nvGrpSpPr>
        <p:grpSpPr>
          <a:xfrm>
            <a:off x="323941" y="738915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5" name="Oval 18">
              <a:extLst>
                <a:ext uri="{FF2B5EF4-FFF2-40B4-BE49-F238E27FC236}">
                  <a16:creationId xmlns="" xmlns:a16="http://schemas.microsoft.com/office/drawing/2014/main" id="{37A60335-D496-B0E2-6CD1-DF5FDDDDFD34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6" name="Oval 19">
              <a:extLst>
                <a:ext uri="{FF2B5EF4-FFF2-40B4-BE49-F238E27FC236}">
                  <a16:creationId xmlns="" xmlns:a16="http://schemas.microsoft.com/office/drawing/2014/main" id="{772A624F-19F8-5C02-3E26-DAA2173666DA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0" name="Rectangle: Rounded Corners 23">
              <a:extLst>
                <a:ext uri="{FF2B5EF4-FFF2-40B4-BE49-F238E27FC236}">
                  <a16:creationId xmlns="" xmlns:a16="http://schemas.microsoft.com/office/drawing/2014/main" id="{727B7FBE-1F6B-76F8-7876-7377D8B91798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8" name="Rectangle à coins arrondis 7"/>
          <p:cNvSpPr/>
          <p:nvPr/>
        </p:nvSpPr>
        <p:spPr>
          <a:xfrm>
            <a:off x="205114" y="1060433"/>
            <a:ext cx="11753522" cy="4730765"/>
          </a:xfrm>
          <a:prstGeom prst="roundRect">
            <a:avLst/>
          </a:prstGeom>
          <a:ln w="317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397130" y="1328765"/>
            <a:ext cx="1156150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FFC000"/>
                </a:solidFill>
              </a:rPr>
              <a:t>Contenu de la matière : </a:t>
            </a:r>
            <a:endParaRPr lang="fr-FR" sz="2800" dirty="0">
              <a:solidFill>
                <a:srgbClr val="FFC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b="1" dirty="0" smtClean="0"/>
              <a:t>Introduction </a:t>
            </a:r>
            <a:r>
              <a:rPr lang="en-US" sz="2800" b="1" dirty="0"/>
              <a:t>to operating system security </a:t>
            </a:r>
            <a:r>
              <a:rPr lang="en-US" sz="2800" dirty="0"/>
              <a:t>(Linux, Windows, and Android).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dirty="0" smtClean="0"/>
              <a:t>Introduction </a:t>
            </a:r>
            <a:r>
              <a:rPr lang="en-US" sz="2800" b="1" dirty="0"/>
              <a:t>to operating system administration and access control</a:t>
            </a:r>
            <a:r>
              <a:rPr lang="en-US" sz="2800" dirty="0"/>
              <a:t> (Linux, Windows, and Android). 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2800" b="1" dirty="0" err="1" smtClean="0"/>
              <a:t>Attacks</a:t>
            </a:r>
            <a:r>
              <a:rPr lang="fr-FR" sz="2800" b="1" dirty="0" smtClean="0"/>
              <a:t> </a:t>
            </a:r>
            <a:r>
              <a:rPr lang="fr-FR" sz="2800" b="1" dirty="0"/>
              <a:t>on </a:t>
            </a:r>
            <a:r>
              <a:rPr lang="fr-FR" sz="2800" b="1" dirty="0" err="1"/>
              <a:t>Oss</a:t>
            </a:r>
            <a:r>
              <a:rPr lang="fr-FR" sz="2800" dirty="0"/>
              <a:t>.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dirty="0" smtClean="0"/>
              <a:t>Operating </a:t>
            </a:r>
            <a:r>
              <a:rPr lang="en-US" sz="2800" b="1" dirty="0"/>
              <a:t>system protection mechanisms</a:t>
            </a:r>
            <a:r>
              <a:rPr lang="en-US" sz="2800" dirty="0"/>
              <a:t>.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dirty="0" smtClean="0"/>
              <a:t>Methods </a:t>
            </a:r>
            <a:r>
              <a:rPr lang="en-US" sz="2800" b="1" dirty="0"/>
              <a:t>for analyzing and evaluating the security of an operating system</a:t>
            </a:r>
            <a:r>
              <a:rPr lang="en-US" sz="2800" dirty="0"/>
              <a:t>.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dirty="0" smtClean="0"/>
              <a:t>Failure </a:t>
            </a:r>
            <a:r>
              <a:rPr lang="en-US" sz="2800" b="1" dirty="0"/>
              <a:t>recovery and recovery methods</a:t>
            </a:r>
            <a:r>
              <a:rPr lang="en-US" sz="2800" dirty="0"/>
              <a:t>. 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462170288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994646" y="796964"/>
            <a:ext cx="3920254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Systems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r>
              <a:rPr lang="fr-FR" sz="3200" b="1" dirty="0" smtClean="0"/>
              <a:t>: 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557964" y="235036"/>
            <a:ext cx="5424486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752478" y="780921"/>
            <a:ext cx="3162422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bg1"/>
                </a:solidFill>
              </a:rPr>
              <a:t>Computer Security </a:t>
            </a:r>
          </a:p>
        </p:txBody>
      </p:sp>
      <p:sp>
        <p:nvSpPr>
          <p:cNvPr id="8" name="Rectangle à coins arrondis 7"/>
          <p:cNvSpPr/>
          <p:nvPr/>
        </p:nvSpPr>
        <p:spPr>
          <a:xfrm>
            <a:off x="56907" y="1967814"/>
            <a:ext cx="12135093" cy="3823386"/>
          </a:xfrm>
          <a:prstGeom prst="roundRect">
            <a:avLst/>
          </a:prstGeom>
          <a:ln w="317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283799" y="2056795"/>
            <a:ext cx="1185511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security </a:t>
            </a:r>
            <a:r>
              <a:rPr lang="en-US" sz="3200" dirty="0"/>
              <a:t>is about provisions and policies adopted to protect </a:t>
            </a:r>
            <a:r>
              <a:rPr lang="en-US" sz="32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Hardware, Software, information and property </a:t>
            </a:r>
            <a:r>
              <a:rPr lang="en-US" sz="3200" dirty="0"/>
              <a:t>from theft, corruption, or natural </a:t>
            </a:r>
            <a:r>
              <a:rPr lang="en-US" sz="3200" dirty="0" smtClean="0"/>
              <a:t>disaster</a:t>
            </a:r>
          </a:p>
          <a:p>
            <a:pPr marL="457200" indent="-457200">
              <a:buFont typeface="Calibri" panose="020F0502020204030204" pitchFamily="34" charset="0"/>
              <a:buChar char="₋"/>
            </a:pPr>
            <a:r>
              <a:rPr lang="en-US" sz="3200" b="1" dirty="0" smtClean="0">
                <a:solidFill>
                  <a:srgbClr val="C00000"/>
                </a:solidFill>
              </a:rPr>
              <a:t>while </a:t>
            </a:r>
            <a:r>
              <a:rPr lang="en-US" sz="3200" b="1" dirty="0">
                <a:solidFill>
                  <a:srgbClr val="C00000"/>
                </a:solidFill>
              </a:rPr>
              <a:t>allowing the information and property to </a:t>
            </a:r>
            <a:r>
              <a:rPr lang="en-US" sz="3200" b="1" dirty="0" smtClean="0">
                <a:solidFill>
                  <a:srgbClr val="C00000"/>
                </a:solidFill>
              </a:rPr>
              <a:t>remain accessible </a:t>
            </a:r>
            <a:r>
              <a:rPr lang="en-US" sz="3200" b="1" dirty="0">
                <a:solidFill>
                  <a:srgbClr val="C00000"/>
                </a:solidFill>
              </a:rPr>
              <a:t>and productive to its intended users. </a:t>
            </a:r>
            <a:endParaRPr lang="en-US" sz="3200" b="1" dirty="0" smtClean="0">
              <a:solidFill>
                <a:srgbClr val="C0000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security </a:t>
            </a:r>
            <a:r>
              <a:rPr lang="en-US" sz="3200" dirty="0"/>
              <a:t>of computers against intruders (e.g. Hackers) and malicious software (e.g., viruses).</a:t>
            </a:r>
            <a:endParaRPr lang="fr-FR" sz="3200" dirty="0"/>
          </a:p>
        </p:txBody>
      </p:sp>
      <p:sp>
        <p:nvSpPr>
          <p:cNvPr id="5" name="Organigramme : Connecteur 4"/>
          <p:cNvSpPr/>
          <p:nvPr/>
        </p:nvSpPr>
        <p:spPr>
          <a:xfrm>
            <a:off x="80204" y="418885"/>
            <a:ext cx="1721464" cy="1356083"/>
          </a:xfrm>
          <a:prstGeom prst="flowChartConnector">
            <a:avLst/>
          </a:prstGeom>
          <a:solidFill>
            <a:schemeClr val="accent2"/>
          </a:solidFill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Chapter</a:t>
            </a:r>
            <a:r>
              <a:rPr lang="fr-FR" sz="2400" b="1" dirty="0" smtClean="0"/>
              <a:t>  01</a:t>
            </a:r>
            <a:endParaRPr lang="fr-FR" sz="2400" b="1" dirty="0"/>
          </a:p>
        </p:txBody>
      </p:sp>
    </p:spTree>
    <p:extLst>
      <p:ext uri="{BB962C8B-B14F-4D97-AF65-F5344CB8AC3E}">
        <p14:creationId xmlns:p14="http://schemas.microsoft.com/office/powerpoint/2010/main" val="2516210705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8290" y="1110036"/>
            <a:ext cx="2079976" cy="1804763"/>
          </a:xfrm>
          <a:prstGeom prst="rect">
            <a:avLst/>
          </a:prstGeom>
        </p:spPr>
      </p:pic>
      <p:sp>
        <p:nvSpPr>
          <p:cNvPr id="11" name="Organigramme : Données stockées 10"/>
          <p:cNvSpPr/>
          <p:nvPr/>
        </p:nvSpPr>
        <p:spPr>
          <a:xfrm rot="10800000">
            <a:off x="994646" y="796964"/>
            <a:ext cx="3891679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478266" y="235036"/>
            <a:ext cx="5504183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752478" y="780921"/>
            <a:ext cx="2990972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bg1"/>
                </a:solidFill>
              </a:rPr>
              <a:t>Computer Security 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283799" y="2056795"/>
            <a:ext cx="17375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Assets</a:t>
            </a:r>
            <a:endParaRPr lang="fr-FR" sz="3200" dirty="0"/>
          </a:p>
        </p:txBody>
      </p:sp>
      <p:sp>
        <p:nvSpPr>
          <p:cNvPr id="5" name="Organigramme : Connecteur 4"/>
          <p:cNvSpPr/>
          <p:nvPr/>
        </p:nvSpPr>
        <p:spPr>
          <a:xfrm>
            <a:off x="80204" y="418885"/>
            <a:ext cx="1721464" cy="1356083"/>
          </a:xfrm>
          <a:prstGeom prst="flowChartConnector">
            <a:avLst/>
          </a:prstGeom>
          <a:solidFill>
            <a:schemeClr val="accent2"/>
          </a:solidFill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Chapter</a:t>
            </a:r>
            <a:r>
              <a:rPr lang="fr-FR" sz="2400" b="1" dirty="0" smtClean="0"/>
              <a:t>  01</a:t>
            </a:r>
            <a:endParaRPr lang="fr-FR" sz="2400" b="1" dirty="0"/>
          </a:p>
        </p:txBody>
      </p:sp>
      <p:sp>
        <p:nvSpPr>
          <p:cNvPr id="6" name="ZoneTexte 5"/>
          <p:cNvSpPr txBox="1"/>
          <p:nvPr/>
        </p:nvSpPr>
        <p:spPr>
          <a:xfrm>
            <a:off x="752229" y="3018847"/>
            <a:ext cx="282895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Hardware:</a:t>
            </a:r>
            <a:r>
              <a:rPr lang="en-US" sz="2400" dirty="0"/>
              <a:t> </a:t>
            </a:r>
            <a:endParaRPr lang="en-US" sz="2400" dirty="0" smtClean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 smtClean="0"/>
              <a:t>Computer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 smtClean="0"/>
              <a:t>Devices </a:t>
            </a:r>
            <a:r>
              <a:rPr lang="en-US" sz="2400" dirty="0"/>
              <a:t>(disk drives, memory, printer) </a:t>
            </a:r>
            <a:endParaRPr lang="en-US" sz="2400" dirty="0" smtClean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 smtClean="0"/>
              <a:t>Network </a:t>
            </a:r>
            <a:r>
              <a:rPr lang="en-US" sz="2400" dirty="0"/>
              <a:t>gear</a:t>
            </a:r>
          </a:p>
        </p:txBody>
      </p:sp>
      <p:sp>
        <p:nvSpPr>
          <p:cNvPr id="21" name="ZoneTexte 20"/>
          <p:cNvSpPr txBox="1"/>
          <p:nvPr/>
        </p:nvSpPr>
        <p:spPr>
          <a:xfrm>
            <a:off x="3581188" y="3069661"/>
            <a:ext cx="370192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Software: </a:t>
            </a:r>
            <a:endParaRPr lang="en-US" sz="2400" b="1" dirty="0" smtClean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/>
              <a:t>Operating </a:t>
            </a:r>
            <a:r>
              <a:rPr lang="en-US" sz="2400" dirty="0"/>
              <a:t>system </a:t>
            </a:r>
            <a:endParaRPr lang="en-US" sz="2400" dirty="0" smtClean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/>
              <a:t>Utilities </a:t>
            </a:r>
            <a:r>
              <a:rPr lang="en-US" sz="2400" dirty="0"/>
              <a:t>(antivirus) </a:t>
            </a:r>
            <a:endParaRPr lang="en-US" sz="2400" dirty="0" smtClean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/>
              <a:t>Commercial applications </a:t>
            </a:r>
            <a:r>
              <a:rPr lang="en-US" sz="2400" dirty="0"/>
              <a:t>(word processing, photo editing) </a:t>
            </a:r>
            <a:endParaRPr lang="en-US" sz="2400" dirty="0" smtClean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/>
              <a:t>Individual </a:t>
            </a:r>
            <a:r>
              <a:rPr lang="en-US" sz="2400" dirty="0"/>
              <a:t>applications</a:t>
            </a:r>
          </a:p>
        </p:txBody>
      </p:sp>
      <p:sp>
        <p:nvSpPr>
          <p:cNvPr id="22" name="ZoneTexte 21"/>
          <p:cNvSpPr txBox="1"/>
          <p:nvPr/>
        </p:nvSpPr>
        <p:spPr>
          <a:xfrm>
            <a:off x="7711750" y="3069661"/>
            <a:ext cx="370192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Data</a:t>
            </a:r>
            <a:r>
              <a:rPr lang="en-US" sz="2400" b="1" dirty="0"/>
              <a:t>: </a:t>
            </a:r>
            <a:endParaRPr lang="en-US" sz="2400" b="1" dirty="0" smtClean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/>
              <a:t>Documents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/>
              <a:t>Photos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/>
              <a:t>Music</a:t>
            </a:r>
            <a:r>
              <a:rPr lang="en-US" sz="2400" dirty="0"/>
              <a:t>, videos </a:t>
            </a:r>
            <a:endParaRPr lang="en-US" sz="2400" dirty="0" smtClean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/>
              <a:t>Email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/>
              <a:t>Class </a:t>
            </a:r>
            <a:r>
              <a:rPr lang="en-US" sz="2400" dirty="0"/>
              <a:t>projects</a:t>
            </a:r>
          </a:p>
        </p:txBody>
      </p:sp>
    </p:spTree>
    <p:extLst>
      <p:ext uri="{BB962C8B-B14F-4D97-AF65-F5344CB8AC3E}">
        <p14:creationId xmlns:p14="http://schemas.microsoft.com/office/powerpoint/2010/main" val="4211156197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678892" y="762730"/>
            <a:ext cx="681277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529388" y="235036"/>
            <a:ext cx="5453061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752478" y="780921"/>
            <a:ext cx="7810236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bg1"/>
                </a:solidFill>
              </a:rPr>
              <a:t>Why need security at the OS level?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231149" y="1990898"/>
            <a:ext cx="1185511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No </a:t>
            </a:r>
            <a:r>
              <a:rPr lang="en-US" sz="3200" dirty="0"/>
              <a:t>more standalone computer system environments. </a:t>
            </a:r>
            <a:endParaRPr lang="en-US" sz="32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Any </a:t>
            </a:r>
            <a:r>
              <a:rPr lang="en-US" sz="3200" dirty="0"/>
              <a:t>system can be globally accessible through a set of vast inter and intra-network connections. </a:t>
            </a:r>
            <a:endParaRPr lang="en-US" sz="32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Transition </a:t>
            </a:r>
            <a:r>
              <a:rPr lang="en-US" sz="3200" dirty="0"/>
              <a:t>motivated by the need to work remotely, </a:t>
            </a:r>
            <a:endParaRPr lang="en-US" sz="3200" dirty="0" smtClean="0"/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 dirty="0" smtClean="0"/>
              <a:t> </a:t>
            </a:r>
            <a:r>
              <a:rPr lang="en-US" sz="2800" dirty="0"/>
              <a:t>convenience in accessing </a:t>
            </a:r>
            <a:r>
              <a:rPr lang="en-US" sz="2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personal records</a:t>
            </a:r>
            <a:r>
              <a:rPr lang="en-US" sz="2800" dirty="0"/>
              <a:t>, </a:t>
            </a:r>
            <a:r>
              <a:rPr lang="en-US" sz="2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online shopping </a:t>
            </a:r>
            <a:r>
              <a:rPr lang="en-US" sz="2800" dirty="0"/>
              <a:t>etc. </a:t>
            </a:r>
            <a:endParaRPr lang="en-US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A </a:t>
            </a:r>
            <a:r>
              <a:rPr lang="en-US" sz="3200" dirty="0"/>
              <a:t>single security loophole in the OS design and implementation known to a malicious attacker could do serious damage.</a:t>
            </a:r>
            <a:endParaRPr lang="fr-FR" sz="3200" dirty="0"/>
          </a:p>
        </p:txBody>
      </p:sp>
      <p:sp>
        <p:nvSpPr>
          <p:cNvPr id="5" name="Organigramme : Connecteur 4"/>
          <p:cNvSpPr/>
          <p:nvPr/>
        </p:nvSpPr>
        <p:spPr>
          <a:xfrm>
            <a:off x="80204" y="418885"/>
            <a:ext cx="1721464" cy="1356083"/>
          </a:xfrm>
          <a:prstGeom prst="flowChartConnector">
            <a:avLst/>
          </a:prstGeom>
          <a:solidFill>
            <a:schemeClr val="accent2"/>
          </a:solidFill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Chapter</a:t>
            </a:r>
            <a:r>
              <a:rPr lang="fr-FR" sz="2400" b="1" dirty="0" smtClean="0"/>
              <a:t>  01</a:t>
            </a:r>
            <a:endParaRPr lang="fr-FR" sz="2400" b="1" dirty="0"/>
          </a:p>
        </p:txBody>
      </p:sp>
    </p:spTree>
    <p:extLst>
      <p:ext uri="{BB962C8B-B14F-4D97-AF65-F5344CB8AC3E}">
        <p14:creationId xmlns:p14="http://schemas.microsoft.com/office/powerpoint/2010/main" val="313188992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678892" y="762730"/>
            <a:ext cx="5107546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500814" y="235036"/>
            <a:ext cx="5481636" cy="12562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752478" y="780921"/>
            <a:ext cx="3691060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bg1"/>
                </a:solidFill>
              </a:rPr>
              <a:t>Who are the attackers?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315883" y="1707244"/>
            <a:ext cx="11855116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00" b="1" dirty="0" smtClean="0"/>
              <a:t>Vandals</a:t>
            </a:r>
            <a:r>
              <a:rPr lang="en-US" sz="2700" dirty="0" smtClean="0"/>
              <a:t> </a:t>
            </a:r>
            <a:r>
              <a:rPr lang="en-US" sz="2700" dirty="0"/>
              <a:t>(Hackers, crackers) driven by intellectual challenge</a:t>
            </a:r>
            <a:r>
              <a:rPr lang="en-US" sz="2700" dirty="0" smtClean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00" b="1" dirty="0" smtClean="0"/>
              <a:t>Insiders</a:t>
            </a:r>
            <a:r>
              <a:rPr lang="en-US" sz="2700" dirty="0"/>
              <a:t>: employees or customers seeking revenge or gain informal benefits </a:t>
            </a:r>
            <a:endParaRPr lang="en-US" sz="27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00" b="1" dirty="0" smtClean="0"/>
              <a:t>Natural </a:t>
            </a:r>
            <a:r>
              <a:rPr lang="en-US" sz="2700" b="1" dirty="0"/>
              <a:t>disasters</a:t>
            </a:r>
            <a:r>
              <a:rPr lang="en-US" sz="2700" dirty="0"/>
              <a:t>: flooding, fire, storms, earthquake... </a:t>
            </a:r>
            <a:endParaRPr lang="en-US" sz="27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00" b="1" dirty="0" smtClean="0"/>
              <a:t>Criminals </a:t>
            </a:r>
            <a:r>
              <a:rPr lang="en-US" sz="2700" dirty="0"/>
              <a:t>seeking financial gain. </a:t>
            </a:r>
            <a:endParaRPr lang="en-US" sz="27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00" b="1" dirty="0" smtClean="0"/>
              <a:t>Organized </a:t>
            </a:r>
            <a:r>
              <a:rPr lang="en-US" sz="2700" b="1" dirty="0"/>
              <a:t>crime </a:t>
            </a:r>
            <a:r>
              <a:rPr lang="en-US" sz="2700" dirty="0"/>
              <a:t>seeking gain or hiding criminal activities </a:t>
            </a:r>
            <a:endParaRPr lang="en-US" sz="27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00" b="1" dirty="0" smtClean="0"/>
              <a:t>Organized </a:t>
            </a:r>
            <a:r>
              <a:rPr lang="en-US" sz="2700" b="1" dirty="0"/>
              <a:t>terrorist</a:t>
            </a:r>
            <a:r>
              <a:rPr lang="en-US" sz="2700" dirty="0"/>
              <a:t> groups or nation states trying to influence national policy.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00" b="1" dirty="0" smtClean="0"/>
              <a:t>Foreign </a:t>
            </a:r>
            <a:r>
              <a:rPr lang="en-US" sz="2700" b="1" dirty="0"/>
              <a:t>agents </a:t>
            </a:r>
            <a:r>
              <a:rPr lang="en-US" sz="2700" dirty="0"/>
              <a:t>seeking information (spying) for economic, political, or military purposes. </a:t>
            </a:r>
            <a:endParaRPr lang="en-US" sz="27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00" dirty="0" smtClean="0"/>
              <a:t>Tactical </a:t>
            </a:r>
            <a:r>
              <a:rPr lang="en-US" sz="2700" dirty="0"/>
              <a:t>countermeasures intended to disrupt military capability. </a:t>
            </a:r>
            <a:endParaRPr lang="en-US" sz="27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00" dirty="0" smtClean="0"/>
              <a:t>Large </a:t>
            </a:r>
            <a:r>
              <a:rPr lang="en-US" sz="2700" dirty="0"/>
              <a:t>organized terrorist groups </a:t>
            </a:r>
            <a:endParaRPr lang="en-US" sz="27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00" dirty="0" smtClean="0"/>
              <a:t>Cyber </a:t>
            </a:r>
            <a:r>
              <a:rPr lang="en-US" sz="2700" dirty="0"/>
              <a:t>attacks</a:t>
            </a:r>
            <a:endParaRPr lang="fr-FR" sz="2700" dirty="0"/>
          </a:p>
        </p:txBody>
      </p:sp>
      <p:sp>
        <p:nvSpPr>
          <p:cNvPr id="5" name="Organigramme : Connecteur 4"/>
          <p:cNvSpPr/>
          <p:nvPr/>
        </p:nvSpPr>
        <p:spPr>
          <a:xfrm>
            <a:off x="80204" y="418885"/>
            <a:ext cx="1721464" cy="1356083"/>
          </a:xfrm>
          <a:prstGeom prst="flowChartConnector">
            <a:avLst/>
          </a:prstGeom>
          <a:solidFill>
            <a:schemeClr val="accent2"/>
          </a:solidFill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Chapter</a:t>
            </a:r>
            <a:r>
              <a:rPr lang="fr-FR" sz="2400" b="1" dirty="0" smtClean="0"/>
              <a:t>  01</a:t>
            </a:r>
            <a:endParaRPr lang="fr-FR" sz="2400" b="1" dirty="0"/>
          </a:p>
        </p:txBody>
      </p:sp>
    </p:spTree>
    <p:extLst>
      <p:ext uri="{BB962C8B-B14F-4D97-AF65-F5344CB8AC3E}">
        <p14:creationId xmlns:p14="http://schemas.microsoft.com/office/powerpoint/2010/main" val="1511166402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656024" y="730227"/>
            <a:ext cx="6087676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386514" y="235036"/>
            <a:ext cx="5595936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752478" y="780921"/>
            <a:ext cx="4634036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bg1"/>
                </a:solidFill>
              </a:rPr>
              <a:t>What are the vulnerabilities? 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315883" y="1707244"/>
            <a:ext cx="1185511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3200" b="1" dirty="0" smtClean="0">
                <a:solidFill>
                  <a:srgbClr val="C00000"/>
                </a:solidFill>
              </a:rPr>
              <a:t>Physical</a:t>
            </a:r>
            <a:r>
              <a:rPr lang="fr-FR" sz="3200" dirty="0" smtClean="0">
                <a:solidFill>
                  <a:srgbClr val="C00000"/>
                </a:solidFill>
              </a:rPr>
              <a:t> </a:t>
            </a:r>
            <a:r>
              <a:rPr lang="fr-FR" sz="3200" dirty="0" err="1"/>
              <a:t>vulnerabilities</a:t>
            </a:r>
            <a:r>
              <a:rPr lang="fr-FR" sz="3200" dirty="0"/>
              <a:t> (</a:t>
            </a:r>
            <a:r>
              <a:rPr lang="fr-FR" sz="3200" dirty="0" err="1"/>
              <a:t>Eg</a:t>
            </a:r>
            <a:r>
              <a:rPr lang="fr-FR" sz="3200" dirty="0"/>
              <a:t>. Computer </a:t>
            </a:r>
            <a:r>
              <a:rPr lang="fr-FR" sz="3200" dirty="0" err="1"/>
              <a:t>can</a:t>
            </a:r>
            <a:r>
              <a:rPr lang="fr-FR" sz="3200" dirty="0"/>
              <a:t> </a:t>
            </a:r>
            <a:r>
              <a:rPr lang="fr-FR" sz="3200" dirty="0" err="1"/>
              <a:t>be</a:t>
            </a:r>
            <a:r>
              <a:rPr lang="fr-FR" sz="3200" dirty="0"/>
              <a:t> </a:t>
            </a:r>
            <a:r>
              <a:rPr lang="fr-FR" sz="3200" dirty="0" err="1"/>
              <a:t>stolen</a:t>
            </a:r>
            <a:r>
              <a:rPr lang="fr-FR" sz="3200" dirty="0"/>
              <a:t>) </a:t>
            </a:r>
            <a:endParaRPr lang="fr-FR" sz="32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3200" b="1" dirty="0" smtClean="0">
                <a:solidFill>
                  <a:srgbClr val="C00000"/>
                </a:solidFill>
              </a:rPr>
              <a:t>Natural</a:t>
            </a:r>
            <a:r>
              <a:rPr lang="fr-FR" sz="3200" dirty="0" smtClean="0"/>
              <a:t> </a:t>
            </a:r>
            <a:r>
              <a:rPr lang="fr-FR" sz="3200" dirty="0" err="1"/>
              <a:t>vulnerabilities</a:t>
            </a:r>
            <a:r>
              <a:rPr lang="fr-FR" sz="3200" dirty="0"/>
              <a:t> (</a:t>
            </a:r>
            <a:r>
              <a:rPr lang="fr-FR" sz="3200" dirty="0" err="1"/>
              <a:t>Eg</a:t>
            </a:r>
            <a:r>
              <a:rPr lang="fr-FR" sz="3200" dirty="0"/>
              <a:t>. </a:t>
            </a:r>
            <a:r>
              <a:rPr lang="fr-FR" sz="3200" dirty="0" err="1"/>
              <a:t>Earthquake</a:t>
            </a:r>
            <a:r>
              <a:rPr lang="fr-FR" sz="3200" dirty="0"/>
              <a:t>) </a:t>
            </a:r>
            <a:endParaRPr lang="fr-FR" sz="32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3200" b="1" dirty="0" smtClean="0">
                <a:solidFill>
                  <a:srgbClr val="C00000"/>
                </a:solidFill>
              </a:rPr>
              <a:t>Hardware </a:t>
            </a:r>
            <a:r>
              <a:rPr lang="fr-FR" sz="3200" b="1" dirty="0">
                <a:solidFill>
                  <a:srgbClr val="C00000"/>
                </a:solidFill>
              </a:rPr>
              <a:t>and Software </a:t>
            </a:r>
            <a:r>
              <a:rPr lang="fr-FR" sz="3200" dirty="0" err="1"/>
              <a:t>vulnerabilities</a:t>
            </a:r>
            <a:r>
              <a:rPr lang="fr-FR" sz="3200" dirty="0"/>
              <a:t> (</a:t>
            </a:r>
            <a:r>
              <a:rPr lang="fr-FR" sz="3200" dirty="0" err="1"/>
              <a:t>Eg</a:t>
            </a:r>
            <a:r>
              <a:rPr lang="fr-FR" sz="3200" dirty="0"/>
              <a:t>. </a:t>
            </a:r>
            <a:r>
              <a:rPr lang="fr-FR" sz="3200" dirty="0" err="1"/>
              <a:t>Failures</a:t>
            </a:r>
            <a:r>
              <a:rPr lang="fr-FR" sz="3200" dirty="0"/>
              <a:t>) </a:t>
            </a:r>
            <a:endParaRPr lang="fr-FR" sz="32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3200" b="1" dirty="0" smtClean="0">
                <a:solidFill>
                  <a:srgbClr val="C00000"/>
                </a:solidFill>
              </a:rPr>
              <a:t>Media</a:t>
            </a:r>
            <a:r>
              <a:rPr lang="fr-FR" sz="3200" dirty="0" smtClean="0"/>
              <a:t> </a:t>
            </a:r>
            <a:r>
              <a:rPr lang="fr-FR" sz="3200" dirty="0" err="1"/>
              <a:t>vulnerabilities</a:t>
            </a:r>
            <a:r>
              <a:rPr lang="fr-FR" sz="3200" dirty="0"/>
              <a:t> (</a:t>
            </a:r>
            <a:r>
              <a:rPr lang="fr-FR" sz="3200" dirty="0" err="1"/>
              <a:t>Eg</a:t>
            </a:r>
            <a:r>
              <a:rPr lang="fr-FR" sz="3200" dirty="0"/>
              <a:t>. Hard </a:t>
            </a:r>
            <a:r>
              <a:rPr lang="fr-FR" sz="3200" dirty="0" err="1"/>
              <a:t>disks</a:t>
            </a:r>
            <a:r>
              <a:rPr lang="fr-FR" sz="3200" dirty="0"/>
              <a:t> </a:t>
            </a:r>
            <a:r>
              <a:rPr lang="fr-FR" sz="3200" dirty="0" err="1"/>
              <a:t>can</a:t>
            </a:r>
            <a:r>
              <a:rPr lang="fr-FR" sz="3200" dirty="0"/>
              <a:t> </a:t>
            </a:r>
            <a:r>
              <a:rPr lang="fr-FR" sz="3200" dirty="0" err="1"/>
              <a:t>be</a:t>
            </a:r>
            <a:r>
              <a:rPr lang="fr-FR" sz="3200" dirty="0"/>
              <a:t> </a:t>
            </a:r>
            <a:r>
              <a:rPr lang="fr-FR" sz="3200" dirty="0" err="1"/>
              <a:t>stolen</a:t>
            </a:r>
            <a:r>
              <a:rPr lang="fr-FR" sz="3200" dirty="0"/>
              <a:t>) </a:t>
            </a:r>
            <a:endParaRPr lang="fr-FR" sz="32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3200" b="1" dirty="0" smtClean="0">
                <a:solidFill>
                  <a:srgbClr val="C00000"/>
                </a:solidFill>
              </a:rPr>
              <a:t>Communication</a:t>
            </a:r>
            <a:r>
              <a:rPr lang="fr-FR" sz="3200" dirty="0" smtClean="0"/>
              <a:t> </a:t>
            </a:r>
            <a:r>
              <a:rPr lang="fr-FR" sz="3200" dirty="0" err="1"/>
              <a:t>vulnerabilities</a:t>
            </a:r>
            <a:r>
              <a:rPr lang="fr-FR" sz="3200" dirty="0"/>
              <a:t> (Ex. </a:t>
            </a:r>
            <a:r>
              <a:rPr lang="fr-FR" sz="3200" dirty="0" err="1"/>
              <a:t>Wires</a:t>
            </a:r>
            <a:r>
              <a:rPr lang="fr-FR" sz="3200" dirty="0"/>
              <a:t> </a:t>
            </a:r>
            <a:r>
              <a:rPr lang="fr-FR" sz="3200" dirty="0" err="1"/>
              <a:t>can</a:t>
            </a:r>
            <a:r>
              <a:rPr lang="fr-FR" sz="3200" dirty="0"/>
              <a:t> </a:t>
            </a:r>
            <a:r>
              <a:rPr lang="fr-FR" sz="3200" dirty="0" err="1"/>
              <a:t>be</a:t>
            </a:r>
            <a:r>
              <a:rPr lang="fr-FR" sz="3200" dirty="0"/>
              <a:t> </a:t>
            </a:r>
            <a:r>
              <a:rPr lang="fr-FR" sz="3200" dirty="0" err="1"/>
              <a:t>tapped</a:t>
            </a:r>
            <a:r>
              <a:rPr lang="fr-FR" sz="3200" dirty="0"/>
              <a:t>) </a:t>
            </a:r>
            <a:endParaRPr lang="fr-FR" sz="32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3200" b="1" dirty="0" err="1" smtClean="0">
                <a:solidFill>
                  <a:srgbClr val="C00000"/>
                </a:solidFill>
              </a:rPr>
              <a:t>Human</a:t>
            </a:r>
            <a:r>
              <a:rPr lang="fr-FR" sz="3200" dirty="0" smtClean="0"/>
              <a:t> </a:t>
            </a:r>
            <a:r>
              <a:rPr lang="fr-FR" sz="3200" dirty="0" err="1"/>
              <a:t>vulnerabilities</a:t>
            </a:r>
            <a:r>
              <a:rPr lang="fr-FR" sz="3200" dirty="0"/>
              <a:t> (</a:t>
            </a:r>
            <a:r>
              <a:rPr lang="fr-FR" sz="3200" dirty="0" err="1"/>
              <a:t>Eg</a:t>
            </a:r>
            <a:r>
              <a:rPr lang="fr-FR" sz="3200" dirty="0"/>
              <a:t>. </a:t>
            </a:r>
            <a:r>
              <a:rPr lang="fr-FR" sz="3200" dirty="0" err="1"/>
              <a:t>Insiders</a:t>
            </a:r>
            <a:r>
              <a:rPr lang="fr-FR" sz="3200" dirty="0"/>
              <a:t>) </a:t>
            </a:r>
            <a:endParaRPr lang="fr-FR" sz="32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3200" dirty="0" err="1" smtClean="0"/>
              <a:t>Poorly</a:t>
            </a:r>
            <a:r>
              <a:rPr lang="fr-FR" sz="3200" dirty="0" smtClean="0"/>
              <a:t> </a:t>
            </a:r>
            <a:r>
              <a:rPr lang="fr-FR" sz="3200" dirty="0" err="1"/>
              <a:t>chosen</a:t>
            </a:r>
            <a:r>
              <a:rPr lang="fr-FR" sz="3200" dirty="0"/>
              <a:t> </a:t>
            </a:r>
            <a:r>
              <a:rPr lang="fr-FR" sz="3200" dirty="0" err="1"/>
              <a:t>passwords</a:t>
            </a:r>
            <a:r>
              <a:rPr lang="fr-FR" sz="3200" dirty="0"/>
              <a:t> </a:t>
            </a:r>
            <a:endParaRPr lang="fr-FR" sz="32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3200" dirty="0" smtClean="0"/>
              <a:t>Software </a:t>
            </a:r>
            <a:r>
              <a:rPr lang="fr-FR" sz="3200" dirty="0"/>
              <a:t>bugs (non </a:t>
            </a:r>
            <a:r>
              <a:rPr lang="fr-FR" sz="3200" dirty="0" err="1"/>
              <a:t>reliability</a:t>
            </a:r>
            <a:r>
              <a:rPr lang="fr-FR" sz="3200" dirty="0"/>
              <a:t> of software</a:t>
            </a:r>
            <a:r>
              <a:rPr lang="fr-FR" sz="3200" dirty="0" smtClean="0"/>
              <a:t>)</a:t>
            </a:r>
          </a:p>
          <a:p>
            <a:r>
              <a:rPr lang="fr-FR" sz="3200" dirty="0"/>
              <a:t> </a:t>
            </a:r>
            <a:r>
              <a:rPr lang="fr-FR" sz="3200" dirty="0" smtClean="0"/>
              <a:t>      </a:t>
            </a:r>
            <a:r>
              <a:rPr lang="fr-FR" sz="2800" dirty="0"/>
              <a:t>- buffer </a:t>
            </a:r>
            <a:r>
              <a:rPr lang="fr-FR" sz="2800" dirty="0" err="1"/>
              <a:t>overflow</a:t>
            </a:r>
            <a:r>
              <a:rPr lang="fr-FR" sz="2800" dirty="0"/>
              <a:t> </a:t>
            </a:r>
            <a:r>
              <a:rPr lang="fr-FR" sz="2800" dirty="0" err="1"/>
              <a:t>attacks</a:t>
            </a:r>
            <a:endParaRPr lang="fr-FR" sz="2800" dirty="0"/>
          </a:p>
        </p:txBody>
      </p:sp>
      <p:sp>
        <p:nvSpPr>
          <p:cNvPr id="5" name="Organigramme : Connecteur 4"/>
          <p:cNvSpPr/>
          <p:nvPr/>
        </p:nvSpPr>
        <p:spPr>
          <a:xfrm>
            <a:off x="80204" y="418885"/>
            <a:ext cx="1721464" cy="1356083"/>
          </a:xfrm>
          <a:prstGeom prst="flowChartConnector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Chapter</a:t>
            </a:r>
            <a:r>
              <a:rPr lang="fr-FR" sz="2400" b="1" dirty="0" smtClean="0"/>
              <a:t>  01</a:t>
            </a:r>
            <a:endParaRPr lang="fr-FR" sz="2400" b="1" dirty="0"/>
          </a:p>
        </p:txBody>
      </p:sp>
    </p:spTree>
    <p:extLst>
      <p:ext uri="{BB962C8B-B14F-4D97-AF65-F5344CB8AC3E}">
        <p14:creationId xmlns:p14="http://schemas.microsoft.com/office/powerpoint/2010/main" val="76598675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678892" y="762730"/>
            <a:ext cx="5836208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515100" y="235036"/>
            <a:ext cx="5467349" cy="14443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752478" y="780921"/>
            <a:ext cx="4762622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bg1"/>
                </a:solidFill>
              </a:rPr>
              <a:t>What are the vulnerabilities? 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315883" y="1707244"/>
            <a:ext cx="1185511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Automatically</a:t>
            </a:r>
            <a:r>
              <a:rPr lang="fr-FR" sz="3200" dirty="0" smtClean="0"/>
              <a:t> </a:t>
            </a:r>
            <a:r>
              <a:rPr lang="fr-FR" sz="3200" dirty="0"/>
              <a:t>running active content: </a:t>
            </a:r>
            <a:r>
              <a:rPr lang="fr-FR" sz="3200" dirty="0" err="1"/>
              <a:t>active-x</a:t>
            </a:r>
            <a:r>
              <a:rPr lang="fr-FR" sz="3200" dirty="0"/>
              <a:t>, scripts, Java programs (applet) </a:t>
            </a:r>
            <a:endParaRPr lang="fr-FR" sz="32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3200" dirty="0" smtClean="0"/>
              <a:t>Open </a:t>
            </a:r>
            <a:r>
              <a:rPr lang="fr-FR" sz="3200" dirty="0"/>
              <a:t>ports: </a:t>
            </a:r>
            <a:r>
              <a:rPr lang="fr-FR" sz="3200" dirty="0" err="1"/>
              <a:t>telnet</a:t>
            </a:r>
            <a:r>
              <a:rPr lang="fr-FR" sz="3200" dirty="0"/>
              <a:t>, mail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3200" dirty="0" smtClean="0"/>
              <a:t>Incorrect </a:t>
            </a:r>
            <a:r>
              <a:rPr lang="fr-FR" sz="3200" dirty="0"/>
              <a:t>configuration </a:t>
            </a:r>
            <a:endParaRPr lang="fr-FR" sz="3200" dirty="0" smtClean="0"/>
          </a:p>
          <a:p>
            <a:r>
              <a:rPr lang="fr-FR" sz="2800" dirty="0" smtClean="0"/>
              <a:t>         - </a:t>
            </a:r>
            <a:r>
              <a:rPr lang="fr-FR" sz="2800" dirty="0"/>
              <a:t>file </a:t>
            </a:r>
            <a:r>
              <a:rPr lang="fr-FR" sz="2800" dirty="0" smtClean="0"/>
              <a:t>permissions</a:t>
            </a:r>
          </a:p>
          <a:p>
            <a:r>
              <a:rPr lang="fr-FR" sz="2800" dirty="0" smtClean="0"/>
              <a:t>         - </a:t>
            </a:r>
            <a:r>
              <a:rPr lang="fr-FR" sz="2800" dirty="0"/>
              <a:t>administrative </a:t>
            </a:r>
            <a:r>
              <a:rPr lang="fr-FR" sz="2800" dirty="0" err="1"/>
              <a:t>privileges</a:t>
            </a:r>
            <a:r>
              <a:rPr lang="fr-FR" sz="2800" dirty="0"/>
              <a:t> </a:t>
            </a:r>
            <a:endParaRPr lang="fr-FR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3200" dirty="0" err="1" smtClean="0"/>
              <a:t>Untrained</a:t>
            </a:r>
            <a:r>
              <a:rPr lang="fr-FR" sz="3200" dirty="0" smtClean="0"/>
              <a:t> </a:t>
            </a:r>
            <a:r>
              <a:rPr lang="fr-FR" sz="3200" dirty="0" err="1"/>
              <a:t>users</a:t>
            </a:r>
            <a:r>
              <a:rPr lang="fr-FR" sz="3200" dirty="0"/>
              <a:t>/system </a:t>
            </a:r>
            <a:r>
              <a:rPr lang="fr-FR" sz="3200" dirty="0" err="1"/>
              <a:t>administrators</a:t>
            </a:r>
            <a:endParaRPr lang="fr-FR" sz="2800" dirty="0"/>
          </a:p>
        </p:txBody>
      </p:sp>
      <p:sp>
        <p:nvSpPr>
          <p:cNvPr id="5" name="Organigramme : Connecteur 4"/>
          <p:cNvSpPr/>
          <p:nvPr/>
        </p:nvSpPr>
        <p:spPr>
          <a:xfrm>
            <a:off x="80204" y="418885"/>
            <a:ext cx="1721464" cy="1356083"/>
          </a:xfrm>
          <a:prstGeom prst="flowChartConnector">
            <a:avLst/>
          </a:prstGeom>
          <a:solidFill>
            <a:schemeClr val="accent2"/>
          </a:solidFill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Chapter</a:t>
            </a:r>
            <a:r>
              <a:rPr lang="fr-FR" sz="2400" b="1" dirty="0" smtClean="0"/>
              <a:t>  01</a:t>
            </a:r>
            <a:endParaRPr lang="fr-FR" sz="2400" b="1" dirty="0"/>
          </a:p>
        </p:txBody>
      </p:sp>
    </p:spTree>
    <p:extLst>
      <p:ext uri="{BB962C8B-B14F-4D97-AF65-F5344CB8AC3E}">
        <p14:creationId xmlns:p14="http://schemas.microsoft.com/office/powerpoint/2010/main" val="1754032950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607452" y="762730"/>
            <a:ext cx="7222096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415088" y="235035"/>
            <a:ext cx="5567361" cy="18384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752478" y="780921"/>
            <a:ext cx="7810236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bg1"/>
                </a:solidFill>
              </a:rPr>
              <a:t>Security features in Operating System 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315883" y="1635804"/>
            <a:ext cx="1185511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 </a:t>
            </a:r>
            <a:r>
              <a:rPr lang="en-US" sz="3200" dirty="0"/>
              <a:t>An operating system manages and controls access to hardware components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Older </a:t>
            </a:r>
            <a:r>
              <a:rPr lang="en-US" sz="3200" dirty="0"/>
              <a:t>operating systems focused on </a:t>
            </a:r>
            <a:r>
              <a:rPr lang="en-US" sz="3200" b="1" dirty="0"/>
              <a:t>ensuring data confidentiality </a:t>
            </a:r>
            <a:endParaRPr lang="en-US" sz="3200" b="1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 </a:t>
            </a:r>
            <a:r>
              <a:rPr lang="en-US" sz="3200" dirty="0"/>
              <a:t>Modern operating systems support four basic functions </a:t>
            </a:r>
            <a:endParaRPr lang="en-US" sz="3200" dirty="0" smtClean="0"/>
          </a:p>
          <a:p>
            <a:pPr marL="1371600" lvl="2" indent="-457200">
              <a:buFont typeface="Calibri" panose="020F0502020204030204" pitchFamily="34" charset="0"/>
              <a:buChar char="⁻"/>
            </a:pPr>
            <a:r>
              <a:rPr lang="en-US" sz="3200" dirty="0" smtClean="0">
                <a:solidFill>
                  <a:srgbClr val="C00000"/>
                </a:solidFill>
              </a:rPr>
              <a:t>Positively </a:t>
            </a:r>
            <a:r>
              <a:rPr lang="en-US" sz="3200" dirty="0">
                <a:solidFill>
                  <a:srgbClr val="C00000"/>
                </a:solidFill>
              </a:rPr>
              <a:t>identify a </a:t>
            </a:r>
            <a:r>
              <a:rPr lang="en-US" sz="3200" dirty="0" smtClean="0">
                <a:solidFill>
                  <a:srgbClr val="C00000"/>
                </a:solidFill>
              </a:rPr>
              <a:t>user</a:t>
            </a:r>
          </a:p>
          <a:p>
            <a:pPr marL="1371600" lvl="2" indent="-457200">
              <a:buFont typeface="Calibri" panose="020F0502020204030204" pitchFamily="34" charset="0"/>
              <a:buChar char="⁻"/>
            </a:pPr>
            <a:r>
              <a:rPr lang="en-US" sz="3200" dirty="0">
                <a:solidFill>
                  <a:srgbClr val="C00000"/>
                </a:solidFill>
              </a:rPr>
              <a:t>Restrict access to authorized resources </a:t>
            </a:r>
          </a:p>
          <a:p>
            <a:pPr marL="1371600" lvl="2" indent="-457200">
              <a:buFont typeface="Calibri" panose="020F0502020204030204" pitchFamily="34" charset="0"/>
              <a:buChar char="⁻"/>
            </a:pPr>
            <a:r>
              <a:rPr lang="en-US" sz="3200" dirty="0">
                <a:solidFill>
                  <a:srgbClr val="C00000"/>
                </a:solidFill>
              </a:rPr>
              <a:t>Record user activity </a:t>
            </a:r>
          </a:p>
          <a:p>
            <a:pPr marL="1371600" lvl="2" indent="-457200">
              <a:buFont typeface="Calibri" panose="020F0502020204030204" pitchFamily="34" charset="0"/>
              <a:buChar char="⁻"/>
            </a:pPr>
            <a:r>
              <a:rPr lang="en-US" sz="3200" dirty="0">
                <a:solidFill>
                  <a:srgbClr val="C00000"/>
                </a:solidFill>
              </a:rPr>
              <a:t>Ensure proper communications with other computers and devices (sending and receiving data)</a:t>
            </a:r>
            <a:endParaRPr lang="fr-FR" sz="3200" dirty="0">
              <a:solidFill>
                <a:srgbClr val="C00000"/>
              </a:solidFill>
            </a:endParaRPr>
          </a:p>
        </p:txBody>
      </p:sp>
      <p:sp>
        <p:nvSpPr>
          <p:cNvPr id="5" name="Organigramme : Connecteur 4"/>
          <p:cNvSpPr/>
          <p:nvPr/>
        </p:nvSpPr>
        <p:spPr>
          <a:xfrm>
            <a:off x="80204" y="418885"/>
            <a:ext cx="1721464" cy="1356083"/>
          </a:xfrm>
          <a:prstGeom prst="flowChartConnector">
            <a:avLst/>
          </a:prstGeom>
          <a:solidFill>
            <a:schemeClr val="accent2"/>
          </a:solidFill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Chapter</a:t>
            </a:r>
            <a:r>
              <a:rPr lang="fr-FR" sz="2400" b="1" dirty="0" smtClean="0"/>
              <a:t>  01</a:t>
            </a:r>
            <a:endParaRPr lang="fr-FR" sz="2400" b="1" dirty="0"/>
          </a:p>
        </p:txBody>
      </p:sp>
    </p:spTree>
    <p:extLst>
      <p:ext uri="{BB962C8B-B14F-4D97-AF65-F5344CB8AC3E}">
        <p14:creationId xmlns:p14="http://schemas.microsoft.com/office/powerpoint/2010/main" val="1451868261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678891" y="762730"/>
            <a:ext cx="6207683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Systems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r>
              <a:rPr lang="fr-FR" sz="3200" b="1" dirty="0" smtClean="0"/>
              <a:t>: Introduction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8630652" y="235036"/>
            <a:ext cx="3351797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752478" y="780921"/>
            <a:ext cx="4976935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bg1"/>
                </a:solidFill>
              </a:rPr>
              <a:t>Security features in </a:t>
            </a:r>
            <a:r>
              <a:rPr lang="en-US" sz="2800" b="1" dirty="0" smtClean="0">
                <a:solidFill>
                  <a:schemeClr val="bg1"/>
                </a:solidFill>
              </a:rPr>
              <a:t>ordinary OS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574859" y="1774968"/>
            <a:ext cx="118551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b="1" dirty="0" smtClean="0">
                <a:solidFill>
                  <a:srgbClr val="FF0000"/>
                </a:solidFill>
              </a:rPr>
              <a:t>Authentication of users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fr-FR" sz="3000" dirty="0" err="1" smtClean="0"/>
              <a:t>Password</a:t>
            </a:r>
            <a:r>
              <a:rPr lang="fr-FR" sz="3000" dirty="0" smtClean="0"/>
              <a:t> </a:t>
            </a:r>
            <a:r>
              <a:rPr lang="en-US" sz="3000" dirty="0" err="1" smtClean="0"/>
              <a:t>comparisan</a:t>
            </a:r>
            <a:endParaRPr lang="en-US" sz="3000" dirty="0" smtClean="0"/>
          </a:p>
        </p:txBody>
      </p:sp>
      <p:sp>
        <p:nvSpPr>
          <p:cNvPr id="5" name="Organigramme : Connecteur 4"/>
          <p:cNvSpPr/>
          <p:nvPr/>
        </p:nvSpPr>
        <p:spPr>
          <a:xfrm>
            <a:off x="80204" y="418885"/>
            <a:ext cx="1721464" cy="1356083"/>
          </a:xfrm>
          <a:prstGeom prst="flowChartConnector">
            <a:avLst/>
          </a:prstGeom>
          <a:solidFill>
            <a:schemeClr val="accent2"/>
          </a:solidFill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Chapter</a:t>
            </a:r>
            <a:r>
              <a:rPr lang="fr-FR" sz="2400" b="1" dirty="0" smtClean="0"/>
              <a:t>  01</a:t>
            </a:r>
            <a:endParaRPr lang="fr-FR" sz="2400" b="1" dirty="0"/>
          </a:p>
        </p:txBody>
      </p:sp>
      <p:sp>
        <p:nvSpPr>
          <p:cNvPr id="16" name="ZoneTexte 15"/>
          <p:cNvSpPr txBox="1"/>
          <p:nvPr/>
        </p:nvSpPr>
        <p:spPr>
          <a:xfrm>
            <a:off x="574859" y="2885872"/>
            <a:ext cx="118551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b="1" dirty="0" smtClean="0">
                <a:solidFill>
                  <a:srgbClr val="FF0000"/>
                </a:solidFill>
              </a:rPr>
              <a:t>Protection of memory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fr-FR" sz="3000" dirty="0" smtClean="0"/>
              <a:t>User </a:t>
            </a:r>
            <a:r>
              <a:rPr lang="fr-FR" sz="3000" dirty="0" err="1" smtClean="0"/>
              <a:t>space</a:t>
            </a:r>
            <a:r>
              <a:rPr lang="fr-FR" sz="3000" dirty="0" smtClean="0"/>
              <a:t>, paging, segmentation 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574859" y="4071059"/>
            <a:ext cx="118551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b="1" dirty="0" smtClean="0">
                <a:solidFill>
                  <a:srgbClr val="FF0000"/>
                </a:solidFill>
              </a:rPr>
              <a:t>File and I/O device access control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fr-FR" sz="3000" dirty="0" smtClean="0"/>
              <a:t>Access </a:t>
            </a:r>
            <a:r>
              <a:rPr lang="fr-FR" sz="3000" dirty="0" err="1" smtClean="0"/>
              <a:t>contol</a:t>
            </a:r>
            <a:r>
              <a:rPr lang="fr-FR" sz="3000" dirty="0" smtClean="0"/>
              <a:t> matrix</a:t>
            </a:r>
          </a:p>
        </p:txBody>
      </p:sp>
      <p:sp>
        <p:nvSpPr>
          <p:cNvPr id="18" name="ZoneTexte 17"/>
          <p:cNvSpPr txBox="1"/>
          <p:nvPr/>
        </p:nvSpPr>
        <p:spPr>
          <a:xfrm>
            <a:off x="175442" y="5088796"/>
            <a:ext cx="1185511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3000" b="1" dirty="0" smtClean="0">
                <a:solidFill>
                  <a:srgbClr val="FF0000"/>
                </a:solidFill>
              </a:rPr>
              <a:t>Allocation and access control to </a:t>
            </a:r>
            <a:r>
              <a:rPr lang="en-US" sz="3000" b="1" dirty="0" smtClean="0">
                <a:solidFill>
                  <a:srgbClr val="FF0000"/>
                </a:solidFill>
              </a:rPr>
              <a:t>general</a:t>
            </a:r>
            <a:r>
              <a:rPr lang="fr-FR" sz="3000" b="1" dirty="0" smtClean="0">
                <a:solidFill>
                  <a:srgbClr val="FF0000"/>
                </a:solidFill>
              </a:rPr>
              <a:t> objects</a:t>
            </a:r>
          </a:p>
        </p:txBody>
      </p:sp>
    </p:spTree>
    <p:extLst>
      <p:ext uri="{BB962C8B-B14F-4D97-AF65-F5344CB8AC3E}">
        <p14:creationId xmlns:p14="http://schemas.microsoft.com/office/powerpoint/2010/main" val="44620322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678892" y="762730"/>
            <a:ext cx="6164821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Systems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r>
              <a:rPr lang="fr-FR" sz="3200" b="1" dirty="0" smtClean="0"/>
              <a:t>: Introduction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8630652" y="235036"/>
            <a:ext cx="3351797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752478" y="780921"/>
            <a:ext cx="4919785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bg1"/>
                </a:solidFill>
              </a:rPr>
              <a:t>Security features in </a:t>
            </a:r>
            <a:r>
              <a:rPr lang="en-US" sz="2800" b="1" dirty="0" smtClean="0">
                <a:solidFill>
                  <a:schemeClr val="bg1"/>
                </a:solidFill>
              </a:rPr>
              <a:t>ordinary OS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5" name="Organigramme : Connecteur 4"/>
          <p:cNvSpPr/>
          <p:nvPr/>
        </p:nvSpPr>
        <p:spPr>
          <a:xfrm>
            <a:off x="80204" y="418885"/>
            <a:ext cx="1721464" cy="1356083"/>
          </a:xfrm>
          <a:prstGeom prst="flowChartConnector">
            <a:avLst/>
          </a:prstGeom>
          <a:solidFill>
            <a:schemeClr val="accent2"/>
          </a:solidFill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Chapter</a:t>
            </a:r>
            <a:r>
              <a:rPr lang="fr-FR" sz="2400" b="1" dirty="0" smtClean="0"/>
              <a:t>  01</a:t>
            </a:r>
            <a:endParaRPr lang="fr-FR" sz="2400" b="1" dirty="0"/>
          </a:p>
        </p:txBody>
      </p:sp>
      <p:sp>
        <p:nvSpPr>
          <p:cNvPr id="16" name="ZoneTexte 15"/>
          <p:cNvSpPr txBox="1"/>
          <p:nvPr/>
        </p:nvSpPr>
        <p:spPr>
          <a:xfrm>
            <a:off x="411676" y="1793160"/>
            <a:ext cx="11855116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FF0000"/>
                </a:solidFill>
              </a:rPr>
              <a:t>Enforcement of sharing resources </a:t>
            </a:r>
            <a:endParaRPr lang="en-US" sz="3200" b="1" dirty="0" smtClean="0">
              <a:solidFill>
                <a:srgbClr val="FF0000"/>
              </a:solidFill>
            </a:endParaRP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3200" dirty="0" smtClean="0"/>
              <a:t>To </a:t>
            </a:r>
            <a:r>
              <a:rPr lang="en-US" sz="3200" dirty="0"/>
              <a:t>preserve integrity and consistency (critical section) </a:t>
            </a:r>
            <a:endParaRPr lang="en-US" sz="32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 smtClean="0">
                <a:solidFill>
                  <a:srgbClr val="FF0000"/>
                </a:solidFill>
              </a:rPr>
              <a:t>Fair </a:t>
            </a:r>
            <a:r>
              <a:rPr lang="en-US" sz="3200" b="1" dirty="0">
                <a:solidFill>
                  <a:srgbClr val="FF0000"/>
                </a:solidFill>
              </a:rPr>
              <a:t>service </a:t>
            </a:r>
            <a:endParaRPr lang="en-US" sz="3200" b="1" dirty="0" smtClean="0">
              <a:solidFill>
                <a:srgbClr val="FF0000"/>
              </a:solidFill>
            </a:endParaRP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3200" dirty="0" smtClean="0"/>
              <a:t>no </a:t>
            </a:r>
            <a:r>
              <a:rPr lang="en-US" sz="3200" dirty="0"/>
              <a:t>starvation and deadlock </a:t>
            </a:r>
            <a:endParaRPr lang="en-US" sz="32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 smtClean="0">
                <a:solidFill>
                  <a:srgbClr val="FF0000"/>
                </a:solidFill>
              </a:rPr>
              <a:t>Inter-process </a:t>
            </a:r>
            <a:r>
              <a:rPr lang="en-US" sz="3200" b="1" dirty="0">
                <a:solidFill>
                  <a:srgbClr val="FF0000"/>
                </a:solidFill>
              </a:rPr>
              <a:t>communication &amp; synchronization </a:t>
            </a:r>
            <a:endParaRPr lang="en-US" sz="3200" b="1" dirty="0" smtClean="0">
              <a:solidFill>
                <a:srgbClr val="FF0000"/>
              </a:solidFill>
            </a:endParaRP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3200" dirty="0" smtClean="0"/>
              <a:t>Shared </a:t>
            </a:r>
            <a:r>
              <a:rPr lang="en-US" sz="3200" dirty="0"/>
              <a:t>variable (</a:t>
            </a:r>
            <a:r>
              <a:rPr lang="en-US" sz="3200" dirty="0" err="1"/>
              <a:t>e.g</a:t>
            </a:r>
            <a:r>
              <a:rPr lang="en-US" sz="3200" dirty="0"/>
              <a:t>, using semaphores) </a:t>
            </a:r>
            <a:endParaRPr lang="en-US" sz="32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 smtClean="0">
                <a:solidFill>
                  <a:srgbClr val="FF0000"/>
                </a:solidFill>
              </a:rPr>
              <a:t>Protection </a:t>
            </a:r>
            <a:r>
              <a:rPr lang="en-US" sz="3200" b="1" dirty="0">
                <a:solidFill>
                  <a:srgbClr val="FF0000"/>
                </a:solidFill>
              </a:rPr>
              <a:t>of data </a:t>
            </a:r>
            <a:endParaRPr lang="en-US" sz="3200" b="1" dirty="0" smtClean="0">
              <a:solidFill>
                <a:srgbClr val="FF0000"/>
              </a:solidFill>
            </a:endParaRP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3200" dirty="0" smtClean="0"/>
              <a:t>encryption</a:t>
            </a:r>
            <a:r>
              <a:rPr lang="en-US" sz="3200" dirty="0"/>
              <a:t>, isolation</a:t>
            </a:r>
            <a:endParaRPr lang="fr-FR" sz="3000" dirty="0" smtClean="0"/>
          </a:p>
        </p:txBody>
      </p:sp>
    </p:spTree>
    <p:extLst>
      <p:ext uri="{BB962C8B-B14F-4D97-AF65-F5344CB8AC3E}">
        <p14:creationId xmlns:p14="http://schemas.microsoft.com/office/powerpoint/2010/main" val="172470548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678892" y="762730"/>
            <a:ext cx="6121958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Systems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r>
              <a:rPr lang="fr-FR" sz="3200" b="1" dirty="0" smtClean="0"/>
              <a:t>: Introduction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8630652" y="235036"/>
            <a:ext cx="3351797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752478" y="780921"/>
            <a:ext cx="4805485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bg1"/>
                </a:solidFill>
              </a:rPr>
              <a:t>Security features of Trusted OS 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0" y="1691202"/>
            <a:ext cx="1217099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 smtClean="0"/>
              <a:t>Identification </a:t>
            </a:r>
            <a:r>
              <a:rPr lang="en-US" sz="3200" dirty="0"/>
              <a:t>and Authentication </a:t>
            </a:r>
            <a:endParaRPr lang="en-US" sz="3200" dirty="0" smtClean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Mandatory</a:t>
            </a:r>
            <a:r>
              <a:rPr lang="en-US" sz="3200" dirty="0" smtClean="0"/>
              <a:t> </a:t>
            </a:r>
            <a:r>
              <a:rPr lang="en-US" sz="3200" dirty="0"/>
              <a:t>(enforce multilevel security by classifying the data and users into various security classes) and </a:t>
            </a:r>
            <a:endParaRPr lang="en-US" sz="3200" dirty="0" smtClean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Discretionary </a:t>
            </a: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Access Control </a:t>
            </a:r>
            <a:r>
              <a:rPr lang="en-US" sz="3200" dirty="0"/>
              <a:t>(grant privileges to users</a:t>
            </a:r>
            <a:r>
              <a:rPr lang="en-US" sz="3200" dirty="0" smtClean="0"/>
              <a:t>)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 smtClean="0"/>
              <a:t>Object </a:t>
            </a:r>
            <a:r>
              <a:rPr lang="en-US" sz="3200" dirty="0"/>
              <a:t>use and reuse protection (Subject and object</a:t>
            </a:r>
            <a:r>
              <a:rPr lang="en-US" sz="3200" dirty="0" smtClean="0"/>
              <a:t>)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 smtClean="0"/>
              <a:t>Anti-virus </a:t>
            </a:r>
            <a:r>
              <a:rPr lang="en-US" sz="3200" dirty="0"/>
              <a:t>scan . </a:t>
            </a:r>
            <a:endParaRPr lang="en-US" sz="3200" dirty="0" smtClean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 smtClean="0"/>
              <a:t>Accountability </a:t>
            </a:r>
            <a:r>
              <a:rPr lang="en-US" sz="3200" dirty="0"/>
              <a:t>and Audit (security log) </a:t>
            </a:r>
            <a:endParaRPr lang="en-US" sz="3200" dirty="0" smtClean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 smtClean="0"/>
              <a:t>Firewall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 smtClean="0"/>
              <a:t>Intrusion </a:t>
            </a:r>
            <a:r>
              <a:rPr lang="en-US" sz="3200" dirty="0"/>
              <a:t>detection (patterns of normal system usages, anomalies</a:t>
            </a:r>
            <a:r>
              <a:rPr lang="en-US" sz="3200" dirty="0" smtClean="0"/>
              <a:t>)</a:t>
            </a:r>
            <a:endParaRPr lang="fr-FR" sz="3200" dirty="0">
              <a:solidFill>
                <a:srgbClr val="FF0000"/>
              </a:solidFill>
            </a:endParaRPr>
          </a:p>
        </p:txBody>
      </p:sp>
      <p:sp>
        <p:nvSpPr>
          <p:cNvPr id="5" name="Organigramme : Connecteur 4"/>
          <p:cNvSpPr/>
          <p:nvPr/>
        </p:nvSpPr>
        <p:spPr>
          <a:xfrm>
            <a:off x="80204" y="418885"/>
            <a:ext cx="1721464" cy="1356083"/>
          </a:xfrm>
          <a:prstGeom prst="flowChartConnector">
            <a:avLst/>
          </a:prstGeom>
          <a:solidFill>
            <a:schemeClr val="accent2"/>
          </a:solidFill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Chapter</a:t>
            </a:r>
            <a:r>
              <a:rPr lang="fr-FR" sz="2400" b="1" dirty="0" smtClean="0"/>
              <a:t>  01</a:t>
            </a:r>
            <a:endParaRPr lang="fr-FR" sz="2400" b="1" dirty="0"/>
          </a:p>
        </p:txBody>
      </p:sp>
    </p:spTree>
    <p:extLst>
      <p:ext uri="{BB962C8B-B14F-4D97-AF65-F5344CB8AC3E}">
        <p14:creationId xmlns:p14="http://schemas.microsoft.com/office/powerpoint/2010/main" val="716664216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678892" y="762730"/>
            <a:ext cx="5807633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858000" y="235036"/>
            <a:ext cx="51244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752478" y="780921"/>
            <a:ext cx="4576885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bg1"/>
                </a:solidFill>
              </a:rPr>
              <a:t>History of Operating Systems 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442080" y="1774968"/>
            <a:ext cx="588728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200" dirty="0" smtClean="0"/>
              <a:t>First</a:t>
            </a:r>
            <a:r>
              <a:rPr lang="en-US" sz="2200" dirty="0"/>
              <a:t>, an entire computer was dedicated to </a:t>
            </a:r>
            <a:r>
              <a:rPr lang="en-US" sz="2200" dirty="0">
                <a:solidFill>
                  <a:schemeClr val="accent1">
                    <a:lumMod val="75000"/>
                  </a:schemeClr>
                </a:solidFill>
              </a:rPr>
              <a:t>one program </a:t>
            </a:r>
            <a:r>
              <a:rPr lang="en-US" sz="2200" dirty="0"/>
              <a:t>at </a:t>
            </a:r>
            <a:r>
              <a:rPr lang="en-US" sz="2200" dirty="0">
                <a:solidFill>
                  <a:schemeClr val="accent1">
                    <a:lumMod val="75000"/>
                  </a:schemeClr>
                </a:solidFill>
              </a:rPr>
              <a:t>a time</a:t>
            </a:r>
            <a:r>
              <a:rPr lang="en-US" sz="2200" dirty="0"/>
              <a:t>, but this approach proved </a:t>
            </a:r>
            <a:r>
              <a:rPr lang="en-US" sz="2200" dirty="0" smtClean="0"/>
              <a:t>wasteful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200" dirty="0" smtClean="0"/>
              <a:t>The </a:t>
            </a:r>
            <a:r>
              <a:rPr lang="en-US" sz="2200" dirty="0">
                <a:solidFill>
                  <a:schemeClr val="accent1">
                    <a:lumMod val="75000"/>
                  </a:schemeClr>
                </a:solidFill>
              </a:rPr>
              <a:t>first operating systems </a:t>
            </a:r>
            <a:r>
              <a:rPr lang="en-US" sz="2200" dirty="0"/>
              <a:t>saved startup, loading, and shutdown time and </a:t>
            </a:r>
            <a:r>
              <a:rPr lang="en-US" sz="2200" dirty="0">
                <a:solidFill>
                  <a:schemeClr val="accent1">
                    <a:lumMod val="75000"/>
                  </a:schemeClr>
                </a:solidFill>
              </a:rPr>
              <a:t>made much better use of limited </a:t>
            </a:r>
            <a:r>
              <a:rPr lang="en-US" sz="2200" dirty="0" smtClean="0">
                <a:solidFill>
                  <a:schemeClr val="accent1">
                    <a:lumMod val="75000"/>
                  </a:schemeClr>
                </a:solidFill>
              </a:rPr>
              <a:t>resources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200" dirty="0" smtClean="0"/>
              <a:t>The </a:t>
            </a:r>
            <a:r>
              <a:rPr lang="en-US" sz="2200" dirty="0"/>
              <a:t>first personal computers took a major step back, as they were dedicated to single users and effectively one program at a time </a:t>
            </a:r>
            <a:endParaRPr lang="en-US" sz="22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200" dirty="0" smtClean="0">
                <a:solidFill>
                  <a:schemeClr val="accent1">
                    <a:lumMod val="75000"/>
                  </a:schemeClr>
                </a:solidFill>
              </a:rPr>
              <a:t>Multitasking</a:t>
            </a:r>
            <a:r>
              <a:rPr lang="en-US" sz="2200" dirty="0" smtClean="0"/>
              <a:t> </a:t>
            </a:r>
            <a:r>
              <a:rPr lang="en-US" sz="2200" dirty="0"/>
              <a:t>returned to the mainstream in the 1990s, and with it came all the lessons of the early shared computers</a:t>
            </a:r>
            <a:endParaRPr lang="fr-FR" sz="2200" dirty="0">
              <a:solidFill>
                <a:srgbClr val="FF0000"/>
              </a:solidFill>
            </a:endParaRPr>
          </a:p>
        </p:txBody>
      </p:sp>
      <p:sp>
        <p:nvSpPr>
          <p:cNvPr id="5" name="Organigramme : Connecteur 4"/>
          <p:cNvSpPr/>
          <p:nvPr/>
        </p:nvSpPr>
        <p:spPr>
          <a:xfrm>
            <a:off x="80204" y="418885"/>
            <a:ext cx="1721464" cy="1356083"/>
          </a:xfrm>
          <a:prstGeom prst="flowChartConnector">
            <a:avLst/>
          </a:prstGeom>
          <a:solidFill>
            <a:schemeClr val="accent2"/>
          </a:solidFill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Chapter</a:t>
            </a:r>
            <a:r>
              <a:rPr lang="fr-FR" sz="2400" b="1" dirty="0" smtClean="0"/>
              <a:t>  01</a:t>
            </a:r>
            <a:endParaRPr lang="fr-FR" sz="2400" b="1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7406" y="246723"/>
            <a:ext cx="3568131" cy="624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549766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038" y="1116014"/>
            <a:ext cx="5947092" cy="5541399"/>
          </a:xfrm>
          <a:prstGeom prst="rect">
            <a:avLst/>
          </a:prstGeom>
        </p:spPr>
      </p:pic>
      <p:sp>
        <p:nvSpPr>
          <p:cNvPr id="11" name="Organigramme : Données stockées 10"/>
          <p:cNvSpPr/>
          <p:nvPr/>
        </p:nvSpPr>
        <p:spPr>
          <a:xfrm rot="10800000">
            <a:off x="678892" y="762730"/>
            <a:ext cx="4293158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357938" y="235035"/>
            <a:ext cx="5624511" cy="18384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752478" y="780921"/>
            <a:ext cx="3219572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bg1"/>
                </a:solidFill>
              </a:rPr>
              <a:t>OS Layered Design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7258768" y="2678620"/>
            <a:ext cx="51723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Operating system visualized in layers, from most critical (bottom) to least critical.</a:t>
            </a:r>
            <a:endParaRPr lang="fr-FR" sz="2200" dirty="0">
              <a:solidFill>
                <a:srgbClr val="FF0000"/>
              </a:solidFill>
            </a:endParaRPr>
          </a:p>
        </p:txBody>
      </p:sp>
      <p:sp>
        <p:nvSpPr>
          <p:cNvPr id="5" name="Organigramme : Connecteur 4"/>
          <p:cNvSpPr/>
          <p:nvPr/>
        </p:nvSpPr>
        <p:spPr>
          <a:xfrm>
            <a:off x="80204" y="418885"/>
            <a:ext cx="1721464" cy="1356083"/>
          </a:xfrm>
          <a:prstGeom prst="flowChartConnector">
            <a:avLst/>
          </a:prstGeom>
          <a:solidFill>
            <a:schemeClr val="accent2"/>
          </a:solidFill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Chapter</a:t>
            </a:r>
            <a:r>
              <a:rPr lang="fr-FR" sz="2400" b="1" dirty="0" smtClean="0"/>
              <a:t>  01</a:t>
            </a:r>
            <a:endParaRPr lang="fr-FR" sz="2400" b="1" dirty="0"/>
          </a:p>
        </p:txBody>
      </p:sp>
    </p:spTree>
    <p:extLst>
      <p:ext uri="{BB962C8B-B14F-4D97-AF65-F5344CB8AC3E}">
        <p14:creationId xmlns:p14="http://schemas.microsoft.com/office/powerpoint/2010/main" val="2765395825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883" y="1646254"/>
            <a:ext cx="7642387" cy="4206891"/>
          </a:xfrm>
          <a:prstGeom prst="rect">
            <a:avLst/>
          </a:prstGeom>
        </p:spPr>
      </p:pic>
      <p:sp>
        <p:nvSpPr>
          <p:cNvPr id="11" name="Organigramme : Données stockées 10"/>
          <p:cNvSpPr/>
          <p:nvPr/>
        </p:nvSpPr>
        <p:spPr>
          <a:xfrm rot="10800000">
            <a:off x="678892" y="762730"/>
            <a:ext cx="4764646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286500" y="235035"/>
            <a:ext cx="5695949" cy="142491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752478" y="780921"/>
            <a:ext cx="3362447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 smtClean="0">
                <a:solidFill>
                  <a:schemeClr val="bg1"/>
                </a:solidFill>
              </a:rPr>
              <a:t>  Modular OS Design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5" name="Organigramme : Connecteur 4"/>
          <p:cNvSpPr/>
          <p:nvPr/>
        </p:nvSpPr>
        <p:spPr>
          <a:xfrm>
            <a:off x="80204" y="418885"/>
            <a:ext cx="1721464" cy="1356083"/>
          </a:xfrm>
          <a:prstGeom prst="flowChartConnector">
            <a:avLst/>
          </a:prstGeom>
          <a:solidFill>
            <a:schemeClr val="accent2"/>
          </a:solidFill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Chapter</a:t>
            </a:r>
            <a:r>
              <a:rPr lang="fr-FR" sz="2400" b="1" dirty="0" smtClean="0"/>
              <a:t>  01</a:t>
            </a:r>
            <a:endParaRPr lang="fr-FR" sz="2400" b="1" dirty="0"/>
          </a:p>
        </p:txBody>
      </p:sp>
      <p:sp>
        <p:nvSpPr>
          <p:cNvPr id="9" name="ZoneTexte 8"/>
          <p:cNvSpPr txBox="1"/>
          <p:nvPr/>
        </p:nvSpPr>
        <p:spPr>
          <a:xfrm>
            <a:off x="7583321" y="2616151"/>
            <a:ext cx="439912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Modern OSs </a:t>
            </a:r>
            <a:r>
              <a:rPr lang="en-US" sz="2400" dirty="0"/>
              <a:t>are built from discrete modules. These modules generally come from a variety of sources and are subject to updating/overwriting, so they cannot trust one another.</a:t>
            </a:r>
            <a:endParaRPr lang="fr-FR" sz="2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3647799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678892" y="762730"/>
            <a:ext cx="4421746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286500" y="235036"/>
            <a:ext cx="56959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752478" y="780921"/>
            <a:ext cx="3348160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bg1"/>
                </a:solidFill>
              </a:rPr>
              <a:t>  Protected Objects </a:t>
            </a:r>
          </a:p>
        </p:txBody>
      </p:sp>
      <p:sp>
        <p:nvSpPr>
          <p:cNvPr id="5" name="Organigramme : Connecteur 4"/>
          <p:cNvSpPr/>
          <p:nvPr/>
        </p:nvSpPr>
        <p:spPr>
          <a:xfrm>
            <a:off x="80204" y="418885"/>
            <a:ext cx="1721464" cy="1356083"/>
          </a:xfrm>
          <a:prstGeom prst="flowChartConnector">
            <a:avLst/>
          </a:prstGeom>
          <a:solidFill>
            <a:schemeClr val="accent2"/>
          </a:solidFill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Chapter</a:t>
            </a:r>
            <a:r>
              <a:rPr lang="fr-FR" sz="2400" b="1" dirty="0" smtClean="0"/>
              <a:t>  01</a:t>
            </a:r>
            <a:endParaRPr lang="fr-FR" sz="2400" b="1" dirty="0"/>
          </a:p>
        </p:txBody>
      </p:sp>
      <p:sp>
        <p:nvSpPr>
          <p:cNvPr id="9" name="ZoneTexte 8"/>
          <p:cNvSpPr txBox="1"/>
          <p:nvPr/>
        </p:nvSpPr>
        <p:spPr>
          <a:xfrm>
            <a:off x="315883" y="1825174"/>
            <a:ext cx="10981095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400"/>
              </a:spcAft>
            </a:pPr>
            <a:r>
              <a:rPr lang="en-US" sz="3200" dirty="0" smtClean="0"/>
              <a:t>These </a:t>
            </a:r>
            <a:r>
              <a:rPr lang="en-US" sz="3200" dirty="0"/>
              <a:t>are some of the </a:t>
            </a:r>
            <a:r>
              <a:rPr lang="en-US" sz="3200" b="1" dirty="0"/>
              <a:t>common objects that need protection</a:t>
            </a:r>
            <a:r>
              <a:rPr lang="en-US" sz="3200" dirty="0"/>
              <a:t> by and in OSs</a:t>
            </a:r>
            <a:r>
              <a:rPr lang="en-US" sz="3200" dirty="0" smtClean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 smtClean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 smtClean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Sharable 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1/O devices, such as disks </a:t>
            </a:r>
            <a:endParaRPr lang="en-US" sz="3200" b="1" dirty="0" smtClean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 smtClean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Serially 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reusable 1/O devices, such as printers </a:t>
            </a:r>
            <a:endParaRPr lang="en-US" sz="3200" b="1" dirty="0" smtClean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 smtClean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Sharable 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programs and sub procedures </a:t>
            </a:r>
            <a:endParaRPr lang="en-US" sz="3200" b="1" dirty="0" smtClean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 smtClean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Networks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 smtClean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Sharable 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</a:t>
            </a:r>
            <a:endParaRPr lang="fr-FR" sz="28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55252869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678892" y="762730"/>
            <a:ext cx="6207683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272214" y="235036"/>
            <a:ext cx="5710236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752478" y="780921"/>
            <a:ext cx="4819772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bg1"/>
                </a:solidFill>
              </a:rPr>
              <a:t>  Operating Systems Hardening</a:t>
            </a:r>
          </a:p>
        </p:txBody>
      </p:sp>
      <p:sp>
        <p:nvSpPr>
          <p:cNvPr id="5" name="Organigramme : Connecteur 4"/>
          <p:cNvSpPr/>
          <p:nvPr/>
        </p:nvSpPr>
        <p:spPr>
          <a:xfrm>
            <a:off x="80204" y="418885"/>
            <a:ext cx="1721464" cy="1356083"/>
          </a:xfrm>
          <a:prstGeom prst="flowChartConnector">
            <a:avLst/>
          </a:prstGeom>
          <a:solidFill>
            <a:schemeClr val="accent2"/>
          </a:solidFill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Chapter</a:t>
            </a:r>
            <a:r>
              <a:rPr lang="fr-FR" sz="2400" b="1" dirty="0" smtClean="0"/>
              <a:t>  01</a:t>
            </a:r>
            <a:endParaRPr lang="fr-FR" sz="2400" b="1" dirty="0"/>
          </a:p>
        </p:txBody>
      </p:sp>
      <p:sp>
        <p:nvSpPr>
          <p:cNvPr id="8" name="ZoneTexte 7"/>
          <p:cNvSpPr txBox="1"/>
          <p:nvPr/>
        </p:nvSpPr>
        <p:spPr>
          <a:xfrm>
            <a:off x="378981" y="1793160"/>
            <a:ext cx="11285045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/>
              <a:t>First critical step in securing a system is to secure the base operating system </a:t>
            </a:r>
            <a:endParaRPr lang="en-US" sz="2400" dirty="0" smtClean="0"/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400" b="1" dirty="0" smtClean="0"/>
              <a:t>Basic </a:t>
            </a:r>
            <a:r>
              <a:rPr lang="en-US" sz="2400" b="1" dirty="0"/>
              <a:t>steps </a:t>
            </a:r>
            <a:endParaRPr lang="en-US" sz="2400" b="1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Install 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patch the operating system </a:t>
            </a:r>
            <a:endParaRPr lang="en-US" sz="2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Harden 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configure the operating system to adequately address the identified security needs of the system by: </a:t>
            </a:r>
            <a:endParaRPr lang="en-US" sz="2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257300" lvl="2" indent="-342900">
              <a:buFont typeface="Courier New" panose="02070309020205020404" pitchFamily="49" charset="0"/>
              <a:buChar char="o"/>
            </a:pPr>
            <a:r>
              <a:rPr lang="en-US" sz="2000" dirty="0" smtClean="0"/>
              <a:t>Removing </a:t>
            </a:r>
            <a:r>
              <a:rPr lang="en-US" sz="2000" dirty="0"/>
              <a:t>unnecessary services, applications, and protocols </a:t>
            </a:r>
          </a:p>
          <a:p>
            <a:pPr marL="1257300" lvl="2" indent="-342900">
              <a:buFont typeface="Courier New" panose="02070309020205020404" pitchFamily="49" charset="0"/>
              <a:buChar char="o"/>
            </a:pPr>
            <a:r>
              <a:rPr lang="en-US" sz="2000" dirty="0" smtClean="0"/>
              <a:t>Configuring </a:t>
            </a:r>
            <a:r>
              <a:rPr lang="en-US" sz="2000" dirty="0"/>
              <a:t>users, groups, and permissions </a:t>
            </a:r>
          </a:p>
          <a:p>
            <a:pPr marL="1257300" lvl="2" indent="-342900">
              <a:buFont typeface="Courier New" panose="02070309020205020404" pitchFamily="49" charset="0"/>
              <a:buChar char="o"/>
            </a:pPr>
            <a:r>
              <a:rPr lang="en-US" sz="2000" dirty="0" smtClean="0"/>
              <a:t>Configuring </a:t>
            </a:r>
            <a:r>
              <a:rPr lang="en-US" sz="2000" dirty="0"/>
              <a:t>resource controls </a:t>
            </a:r>
            <a:endParaRPr lang="en-US" sz="20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Install 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configure additional security controls, such as anti-virus, host-based firewalls, and intrusion detection system (IDS)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Test 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security of the basic operating system to ensure that the steps taken adequately address its security needs</a:t>
            </a:r>
          </a:p>
        </p:txBody>
      </p:sp>
    </p:spTree>
    <p:extLst>
      <p:ext uri="{BB962C8B-B14F-4D97-AF65-F5344CB8AC3E}">
        <p14:creationId xmlns:p14="http://schemas.microsoft.com/office/powerpoint/2010/main" val="2748717455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678892" y="762730"/>
            <a:ext cx="6136246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329364" y="235036"/>
            <a:ext cx="5653086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752478" y="780921"/>
            <a:ext cx="4862635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bg1"/>
                </a:solidFill>
              </a:rPr>
              <a:t>  Operating Systems Hardening</a:t>
            </a:r>
          </a:p>
        </p:txBody>
      </p:sp>
      <p:sp>
        <p:nvSpPr>
          <p:cNvPr id="5" name="Organigramme : Connecteur 4"/>
          <p:cNvSpPr/>
          <p:nvPr/>
        </p:nvSpPr>
        <p:spPr>
          <a:xfrm>
            <a:off x="80204" y="418885"/>
            <a:ext cx="1721464" cy="1356083"/>
          </a:xfrm>
          <a:prstGeom prst="flowChartConnector">
            <a:avLst/>
          </a:prstGeom>
          <a:solidFill>
            <a:schemeClr val="accent2"/>
          </a:solidFill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Chapter</a:t>
            </a:r>
            <a:r>
              <a:rPr lang="fr-FR" sz="2400" b="1" dirty="0" smtClean="0"/>
              <a:t>  01</a:t>
            </a:r>
            <a:endParaRPr lang="fr-FR" sz="2400" b="1" dirty="0"/>
          </a:p>
        </p:txBody>
      </p:sp>
      <p:sp>
        <p:nvSpPr>
          <p:cNvPr id="8" name="ZoneTexte 7"/>
          <p:cNvSpPr txBox="1"/>
          <p:nvPr/>
        </p:nvSpPr>
        <p:spPr>
          <a:xfrm>
            <a:off x="231149" y="1854782"/>
            <a:ext cx="1128504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sz="2800" b="1" dirty="0"/>
              <a:t>Systems planning </a:t>
            </a:r>
            <a:r>
              <a:rPr lang="en-US" sz="2800" b="1" dirty="0" smtClean="0"/>
              <a:t>process</a:t>
            </a:r>
            <a:r>
              <a:rPr lang="fr-FR" sz="2800" b="1" dirty="0" smtClean="0"/>
              <a:t> </a:t>
            </a:r>
            <a:r>
              <a:rPr lang="fr-FR" sz="2800" b="1" dirty="0" err="1"/>
              <a:t>should</a:t>
            </a:r>
            <a:r>
              <a:rPr lang="fr-FR" sz="2800" b="1" dirty="0"/>
              <a:t> </a:t>
            </a:r>
            <a:r>
              <a:rPr lang="fr-FR" sz="2800" b="1" dirty="0" err="1"/>
              <a:t>consider</a:t>
            </a:r>
            <a:r>
              <a:rPr lang="fr-FR" sz="2800" b="1" dirty="0"/>
              <a:t>: </a:t>
            </a:r>
            <a:endParaRPr lang="fr-FR" sz="2800" b="1" dirty="0" smtClean="0"/>
          </a:p>
          <a:p>
            <a:pPr marL="919163" indent="-457200">
              <a:buFont typeface="Wingdings" panose="05000000000000000000" pitchFamily="2" charset="2"/>
              <a:buChar char="§"/>
            </a:pPr>
            <a:r>
              <a:rPr lang="fr-FR" sz="2800" dirty="0" err="1" smtClean="0"/>
              <a:t>Categories</a:t>
            </a:r>
            <a:r>
              <a:rPr lang="fr-FR" sz="2800" dirty="0" smtClean="0"/>
              <a:t> </a:t>
            </a:r>
            <a:r>
              <a:rPr lang="fr-FR" sz="2800" dirty="0"/>
              <a:t>of </a:t>
            </a:r>
            <a:r>
              <a:rPr lang="fr-FR" sz="2800" dirty="0" err="1"/>
              <a:t>users</a:t>
            </a:r>
            <a:r>
              <a:rPr lang="fr-FR" sz="2800" dirty="0"/>
              <a:t> on the system </a:t>
            </a:r>
            <a:endParaRPr lang="fr-FR" sz="2800" dirty="0" smtClean="0"/>
          </a:p>
          <a:p>
            <a:pPr marL="919163" indent="-457200">
              <a:buFont typeface="Wingdings" panose="05000000000000000000" pitchFamily="2" charset="2"/>
              <a:buChar char="§"/>
            </a:pPr>
            <a:r>
              <a:rPr lang="fr-FR" sz="2800" dirty="0" err="1" smtClean="0"/>
              <a:t>Privileges</a:t>
            </a:r>
            <a:r>
              <a:rPr lang="fr-FR" sz="2800" dirty="0" smtClean="0"/>
              <a:t> </a:t>
            </a:r>
            <a:r>
              <a:rPr lang="fr-FR" sz="2800" dirty="0" err="1"/>
              <a:t>they</a:t>
            </a:r>
            <a:r>
              <a:rPr lang="fr-FR" sz="2800" dirty="0"/>
              <a:t> have </a:t>
            </a:r>
            <a:endParaRPr lang="fr-FR" sz="2800" dirty="0" smtClean="0"/>
          </a:p>
          <a:p>
            <a:pPr marL="919163" indent="-457200">
              <a:buFont typeface="Wingdings" panose="05000000000000000000" pitchFamily="2" charset="2"/>
              <a:buChar char="§"/>
            </a:pPr>
            <a:r>
              <a:rPr lang="fr-FR" sz="2800" dirty="0" smtClean="0"/>
              <a:t>Types </a:t>
            </a:r>
            <a:r>
              <a:rPr lang="fr-FR" sz="2800" dirty="0"/>
              <a:t>of information </a:t>
            </a:r>
            <a:r>
              <a:rPr lang="fr-FR" sz="2800" dirty="0" err="1"/>
              <a:t>they</a:t>
            </a:r>
            <a:r>
              <a:rPr lang="fr-FR" sz="2800" dirty="0"/>
              <a:t> </a:t>
            </a:r>
            <a:r>
              <a:rPr lang="fr-FR" sz="2800" dirty="0" err="1"/>
              <a:t>can</a:t>
            </a:r>
            <a:r>
              <a:rPr lang="fr-FR" sz="2800" dirty="0"/>
              <a:t> access </a:t>
            </a:r>
            <a:endParaRPr lang="fr-FR" sz="2800" dirty="0" smtClean="0"/>
          </a:p>
          <a:p>
            <a:pPr marL="919163" indent="-457200">
              <a:buFont typeface="Wingdings" panose="05000000000000000000" pitchFamily="2" charset="2"/>
              <a:buChar char="§"/>
            </a:pPr>
            <a:r>
              <a:rPr lang="fr-FR" sz="2800" dirty="0" smtClean="0"/>
              <a:t>How </a:t>
            </a:r>
            <a:r>
              <a:rPr lang="fr-FR" sz="2800" dirty="0"/>
              <a:t>and </a:t>
            </a:r>
            <a:r>
              <a:rPr lang="fr-FR" sz="2800" dirty="0" err="1"/>
              <a:t>where</a:t>
            </a:r>
            <a:r>
              <a:rPr lang="fr-FR" sz="2800" dirty="0"/>
              <a:t> </a:t>
            </a:r>
            <a:r>
              <a:rPr lang="fr-FR" sz="2800" dirty="0" err="1"/>
              <a:t>they</a:t>
            </a:r>
            <a:r>
              <a:rPr lang="fr-FR" sz="2800" dirty="0"/>
              <a:t> are </a:t>
            </a:r>
            <a:r>
              <a:rPr lang="fr-FR" sz="2800" dirty="0" err="1"/>
              <a:t>defined</a:t>
            </a:r>
            <a:r>
              <a:rPr lang="fr-FR" sz="2800" dirty="0"/>
              <a:t> and </a:t>
            </a:r>
            <a:r>
              <a:rPr lang="fr-FR" sz="2800" dirty="0" err="1"/>
              <a:t>authenticated</a:t>
            </a:r>
            <a:r>
              <a:rPr lang="fr-FR" sz="2800" dirty="0"/>
              <a:t> </a:t>
            </a:r>
            <a:endParaRPr lang="fr-FR" sz="2800" dirty="0" smtClean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sz="2800" b="1" dirty="0" smtClean="0"/>
              <a:t>Default </a:t>
            </a:r>
            <a:r>
              <a:rPr lang="fr-FR" sz="2800" b="1" dirty="0" err="1"/>
              <a:t>accounts</a:t>
            </a:r>
            <a:r>
              <a:rPr lang="fr-FR" sz="2800" b="1" dirty="0"/>
              <a:t> </a:t>
            </a:r>
            <a:r>
              <a:rPr lang="fr-FR" sz="2800" b="1" dirty="0" err="1"/>
              <a:t>included</a:t>
            </a:r>
            <a:r>
              <a:rPr lang="fr-FR" sz="2800" b="1" dirty="0"/>
              <a:t> as part of the system installation </a:t>
            </a:r>
            <a:r>
              <a:rPr lang="fr-FR" sz="2800" b="1" dirty="0" err="1"/>
              <a:t>should</a:t>
            </a:r>
            <a:r>
              <a:rPr lang="fr-FR" sz="2800" b="1" dirty="0"/>
              <a:t> </a:t>
            </a:r>
            <a:r>
              <a:rPr lang="fr-FR" sz="2800" b="1" dirty="0" err="1"/>
              <a:t>be</a:t>
            </a:r>
            <a:r>
              <a:rPr lang="fr-FR" sz="2800" b="1" dirty="0"/>
              <a:t> </a:t>
            </a:r>
            <a:r>
              <a:rPr lang="fr-FR" sz="2800" b="1" dirty="0" err="1"/>
              <a:t>secured</a:t>
            </a:r>
            <a:r>
              <a:rPr lang="fr-FR" sz="2800" b="1" dirty="0"/>
              <a:t> </a:t>
            </a:r>
            <a:endParaRPr lang="fr-FR" sz="2800" b="1" dirty="0" smtClean="0"/>
          </a:p>
          <a:p>
            <a:pPr marL="920750" indent="-457200">
              <a:buFont typeface="Wingdings" panose="05000000000000000000" pitchFamily="2" charset="2"/>
              <a:buChar char="§"/>
            </a:pPr>
            <a:r>
              <a:rPr lang="fr-FR" sz="2800" dirty="0" err="1" smtClean="0"/>
              <a:t>Those</a:t>
            </a:r>
            <a:r>
              <a:rPr lang="fr-FR" sz="2800" dirty="0" smtClean="0"/>
              <a:t> </a:t>
            </a:r>
            <a:r>
              <a:rPr lang="fr-FR" sz="2800" dirty="0" err="1"/>
              <a:t>that</a:t>
            </a:r>
            <a:r>
              <a:rPr lang="fr-FR" sz="2800" dirty="0"/>
              <a:t> are not </a:t>
            </a:r>
            <a:r>
              <a:rPr lang="fr-FR" sz="2800" dirty="0" err="1"/>
              <a:t>required</a:t>
            </a:r>
            <a:r>
              <a:rPr lang="fr-FR" sz="2800" dirty="0"/>
              <a:t> </a:t>
            </a:r>
            <a:r>
              <a:rPr lang="fr-FR" sz="2800" dirty="0" err="1"/>
              <a:t>should</a:t>
            </a:r>
            <a:r>
              <a:rPr lang="fr-FR" sz="2800" dirty="0"/>
              <a:t> </a:t>
            </a:r>
            <a:r>
              <a:rPr lang="fr-FR" sz="2800" dirty="0" err="1"/>
              <a:t>be</a:t>
            </a:r>
            <a:r>
              <a:rPr lang="fr-FR" sz="2800" dirty="0"/>
              <a:t> </a:t>
            </a:r>
            <a:r>
              <a:rPr lang="fr-FR" sz="2800" dirty="0" err="1"/>
              <a:t>either</a:t>
            </a:r>
            <a:r>
              <a:rPr lang="fr-FR" sz="2800" dirty="0"/>
              <a:t> </a:t>
            </a:r>
            <a:r>
              <a:rPr lang="fr-FR" sz="2800" dirty="0" err="1"/>
              <a:t>removed</a:t>
            </a:r>
            <a:r>
              <a:rPr lang="fr-FR" sz="2800" dirty="0"/>
              <a:t> or </a:t>
            </a:r>
            <a:r>
              <a:rPr lang="fr-FR" sz="2800" dirty="0" err="1"/>
              <a:t>disabled</a:t>
            </a:r>
            <a:r>
              <a:rPr lang="fr-FR" sz="2800" dirty="0"/>
              <a:t> </a:t>
            </a:r>
            <a:endParaRPr lang="fr-FR" sz="2800" dirty="0" smtClean="0"/>
          </a:p>
          <a:p>
            <a:pPr marL="920750" indent="-457200">
              <a:buFont typeface="Wingdings" panose="05000000000000000000" pitchFamily="2" charset="2"/>
              <a:buChar char="§"/>
            </a:pPr>
            <a:r>
              <a:rPr lang="fr-FR" sz="2800" dirty="0" err="1" smtClean="0"/>
              <a:t>Policies</a:t>
            </a:r>
            <a:r>
              <a:rPr lang="fr-FR" sz="2800" dirty="0" smtClean="0"/>
              <a:t> </a:t>
            </a:r>
            <a:r>
              <a:rPr lang="fr-FR" sz="2800" dirty="0" err="1"/>
              <a:t>that</a:t>
            </a:r>
            <a:r>
              <a:rPr lang="fr-FR" sz="2800" dirty="0"/>
              <a:t> </a:t>
            </a:r>
            <a:r>
              <a:rPr lang="fr-FR" sz="2800" dirty="0" err="1"/>
              <a:t>apply</a:t>
            </a:r>
            <a:r>
              <a:rPr lang="fr-FR" sz="2800" dirty="0"/>
              <a:t> to </a:t>
            </a:r>
            <a:r>
              <a:rPr lang="fr-FR" sz="2800" dirty="0" err="1"/>
              <a:t>authentication</a:t>
            </a:r>
            <a:r>
              <a:rPr lang="fr-FR" sz="2800" dirty="0"/>
              <a:t> </a:t>
            </a:r>
            <a:r>
              <a:rPr lang="fr-FR" sz="2800" dirty="0" err="1"/>
              <a:t>credentials</a:t>
            </a:r>
            <a:r>
              <a:rPr lang="fr-FR" sz="2800" dirty="0"/>
              <a:t> </a:t>
            </a:r>
            <a:r>
              <a:rPr lang="fr-FR" sz="2800" dirty="0" err="1"/>
              <a:t>configured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27148754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678892" y="762730"/>
            <a:ext cx="563046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4781887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309354" y="235035"/>
            <a:ext cx="5673095" cy="18384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752478" y="780921"/>
            <a:ext cx="4276847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bg1"/>
                </a:solidFill>
              </a:rPr>
              <a:t>  Application Configuration </a:t>
            </a:r>
          </a:p>
        </p:txBody>
      </p:sp>
      <p:sp>
        <p:nvSpPr>
          <p:cNvPr id="5" name="Organigramme : Connecteur 4"/>
          <p:cNvSpPr/>
          <p:nvPr/>
        </p:nvSpPr>
        <p:spPr>
          <a:xfrm>
            <a:off x="80204" y="418885"/>
            <a:ext cx="1721464" cy="1356083"/>
          </a:xfrm>
          <a:prstGeom prst="flowChartConnector">
            <a:avLst/>
          </a:prstGeom>
          <a:solidFill>
            <a:schemeClr val="accent2"/>
          </a:solidFill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Chapter</a:t>
            </a:r>
            <a:r>
              <a:rPr lang="fr-FR" sz="2400" b="1" dirty="0" smtClean="0"/>
              <a:t>  01</a:t>
            </a:r>
            <a:endParaRPr lang="fr-FR" sz="2400" b="1" dirty="0"/>
          </a:p>
        </p:txBody>
      </p:sp>
      <p:sp>
        <p:nvSpPr>
          <p:cNvPr id="8" name="ZoneTexte 7"/>
          <p:cNvSpPr txBox="1"/>
          <p:nvPr/>
        </p:nvSpPr>
        <p:spPr>
          <a:xfrm>
            <a:off x="378981" y="1915989"/>
            <a:ext cx="1128504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• </a:t>
            </a:r>
            <a:r>
              <a:rPr lang="en-US" sz="2800" b="1" dirty="0"/>
              <a:t>May include</a:t>
            </a:r>
            <a:r>
              <a:rPr lang="en-US" sz="2800" dirty="0"/>
              <a:t>: </a:t>
            </a:r>
            <a:endParaRPr lang="en-US" sz="2800" dirty="0" smtClean="0"/>
          </a:p>
          <a:p>
            <a:pPr marL="914400" indent="-342900">
              <a:buFont typeface="Wingdings" panose="05000000000000000000" pitchFamily="2" charset="2"/>
              <a:buChar char="§"/>
            </a:pPr>
            <a:r>
              <a:rPr lang="en-US" sz="2400" dirty="0" smtClean="0"/>
              <a:t>Creating </a:t>
            </a:r>
            <a:r>
              <a:rPr lang="en-US" sz="2400" dirty="0"/>
              <a:t>and specifying appropriate data storage areas for the application </a:t>
            </a:r>
            <a:r>
              <a:rPr lang="en-US" sz="2400" dirty="0" smtClean="0"/>
              <a:t>.</a:t>
            </a:r>
          </a:p>
          <a:p>
            <a:pPr marL="914400" indent="-342900">
              <a:buFont typeface="Wingdings" panose="05000000000000000000" pitchFamily="2" charset="2"/>
              <a:buChar char="§"/>
            </a:pPr>
            <a:r>
              <a:rPr lang="en-US" sz="2400" dirty="0" smtClean="0"/>
              <a:t>Making </a:t>
            </a:r>
            <a:r>
              <a:rPr lang="en-US" sz="2400" dirty="0"/>
              <a:t>appropriate changes to the application or service default configuration </a:t>
            </a:r>
            <a:r>
              <a:rPr lang="en-US" sz="2400" dirty="0" smtClean="0"/>
              <a:t>details.</a:t>
            </a:r>
            <a:endParaRPr lang="en-US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 smtClean="0"/>
              <a:t>Some </a:t>
            </a:r>
            <a:r>
              <a:rPr lang="en-US" sz="2800" b="1" dirty="0"/>
              <a:t>applications or services may include</a:t>
            </a:r>
            <a:r>
              <a:rPr lang="en-US" sz="2800" dirty="0"/>
              <a:t>: </a:t>
            </a:r>
            <a:endParaRPr lang="en-US" sz="2800" dirty="0" smtClean="0"/>
          </a:p>
          <a:p>
            <a:pPr marL="969962" indent="-342900">
              <a:buFont typeface="Wingdings" panose="05000000000000000000" pitchFamily="2" charset="2"/>
              <a:buChar char="§"/>
            </a:pPr>
            <a:r>
              <a:rPr lang="en-US" sz="2400" dirty="0" smtClean="0"/>
              <a:t> </a:t>
            </a:r>
            <a:r>
              <a:rPr lang="en-US" sz="2400" dirty="0"/>
              <a:t>Default data, Scripts and User accounts Of particular concern with remotely accessed services such as Web and file transfer </a:t>
            </a:r>
            <a:r>
              <a:rPr lang="en-US" sz="2400" dirty="0" smtClean="0"/>
              <a:t>services.</a:t>
            </a:r>
          </a:p>
          <a:p>
            <a:pPr marL="969962" indent="-342900">
              <a:buFont typeface="Wingdings" panose="05000000000000000000" pitchFamily="2" charset="2"/>
              <a:buChar char="§"/>
            </a:pPr>
            <a:r>
              <a:rPr lang="en-US" sz="2400" dirty="0" smtClean="0"/>
              <a:t>Risk </a:t>
            </a:r>
            <a:r>
              <a:rPr lang="en-US" sz="2400" dirty="0"/>
              <a:t>from this form of attack is reduced by ensuring that most of the files can only be read, but not written, by the </a:t>
            </a:r>
            <a:r>
              <a:rPr lang="en-US" sz="2400" dirty="0" smtClean="0"/>
              <a:t>server.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78341976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678892" y="762730"/>
            <a:ext cx="4993246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500814" y="235035"/>
            <a:ext cx="5481636" cy="18384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752478" y="780921"/>
            <a:ext cx="3776785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bg1"/>
                </a:solidFill>
              </a:rPr>
              <a:t>  Security Maintenance </a:t>
            </a:r>
          </a:p>
        </p:txBody>
      </p:sp>
      <p:sp>
        <p:nvSpPr>
          <p:cNvPr id="5" name="Organigramme : Connecteur 4"/>
          <p:cNvSpPr/>
          <p:nvPr/>
        </p:nvSpPr>
        <p:spPr>
          <a:xfrm>
            <a:off x="80204" y="418885"/>
            <a:ext cx="1721464" cy="1356083"/>
          </a:xfrm>
          <a:prstGeom prst="flowChartConnector">
            <a:avLst/>
          </a:prstGeom>
          <a:solidFill>
            <a:schemeClr val="accent2"/>
          </a:solidFill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Chapter</a:t>
            </a:r>
            <a:r>
              <a:rPr lang="fr-FR" sz="2400" b="1" dirty="0" smtClean="0"/>
              <a:t>  01</a:t>
            </a:r>
            <a:endParaRPr lang="fr-FR" sz="2400" b="1" dirty="0"/>
          </a:p>
        </p:txBody>
      </p:sp>
      <p:sp>
        <p:nvSpPr>
          <p:cNvPr id="8" name="ZoneTexte 7"/>
          <p:cNvSpPr txBox="1"/>
          <p:nvPr/>
        </p:nvSpPr>
        <p:spPr>
          <a:xfrm>
            <a:off x="378981" y="1915989"/>
            <a:ext cx="1128504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Process </a:t>
            </a:r>
            <a:r>
              <a:rPr lang="en-US" sz="2800" dirty="0"/>
              <a:t>of maintaining security is continuous </a:t>
            </a:r>
            <a:endParaRPr lang="en-US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Security </a:t>
            </a:r>
            <a:r>
              <a:rPr lang="en-US" sz="2800" dirty="0"/>
              <a:t>maintenance includes: </a:t>
            </a:r>
            <a:endParaRPr lang="en-US" sz="2800" dirty="0" smtClean="0"/>
          </a:p>
          <a:p>
            <a:pPr marL="968375" indent="-457200">
              <a:buFont typeface="Wingdings" panose="05000000000000000000" pitchFamily="2" charset="2"/>
              <a:buChar char="§"/>
            </a:pPr>
            <a:r>
              <a:rPr lang="en-US" sz="2800" dirty="0" smtClean="0"/>
              <a:t>Monitoring </a:t>
            </a:r>
            <a:r>
              <a:rPr lang="en-US" sz="2800" dirty="0"/>
              <a:t>and analyzing logging </a:t>
            </a:r>
            <a:r>
              <a:rPr lang="en-US" sz="2800" dirty="0" smtClean="0"/>
              <a:t>information.</a:t>
            </a:r>
          </a:p>
          <a:p>
            <a:pPr marL="968375" indent="-457200">
              <a:buFont typeface="Wingdings" panose="05000000000000000000" pitchFamily="2" charset="2"/>
              <a:buChar char="§"/>
            </a:pPr>
            <a:r>
              <a:rPr lang="en-US" sz="2800" dirty="0" smtClean="0"/>
              <a:t>Performing </a:t>
            </a:r>
            <a:r>
              <a:rPr lang="en-US" sz="2800" dirty="0"/>
              <a:t>regular </a:t>
            </a:r>
            <a:r>
              <a:rPr lang="en-US" sz="2800" dirty="0" smtClean="0"/>
              <a:t>backups.</a:t>
            </a:r>
          </a:p>
          <a:p>
            <a:pPr marL="968375" indent="-457200">
              <a:buFont typeface="Wingdings" panose="05000000000000000000" pitchFamily="2" charset="2"/>
              <a:buChar char="§"/>
            </a:pPr>
            <a:r>
              <a:rPr lang="en-US" sz="2800" dirty="0" smtClean="0"/>
              <a:t>Regularly </a:t>
            </a:r>
            <a:r>
              <a:rPr lang="en-US" sz="2800" dirty="0"/>
              <a:t>testing system </a:t>
            </a:r>
            <a:r>
              <a:rPr lang="en-US" sz="2800" dirty="0" smtClean="0"/>
              <a:t>security.</a:t>
            </a:r>
          </a:p>
          <a:p>
            <a:pPr marL="968375" indent="-457200">
              <a:buFont typeface="Wingdings" panose="05000000000000000000" pitchFamily="2" charset="2"/>
              <a:buChar char="§"/>
            </a:pPr>
            <a:r>
              <a:rPr lang="en-US" sz="2800" dirty="0" smtClean="0"/>
              <a:t>Using </a:t>
            </a:r>
            <a:r>
              <a:rPr lang="en-US" sz="2800" dirty="0"/>
              <a:t>appropriate software maintenance processes to patch and update all critical software, and to monitor and revise configuration as </a:t>
            </a:r>
            <a:r>
              <a:rPr lang="en-US" sz="2800" dirty="0" smtClean="0"/>
              <a:t>needed.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01350138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892" y="1667829"/>
            <a:ext cx="11615352" cy="4618152"/>
          </a:xfrm>
          <a:prstGeom prst="rect">
            <a:avLst/>
          </a:prstGeom>
        </p:spPr>
      </p:pic>
      <p:sp>
        <p:nvSpPr>
          <p:cNvPr id="11" name="Organigramme : Données stockées 10"/>
          <p:cNvSpPr/>
          <p:nvPr/>
        </p:nvSpPr>
        <p:spPr>
          <a:xfrm rot="10800000">
            <a:off x="678892" y="762730"/>
            <a:ext cx="4993246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500814" y="235035"/>
            <a:ext cx="5481636" cy="18384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752478" y="780921"/>
            <a:ext cx="3776785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bg1"/>
                </a:solidFill>
              </a:rPr>
              <a:t>  Security Maintenance </a:t>
            </a:r>
          </a:p>
        </p:txBody>
      </p:sp>
      <p:sp>
        <p:nvSpPr>
          <p:cNvPr id="5" name="Organigramme : Connecteur 4"/>
          <p:cNvSpPr/>
          <p:nvPr/>
        </p:nvSpPr>
        <p:spPr>
          <a:xfrm>
            <a:off x="80204" y="418885"/>
            <a:ext cx="1721464" cy="1356083"/>
          </a:xfrm>
          <a:prstGeom prst="flowChartConnector">
            <a:avLst/>
          </a:prstGeom>
          <a:solidFill>
            <a:schemeClr val="accent2"/>
          </a:solidFill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Chapter</a:t>
            </a:r>
            <a:r>
              <a:rPr lang="fr-FR" sz="2400" b="1" dirty="0" smtClean="0"/>
              <a:t>  01</a:t>
            </a:r>
            <a:endParaRPr lang="fr-FR" sz="2400" b="1" dirty="0"/>
          </a:p>
        </p:txBody>
      </p:sp>
    </p:spTree>
    <p:extLst>
      <p:ext uri="{BB962C8B-B14F-4D97-AF65-F5344CB8AC3E}">
        <p14:creationId xmlns:p14="http://schemas.microsoft.com/office/powerpoint/2010/main" val="3298649643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678892" y="762730"/>
            <a:ext cx="4921808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528195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415088" y="235035"/>
            <a:ext cx="5567361" cy="18384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752478" y="780921"/>
            <a:ext cx="4191122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 smtClean="0">
                <a:solidFill>
                  <a:schemeClr val="bg1"/>
                </a:solidFill>
              </a:rPr>
              <a:t>  The Origins of Linux 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5" name="Organigramme : Connecteur 4"/>
          <p:cNvSpPr/>
          <p:nvPr/>
        </p:nvSpPr>
        <p:spPr>
          <a:xfrm>
            <a:off x="80204" y="418885"/>
            <a:ext cx="1721464" cy="1356083"/>
          </a:xfrm>
          <a:prstGeom prst="flowChartConnector">
            <a:avLst/>
          </a:prstGeom>
          <a:solidFill>
            <a:schemeClr val="accent2"/>
          </a:solidFill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Chapter</a:t>
            </a:r>
            <a:r>
              <a:rPr lang="fr-FR" sz="2400" b="1" dirty="0" smtClean="0"/>
              <a:t>  01</a:t>
            </a:r>
            <a:endParaRPr lang="fr-FR" sz="2400" b="1" dirty="0"/>
          </a:p>
        </p:txBody>
      </p:sp>
      <p:sp>
        <p:nvSpPr>
          <p:cNvPr id="4" name="ZoneTexte 3"/>
          <p:cNvSpPr txBox="1"/>
          <p:nvPr/>
        </p:nvSpPr>
        <p:spPr>
          <a:xfrm>
            <a:off x="183104" y="2088107"/>
            <a:ext cx="1179934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• </a:t>
            </a:r>
            <a:r>
              <a:rPr lang="en-US" sz="2800" b="1" dirty="0"/>
              <a:t>1960s </a:t>
            </a:r>
            <a:endParaRPr lang="en-US" sz="2800" b="1" dirty="0" smtClean="0"/>
          </a:p>
          <a:p>
            <a:pPr marL="682625" indent="-219075">
              <a:buFont typeface="Arial" panose="020B0604020202020204" pitchFamily="34" charset="0"/>
              <a:buChar char="•"/>
            </a:pPr>
            <a:r>
              <a:rPr lang="en-US" sz="2400" dirty="0" smtClean="0"/>
              <a:t> </a:t>
            </a:r>
            <a:r>
              <a:rPr lang="en-US" sz="2400" dirty="0"/>
              <a:t>1964: MIT joins with GE and Bell Labs to create a multiuser, time-sharing operating system </a:t>
            </a:r>
            <a:endParaRPr lang="en-US" sz="2400" dirty="0" smtClean="0"/>
          </a:p>
          <a:p>
            <a:r>
              <a:rPr lang="en-US" sz="2800" b="1" dirty="0" smtClean="0"/>
              <a:t>• 1980s</a:t>
            </a:r>
          </a:p>
          <a:p>
            <a:pPr marL="682625" indent="-219075">
              <a:buFont typeface="Arial" panose="020B0604020202020204" pitchFamily="34" charset="0"/>
              <a:buChar char="•"/>
            </a:pPr>
            <a:r>
              <a:rPr lang="en-US" sz="2800" dirty="0" smtClean="0"/>
              <a:t> </a:t>
            </a:r>
            <a:r>
              <a:rPr lang="en-US" sz="2400" dirty="0" smtClean="0"/>
              <a:t>Multiple </a:t>
            </a:r>
            <a:r>
              <a:rPr lang="en-US" sz="2400" dirty="0"/>
              <a:t>Unix versions available from AT&amp;T, University of California</a:t>
            </a:r>
          </a:p>
          <a:p>
            <a:pPr marL="682625" indent="-219075"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lang="en-US" sz="2400" dirty="0" smtClean="0"/>
              <a:t>1987</a:t>
            </a:r>
            <a:r>
              <a:rPr lang="en-US" sz="2400" dirty="0"/>
              <a:t>: Unix-like operating system called MINIX released </a:t>
            </a:r>
          </a:p>
          <a:p>
            <a:r>
              <a:rPr lang="en-US" sz="2800" dirty="0" smtClean="0"/>
              <a:t>•</a:t>
            </a:r>
            <a:r>
              <a:rPr lang="en-US" sz="2800" b="1" dirty="0" smtClean="0"/>
              <a:t> 1990s </a:t>
            </a:r>
          </a:p>
          <a:p>
            <a:pPr marL="804863" indent="-341313">
              <a:buFont typeface="Arial" panose="020B0604020202020204" pitchFamily="34" charset="0"/>
              <a:buChar char="•"/>
            </a:pPr>
            <a:r>
              <a:rPr lang="en-US" sz="2800" dirty="0" smtClean="0"/>
              <a:t>1991: Torvalds releases Linux in October </a:t>
            </a:r>
          </a:p>
          <a:p>
            <a:pPr marL="804863" indent="-341313">
              <a:buFont typeface="Arial" panose="020B0604020202020204" pitchFamily="34" charset="0"/>
              <a:buChar char="•"/>
            </a:pPr>
            <a:r>
              <a:rPr lang="en-US" sz="2800" dirty="0" smtClean="0"/>
              <a:t>Numerous open-source projects contributed to Linux over past 20 years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60697539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678892" y="762730"/>
            <a:ext cx="4621771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5696287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315076" y="235035"/>
            <a:ext cx="5667374" cy="18384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752478" y="780921"/>
            <a:ext cx="3691060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bg1"/>
                </a:solidFill>
              </a:rPr>
              <a:t>  The Origins of Linux </a:t>
            </a:r>
          </a:p>
        </p:txBody>
      </p:sp>
      <p:sp>
        <p:nvSpPr>
          <p:cNvPr id="5" name="Organigramme : Connecteur 4"/>
          <p:cNvSpPr/>
          <p:nvPr/>
        </p:nvSpPr>
        <p:spPr>
          <a:xfrm>
            <a:off x="80204" y="418885"/>
            <a:ext cx="1721464" cy="1356083"/>
          </a:xfrm>
          <a:prstGeom prst="flowChartConnector">
            <a:avLst/>
          </a:prstGeom>
          <a:solidFill>
            <a:schemeClr val="accent2"/>
          </a:solidFill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Chapter</a:t>
            </a:r>
            <a:r>
              <a:rPr lang="fr-FR" sz="2400" b="1" dirty="0" smtClean="0"/>
              <a:t>  01</a:t>
            </a:r>
            <a:endParaRPr lang="fr-FR" sz="2400" b="1" dirty="0"/>
          </a:p>
        </p:txBody>
      </p:sp>
      <p:sp>
        <p:nvSpPr>
          <p:cNvPr id="4" name="ZoneTexte 3"/>
          <p:cNvSpPr txBox="1"/>
          <p:nvPr/>
        </p:nvSpPr>
        <p:spPr>
          <a:xfrm>
            <a:off x="183104" y="2088107"/>
            <a:ext cx="11799345" cy="26108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smtClean="0"/>
              <a:t>Linux </a:t>
            </a:r>
            <a:r>
              <a:rPr lang="en-US" sz="2800" dirty="0"/>
              <a:t>is a common operating system used for Internet infrastructure. </a:t>
            </a:r>
            <a:endParaRPr lang="en-US" sz="2800" dirty="0" smtClean="0"/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smtClean="0"/>
              <a:t>With </a:t>
            </a:r>
            <a:r>
              <a:rPr lang="en-US" sz="2800" dirty="0"/>
              <a:t>Linux, security is much more than just firewalls and permissions. </a:t>
            </a:r>
            <a:endParaRPr lang="en-US" sz="2800" dirty="0" smtClean="0"/>
          </a:p>
          <a:p>
            <a:pPr marL="914400" indent="-4508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smtClean="0"/>
              <a:t>As </a:t>
            </a:r>
            <a:r>
              <a:rPr lang="en-US" sz="2800" dirty="0"/>
              <a:t>with any operating system, a Linux implementation requires strategies to harden it against attack.</a:t>
            </a:r>
          </a:p>
        </p:txBody>
      </p:sp>
    </p:spTree>
    <p:extLst>
      <p:ext uri="{BB962C8B-B14F-4D97-AF65-F5344CB8AC3E}">
        <p14:creationId xmlns:p14="http://schemas.microsoft.com/office/powerpoint/2010/main" val="2479421292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678892" y="762730"/>
            <a:ext cx="4093133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257926" y="235036"/>
            <a:ext cx="5724524" cy="89801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752478" y="780921"/>
            <a:ext cx="2505197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 smtClean="0">
                <a:solidFill>
                  <a:schemeClr val="bg1"/>
                </a:solidFill>
              </a:rPr>
              <a:t>Linux security 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5" name="Organigramme : Connecteur 4"/>
          <p:cNvSpPr/>
          <p:nvPr/>
        </p:nvSpPr>
        <p:spPr>
          <a:xfrm>
            <a:off x="80204" y="418885"/>
            <a:ext cx="1721464" cy="1356083"/>
          </a:xfrm>
          <a:prstGeom prst="flowChartConnector">
            <a:avLst/>
          </a:prstGeom>
          <a:solidFill>
            <a:schemeClr val="accent2"/>
          </a:solidFill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Chapter</a:t>
            </a:r>
            <a:r>
              <a:rPr lang="fr-FR" sz="2400" b="1" dirty="0" smtClean="0"/>
              <a:t>  01</a:t>
            </a:r>
            <a:endParaRPr lang="fr-FR" sz="2400" b="1" dirty="0"/>
          </a:p>
        </p:txBody>
      </p:sp>
      <p:sp>
        <p:nvSpPr>
          <p:cNvPr id="4" name="ZoneTexte 3"/>
          <p:cNvSpPr txBox="1"/>
          <p:nvPr/>
        </p:nvSpPr>
        <p:spPr>
          <a:xfrm>
            <a:off x="183104" y="2088107"/>
            <a:ext cx="1179934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The </a:t>
            </a:r>
            <a:r>
              <a:rPr lang="en-US" sz="2800" dirty="0"/>
              <a:t>reality is that </a:t>
            </a:r>
            <a:r>
              <a:rPr lang="en-US" sz="2800" b="1" dirty="0"/>
              <a:t>no</a:t>
            </a:r>
            <a:r>
              <a:rPr lang="en-US" sz="2800" dirty="0"/>
              <a:t> </a:t>
            </a:r>
            <a:r>
              <a:rPr lang="en-US" sz="2800" b="1" dirty="0"/>
              <a:t>operating system can be called secure</a:t>
            </a:r>
            <a:r>
              <a:rPr lang="en-US" sz="2800" dirty="0"/>
              <a:t>. </a:t>
            </a:r>
            <a:endParaRPr lang="en-US" sz="2800" dirty="0" smtClean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Security </a:t>
            </a:r>
            <a:r>
              <a:rPr lang="en-US" sz="2800" dirty="0"/>
              <a:t>results from appropriate controls and processes </a:t>
            </a:r>
            <a:endParaRPr lang="en-US" sz="2800" dirty="0" smtClean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Has </a:t>
            </a:r>
            <a:r>
              <a:rPr lang="en-US" sz="2800" dirty="0"/>
              <a:t>evolved into one of the world's most popular operating </a:t>
            </a:r>
            <a:r>
              <a:rPr lang="en-US" sz="2800" dirty="0" smtClean="0"/>
              <a:t>systems</a:t>
            </a:r>
          </a:p>
          <a:p>
            <a:pPr marL="1377950" lvl="1" indent="-463550">
              <a:buFont typeface="Courier New" panose="02070309020205020404" pitchFamily="49" charset="0"/>
              <a:buChar char="o"/>
            </a:pPr>
            <a:r>
              <a:rPr lang="en-US" sz="2800" dirty="0" smtClean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Free</a:t>
            </a:r>
            <a:r>
              <a:rPr lang="en-US" sz="2800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Open-sourced </a:t>
            </a:r>
            <a:endParaRPr lang="en-US" sz="2800" dirty="0" smtClean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377950" lvl="1" indent="-463550">
              <a:buFont typeface="Courier New" panose="02070309020205020404" pitchFamily="49" charset="0"/>
              <a:buChar char="o"/>
            </a:pPr>
            <a:r>
              <a:rPr lang="en-US" sz="2800" dirty="0" smtClean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Available </a:t>
            </a:r>
            <a:r>
              <a:rPr lang="en-US" sz="2800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a wide variety of distributions</a:t>
            </a:r>
            <a:r>
              <a:rPr lang="en-US" sz="2800" dirty="0"/>
              <a:t> targeted at almost every usage scenario imaginable</a:t>
            </a:r>
          </a:p>
        </p:txBody>
      </p:sp>
    </p:spTree>
    <p:extLst>
      <p:ext uri="{BB962C8B-B14F-4D97-AF65-F5344CB8AC3E}">
        <p14:creationId xmlns:p14="http://schemas.microsoft.com/office/powerpoint/2010/main" val="2587481468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678892" y="762730"/>
            <a:ext cx="3721658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272214" y="235036"/>
            <a:ext cx="5710236" cy="15614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752478" y="780921"/>
            <a:ext cx="2890960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bg1"/>
                </a:solidFill>
              </a:rPr>
              <a:t>  Linux Security</a:t>
            </a:r>
          </a:p>
        </p:txBody>
      </p:sp>
      <p:sp>
        <p:nvSpPr>
          <p:cNvPr id="5" name="Organigramme : Connecteur 4"/>
          <p:cNvSpPr/>
          <p:nvPr/>
        </p:nvSpPr>
        <p:spPr>
          <a:xfrm>
            <a:off x="80204" y="418885"/>
            <a:ext cx="1721464" cy="1356083"/>
          </a:xfrm>
          <a:prstGeom prst="flowChartConnector">
            <a:avLst/>
          </a:prstGeom>
          <a:solidFill>
            <a:schemeClr val="accent2"/>
          </a:solidFill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Chapter</a:t>
            </a:r>
            <a:r>
              <a:rPr lang="fr-FR" sz="2400" b="1" dirty="0" smtClean="0"/>
              <a:t>  01</a:t>
            </a:r>
            <a:endParaRPr lang="fr-FR" sz="2400" b="1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656024" y="1816820"/>
            <a:ext cx="8956221" cy="900753"/>
          </a:xfrm>
          <a:prstGeom prst="roundRect">
            <a:avLst/>
          </a:prstGeom>
          <a:solidFill>
            <a:srgbClr val="9DDA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b="1" dirty="0"/>
              <a:t>The traditional Linux security model can be summed up quite succinctly: People or processes with "root" privileges can do anything; other accounts can do much less</a:t>
            </a:r>
          </a:p>
        </p:txBody>
      </p:sp>
      <p:sp>
        <p:nvSpPr>
          <p:cNvPr id="17" name="Rectangle à coins arrondis 16"/>
          <p:cNvSpPr/>
          <p:nvPr/>
        </p:nvSpPr>
        <p:spPr>
          <a:xfrm>
            <a:off x="1601358" y="3021909"/>
            <a:ext cx="8705192" cy="900753"/>
          </a:xfrm>
          <a:prstGeom prst="roundRect">
            <a:avLst/>
          </a:prstGeom>
          <a:solidFill>
            <a:srgbClr val="9DDA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b="1" dirty="0"/>
              <a:t>From the attacker's perspective the challenge in cracking a Linux system is gaining root privileges</a:t>
            </a:r>
          </a:p>
        </p:txBody>
      </p:sp>
      <p:sp>
        <p:nvSpPr>
          <p:cNvPr id="18" name="Rectangle à coins arrondis 17"/>
          <p:cNvSpPr/>
          <p:nvPr/>
        </p:nvSpPr>
        <p:spPr>
          <a:xfrm>
            <a:off x="315883" y="4143215"/>
            <a:ext cx="10693034" cy="1156730"/>
          </a:xfrm>
          <a:prstGeom prst="roundRect">
            <a:avLst/>
          </a:prstGeom>
          <a:solidFill>
            <a:srgbClr val="9DDA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100" b="1" dirty="0"/>
              <a:t>Once an attacker gains root privileges they can: </a:t>
            </a:r>
            <a:endParaRPr lang="en-US" sz="2100" b="1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b="1" dirty="0" smtClean="0"/>
              <a:t>Erase </a:t>
            </a:r>
            <a:r>
              <a:rPr lang="en-US" sz="2100" b="1" dirty="0"/>
              <a:t>or edit logs &amp; hide their processes, files, and directories </a:t>
            </a:r>
            <a:endParaRPr lang="en-US" sz="2100" b="1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b="1" dirty="0" smtClean="0"/>
              <a:t>Basically</a:t>
            </a:r>
            <a:r>
              <a:rPr lang="en-US" sz="2100" b="1" dirty="0"/>
              <a:t>, redefine the reality of the system as experienced by its administrators and users</a:t>
            </a:r>
          </a:p>
        </p:txBody>
      </p:sp>
      <p:sp>
        <p:nvSpPr>
          <p:cNvPr id="21" name="Rectangle à coins arrondis 20"/>
          <p:cNvSpPr/>
          <p:nvPr/>
        </p:nvSpPr>
        <p:spPr>
          <a:xfrm>
            <a:off x="2221662" y="5553447"/>
            <a:ext cx="9218259" cy="900753"/>
          </a:xfrm>
          <a:prstGeom prst="roundRect">
            <a:avLst/>
          </a:prstGeom>
          <a:solidFill>
            <a:srgbClr val="9DDA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Thus, Linux security (and UNIX security in general) is a game of "root takes all"</a:t>
            </a:r>
          </a:p>
        </p:txBody>
      </p:sp>
      <p:sp>
        <p:nvSpPr>
          <p:cNvPr id="8" name="Flèche vers le bas 7"/>
          <p:cNvSpPr/>
          <p:nvPr/>
        </p:nvSpPr>
        <p:spPr>
          <a:xfrm>
            <a:off x="9144000" y="2717573"/>
            <a:ext cx="468245" cy="304336"/>
          </a:xfrm>
          <a:prstGeom prst="down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lèche vers le bas 21"/>
          <p:cNvSpPr/>
          <p:nvPr/>
        </p:nvSpPr>
        <p:spPr>
          <a:xfrm>
            <a:off x="10072427" y="3867322"/>
            <a:ext cx="468245" cy="304336"/>
          </a:xfrm>
          <a:prstGeom prst="down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lèche vers le bas 24"/>
          <p:cNvSpPr/>
          <p:nvPr/>
        </p:nvSpPr>
        <p:spPr>
          <a:xfrm>
            <a:off x="10540672" y="5311869"/>
            <a:ext cx="468245" cy="304336"/>
          </a:xfrm>
          <a:prstGeom prst="down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766035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678892" y="762730"/>
            <a:ext cx="681277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372226" y="235036"/>
            <a:ext cx="5610224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752478" y="780921"/>
            <a:ext cx="7810236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bg1"/>
                </a:solidFill>
              </a:rPr>
              <a:t>  Security in an Open-Source World </a:t>
            </a:r>
          </a:p>
        </p:txBody>
      </p:sp>
      <p:sp>
        <p:nvSpPr>
          <p:cNvPr id="5" name="Organigramme : Connecteur 4"/>
          <p:cNvSpPr/>
          <p:nvPr/>
        </p:nvSpPr>
        <p:spPr>
          <a:xfrm>
            <a:off x="80204" y="418885"/>
            <a:ext cx="1721464" cy="1356083"/>
          </a:xfrm>
          <a:prstGeom prst="flowChartConnector">
            <a:avLst/>
          </a:prstGeom>
          <a:solidFill>
            <a:schemeClr val="accent2"/>
          </a:solidFill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Chapter</a:t>
            </a:r>
            <a:r>
              <a:rPr lang="fr-FR" sz="2400" b="1" dirty="0" smtClean="0"/>
              <a:t>  01</a:t>
            </a:r>
            <a:endParaRPr lang="fr-FR" sz="2400" b="1" dirty="0"/>
          </a:p>
        </p:txBody>
      </p:sp>
      <p:sp>
        <p:nvSpPr>
          <p:cNvPr id="4" name="ZoneTexte 3"/>
          <p:cNvSpPr txBox="1"/>
          <p:nvPr/>
        </p:nvSpPr>
        <p:spPr>
          <a:xfrm>
            <a:off x="80204" y="1787523"/>
            <a:ext cx="1192554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 dirty="0" smtClean="0"/>
              <a:t>• 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Open source </a:t>
            </a:r>
            <a:endParaRPr lang="en-US" sz="2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146175" lvl="1" indent="-231775">
              <a:buFont typeface="Arial" panose="020B0604020202020204" pitchFamily="34" charset="0"/>
              <a:buChar char="•"/>
            </a:pPr>
            <a:r>
              <a:rPr lang="en-US" sz="2800" dirty="0" smtClean="0"/>
              <a:t>Software </a:t>
            </a:r>
            <a:r>
              <a:rPr lang="en-US" sz="2800" dirty="0"/>
              <a:t>developed by teams that provide access to the source code and all the programming language text from which the final executable is generated </a:t>
            </a:r>
            <a:endParaRPr lang="en-US" sz="2800" dirty="0" smtClean="0"/>
          </a:p>
          <a:p>
            <a:pPr marL="1146175" lvl="1" indent="-231775">
              <a:buFont typeface="Arial" panose="020B0604020202020204" pitchFamily="34" charset="0"/>
              <a:buChar char="•"/>
            </a:pPr>
            <a:r>
              <a:rPr lang="en-US" sz="2800" dirty="0" smtClean="0"/>
              <a:t>Source </a:t>
            </a:r>
            <a:r>
              <a:rPr lang="en-US" sz="2800" dirty="0"/>
              <a:t>code is open for anyone to see </a:t>
            </a:r>
            <a:endParaRPr lang="en-US" sz="2800" dirty="0" smtClean="0"/>
          </a:p>
          <a:p>
            <a:pPr lvl="1"/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• 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Closed source </a:t>
            </a:r>
            <a:endParaRPr lang="en-US" sz="2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146175" lvl="1" indent="-231775">
              <a:buFont typeface="Arial" panose="020B0604020202020204" pitchFamily="34" charset="0"/>
              <a:buChar char="•"/>
            </a:pPr>
            <a:r>
              <a:rPr lang="en-US" sz="2800" dirty="0" smtClean="0"/>
              <a:t>Commercial </a:t>
            </a:r>
            <a:r>
              <a:rPr lang="en-US" sz="2800" dirty="0"/>
              <a:t>software developed by companies that ask you to pay for the program</a:t>
            </a:r>
          </a:p>
        </p:txBody>
      </p:sp>
    </p:spTree>
    <p:extLst>
      <p:ext uri="{BB962C8B-B14F-4D97-AF65-F5344CB8AC3E}">
        <p14:creationId xmlns:p14="http://schemas.microsoft.com/office/powerpoint/2010/main" val="116927487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678892" y="762730"/>
            <a:ext cx="681277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229350" y="235035"/>
            <a:ext cx="5753099" cy="18384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752478" y="780921"/>
            <a:ext cx="7810236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bg1"/>
                </a:solidFill>
              </a:rPr>
              <a:t>  Security in an Open-Source World </a:t>
            </a:r>
          </a:p>
        </p:txBody>
      </p:sp>
      <p:sp>
        <p:nvSpPr>
          <p:cNvPr id="5" name="Organigramme : Connecteur 4"/>
          <p:cNvSpPr/>
          <p:nvPr/>
        </p:nvSpPr>
        <p:spPr>
          <a:xfrm>
            <a:off x="80204" y="418885"/>
            <a:ext cx="1721464" cy="1356083"/>
          </a:xfrm>
          <a:prstGeom prst="flowChartConnector">
            <a:avLst/>
          </a:prstGeom>
          <a:solidFill>
            <a:schemeClr val="accent2"/>
          </a:solidFill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Chapter</a:t>
            </a:r>
            <a:r>
              <a:rPr lang="fr-FR" sz="2400" b="1" dirty="0" smtClean="0"/>
              <a:t>  01</a:t>
            </a:r>
            <a:endParaRPr lang="fr-FR" sz="2400" b="1" dirty="0"/>
          </a:p>
        </p:txBody>
      </p:sp>
      <p:sp>
        <p:nvSpPr>
          <p:cNvPr id="4" name="ZoneTexte 3"/>
          <p:cNvSpPr txBox="1"/>
          <p:nvPr/>
        </p:nvSpPr>
        <p:spPr>
          <a:xfrm>
            <a:off x="-193726" y="1620547"/>
            <a:ext cx="12199472" cy="4457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smtClean="0"/>
              <a:t>Most </a:t>
            </a:r>
            <a:r>
              <a:rPr lang="en-US" sz="2800" dirty="0"/>
              <a:t>open-source code is free and can be used without restriction. </a:t>
            </a:r>
            <a:endParaRPr lang="en-US" sz="2800" dirty="0" smtClean="0"/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smtClean="0"/>
              <a:t>Access </a:t>
            </a:r>
            <a:r>
              <a:rPr lang="en-US" sz="2800" dirty="0"/>
              <a:t>to open source enables users to learn from source code, see what it does, and understand how a program operates, </a:t>
            </a:r>
            <a:endParaRPr lang="en-US" sz="2800" dirty="0" smtClean="0"/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smtClean="0"/>
              <a:t>Open </a:t>
            </a:r>
            <a:r>
              <a:rPr lang="en-US" sz="2800" dirty="0"/>
              <a:t>source provides the ability for anyone to pick up source code and fix it. </a:t>
            </a:r>
            <a:endParaRPr lang="en-US" sz="2800" dirty="0" smtClean="0"/>
          </a:p>
          <a:p>
            <a:pPr marL="1377950" lvl="1" indent="-4635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 smtClean="0"/>
              <a:t>Enables </a:t>
            </a:r>
            <a:r>
              <a:rPr lang="en-US" sz="2400" dirty="0"/>
              <a:t>speedy resolutions </a:t>
            </a:r>
            <a:endParaRPr lang="en-US" sz="2400" dirty="0" smtClean="0"/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smtClean="0"/>
              <a:t>Most </a:t>
            </a:r>
            <a:r>
              <a:rPr lang="en-US" sz="2800" dirty="0"/>
              <a:t>open-source software is licensed in a way that requires changes to remain open as well.</a:t>
            </a:r>
          </a:p>
        </p:txBody>
      </p:sp>
    </p:spTree>
    <p:extLst>
      <p:ext uri="{BB962C8B-B14F-4D97-AF65-F5344CB8AC3E}">
        <p14:creationId xmlns:p14="http://schemas.microsoft.com/office/powerpoint/2010/main" val="3673072636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678892" y="762730"/>
            <a:ext cx="4778933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357938" y="235035"/>
            <a:ext cx="5624511" cy="18384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752478" y="780921"/>
            <a:ext cx="3419597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bg1"/>
                </a:solidFill>
              </a:rPr>
              <a:t>  Linux Distributions </a:t>
            </a:r>
          </a:p>
        </p:txBody>
      </p:sp>
      <p:sp>
        <p:nvSpPr>
          <p:cNvPr id="5" name="Organigramme : Connecteur 4"/>
          <p:cNvSpPr/>
          <p:nvPr/>
        </p:nvSpPr>
        <p:spPr>
          <a:xfrm>
            <a:off x="80204" y="418885"/>
            <a:ext cx="1721464" cy="1356083"/>
          </a:xfrm>
          <a:prstGeom prst="flowChartConnector">
            <a:avLst/>
          </a:prstGeom>
          <a:solidFill>
            <a:schemeClr val="accent2"/>
          </a:solidFill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Chapter</a:t>
            </a:r>
            <a:r>
              <a:rPr lang="fr-FR" sz="2400" b="1" dirty="0" smtClean="0"/>
              <a:t>  01</a:t>
            </a:r>
            <a:endParaRPr lang="fr-FR" sz="2400" b="1" dirty="0"/>
          </a:p>
        </p:txBody>
      </p:sp>
      <p:sp>
        <p:nvSpPr>
          <p:cNvPr id="4" name="ZoneTexte 3"/>
          <p:cNvSpPr txBox="1"/>
          <p:nvPr/>
        </p:nvSpPr>
        <p:spPr>
          <a:xfrm>
            <a:off x="80204" y="1787523"/>
            <a:ext cx="1192554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 err="1" smtClean="0"/>
              <a:t>RedHat</a:t>
            </a:r>
            <a:r>
              <a:rPr lang="en-US" sz="2800" b="1" dirty="0" smtClean="0"/>
              <a:t> </a:t>
            </a:r>
          </a:p>
          <a:p>
            <a:pPr marL="1255713" lvl="1" indent="-341313">
              <a:buFont typeface="Arial" panose="020B0604020202020204" pitchFamily="34" charset="0"/>
              <a:buChar char="•"/>
            </a:pPr>
            <a:r>
              <a:rPr lang="en-US" sz="2800" dirty="0" smtClean="0"/>
              <a:t>Red </a:t>
            </a:r>
            <a:r>
              <a:rPr lang="en-US" sz="2800" dirty="0"/>
              <a:t>Hat Enterprise Linux (RHEL) </a:t>
            </a:r>
            <a:endParaRPr lang="en-US" sz="2800" dirty="0" smtClean="0"/>
          </a:p>
          <a:p>
            <a:pPr marL="1255713" lvl="1" indent="-341313">
              <a:buFont typeface="Arial" panose="020B0604020202020204" pitchFamily="34" charset="0"/>
              <a:buChar char="•"/>
            </a:pPr>
            <a:r>
              <a:rPr lang="en-US" sz="2800" dirty="0"/>
              <a:t>Fedora Core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 smtClean="0"/>
              <a:t>CentOS </a:t>
            </a:r>
            <a:r>
              <a:rPr lang="en-US" sz="2800" b="1" dirty="0"/>
              <a:t>was based on released versions of RHEL, now developed as CentOS Stream (non-Red Hat) </a:t>
            </a:r>
            <a:endParaRPr lang="en-US" sz="2800" b="1" dirty="0" smtClean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 err="1" smtClean="0"/>
              <a:t>Debian</a:t>
            </a:r>
            <a:endParaRPr lang="en-US" sz="2800" b="1" dirty="0" smtClean="0"/>
          </a:p>
          <a:p>
            <a:pPr marL="1377950" lvl="1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Created </a:t>
            </a:r>
            <a:r>
              <a:rPr lang="en-US" sz="2800" dirty="0"/>
              <a:t>by </a:t>
            </a:r>
            <a:r>
              <a:rPr lang="en-US" sz="2800" dirty="0" err="1"/>
              <a:t>lan</a:t>
            </a:r>
            <a:r>
              <a:rPr lang="en-US" sz="2800" dirty="0"/>
              <a:t> Murdock years ago </a:t>
            </a:r>
            <a:endParaRPr lang="en-US" sz="2800" dirty="0" smtClean="0"/>
          </a:p>
          <a:p>
            <a:pPr marL="1377950" lvl="1" indent="-457200">
              <a:buFont typeface="Arial" panose="020B0604020202020204" pitchFamily="34" charset="0"/>
              <a:buChar char="•"/>
            </a:pPr>
            <a:r>
              <a:rPr lang="en-US" sz="2800" dirty="0" err="1" smtClean="0"/>
              <a:t>Debian</a:t>
            </a:r>
            <a:r>
              <a:rPr lang="en-US" sz="2800" dirty="0" smtClean="0"/>
              <a:t> </a:t>
            </a:r>
            <a:r>
              <a:rPr lang="en-US" sz="2800" dirty="0"/>
              <a:t>is a merging of the name </a:t>
            </a:r>
            <a:r>
              <a:rPr lang="en-US" sz="2800" dirty="0" err="1"/>
              <a:t>lan</a:t>
            </a:r>
            <a:r>
              <a:rPr lang="en-US" sz="2800" dirty="0"/>
              <a:t> with the name Debra (</a:t>
            </a:r>
            <a:r>
              <a:rPr lang="en-US" sz="2800" dirty="0" err="1"/>
              <a:t>lan's</a:t>
            </a:r>
            <a:r>
              <a:rPr lang="en-US" sz="2800" dirty="0"/>
              <a:t> girlfriend at the time) </a:t>
            </a:r>
            <a:endParaRPr lang="en-US" sz="2800" dirty="0" smtClean="0"/>
          </a:p>
          <a:p>
            <a:pPr marL="1377950" lvl="1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Mint </a:t>
            </a:r>
            <a:r>
              <a:rPr lang="en-US" sz="2800" dirty="0"/>
              <a:t>and Ubuntu are derivatives</a:t>
            </a:r>
          </a:p>
        </p:txBody>
      </p:sp>
    </p:spTree>
    <p:extLst>
      <p:ext uri="{BB962C8B-B14F-4D97-AF65-F5344CB8AC3E}">
        <p14:creationId xmlns:p14="http://schemas.microsoft.com/office/powerpoint/2010/main" val="3109322380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678892" y="762730"/>
            <a:ext cx="4693208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300788" y="235036"/>
            <a:ext cx="5681661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752478" y="780921"/>
            <a:ext cx="3333872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bg1"/>
                </a:solidFill>
              </a:rPr>
              <a:t>  Linux Distributions </a:t>
            </a:r>
          </a:p>
        </p:txBody>
      </p:sp>
      <p:sp>
        <p:nvSpPr>
          <p:cNvPr id="5" name="Organigramme : Connecteur 4"/>
          <p:cNvSpPr/>
          <p:nvPr/>
        </p:nvSpPr>
        <p:spPr>
          <a:xfrm>
            <a:off x="80204" y="418885"/>
            <a:ext cx="1721464" cy="1356083"/>
          </a:xfrm>
          <a:prstGeom prst="flowChartConnector">
            <a:avLst/>
          </a:prstGeom>
          <a:solidFill>
            <a:schemeClr val="accent2"/>
          </a:solidFill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Chapter</a:t>
            </a:r>
            <a:r>
              <a:rPr lang="fr-FR" sz="2400" b="1" dirty="0" smtClean="0"/>
              <a:t>  01</a:t>
            </a:r>
            <a:endParaRPr lang="fr-FR" sz="2400" b="1" dirty="0"/>
          </a:p>
        </p:txBody>
      </p:sp>
      <p:sp>
        <p:nvSpPr>
          <p:cNvPr id="4" name="ZoneTexte 3"/>
          <p:cNvSpPr txBox="1"/>
          <p:nvPr/>
        </p:nvSpPr>
        <p:spPr>
          <a:xfrm>
            <a:off x="80204" y="1787523"/>
            <a:ext cx="1192554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Advantages</a:t>
            </a:r>
          </a:p>
          <a:p>
            <a:pPr marL="1377950" lvl="1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Stable</a:t>
            </a:r>
          </a:p>
          <a:p>
            <a:pPr marL="1377950" lvl="1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Distributions </a:t>
            </a:r>
            <a:r>
              <a:rPr lang="en-US" sz="2800" dirty="0"/>
              <a:t>have pre-compiled packages </a:t>
            </a:r>
            <a:endParaRPr lang="en-US" sz="2800" dirty="0" smtClean="0"/>
          </a:p>
          <a:p>
            <a:pPr marL="1377950" lvl="1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Can </a:t>
            </a:r>
            <a:r>
              <a:rPr lang="en-US" sz="2800" dirty="0"/>
              <a:t>avoid unnecessary packages by building your own Linux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Disadvantages</a:t>
            </a:r>
            <a:r>
              <a:rPr lang="en-US" sz="2800" dirty="0" smtClean="0"/>
              <a:t> </a:t>
            </a:r>
          </a:p>
          <a:p>
            <a:pPr marL="1377950" lvl="1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Distribution </a:t>
            </a:r>
            <a:r>
              <a:rPr lang="en-US" sz="2800" dirty="0"/>
              <a:t>determines dependencies; may get packages you don't want or need </a:t>
            </a:r>
            <a:endParaRPr lang="en-US" sz="2800" dirty="0" smtClean="0"/>
          </a:p>
          <a:p>
            <a:pPr marL="1309688" lvl="1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Source-based </a:t>
            </a:r>
            <a:r>
              <a:rPr lang="en-US" sz="2800" dirty="0"/>
              <a:t>distributions must be compiled from source each time, can be time-consuming</a:t>
            </a:r>
          </a:p>
        </p:txBody>
      </p:sp>
    </p:spTree>
    <p:extLst>
      <p:ext uri="{BB962C8B-B14F-4D97-AF65-F5344CB8AC3E}">
        <p14:creationId xmlns:p14="http://schemas.microsoft.com/office/powerpoint/2010/main" val="1393336924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34" y="1445775"/>
            <a:ext cx="10062949" cy="4671287"/>
          </a:xfrm>
          <a:prstGeom prst="rect">
            <a:avLst/>
          </a:prstGeom>
        </p:spPr>
      </p:pic>
      <p:sp>
        <p:nvSpPr>
          <p:cNvPr id="11" name="Organigramme : Données stockées 10"/>
          <p:cNvSpPr/>
          <p:nvPr/>
        </p:nvSpPr>
        <p:spPr>
          <a:xfrm rot="10800000">
            <a:off x="678892" y="762730"/>
            <a:ext cx="4064558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329364" y="235035"/>
            <a:ext cx="5653086" cy="18384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752478" y="780921"/>
            <a:ext cx="2876672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bg1"/>
                </a:solidFill>
              </a:rPr>
              <a:t>  The </a:t>
            </a:r>
            <a:r>
              <a:rPr lang="en-US" sz="2800" b="1" dirty="0" smtClean="0">
                <a:solidFill>
                  <a:schemeClr val="bg1"/>
                </a:solidFill>
              </a:rPr>
              <a:t>C-I-A </a:t>
            </a:r>
            <a:r>
              <a:rPr lang="en-US" sz="2800" b="1" dirty="0">
                <a:solidFill>
                  <a:schemeClr val="bg1"/>
                </a:solidFill>
              </a:rPr>
              <a:t>Triad</a:t>
            </a:r>
          </a:p>
        </p:txBody>
      </p:sp>
      <p:sp>
        <p:nvSpPr>
          <p:cNvPr id="5" name="Organigramme : Connecteur 4"/>
          <p:cNvSpPr/>
          <p:nvPr/>
        </p:nvSpPr>
        <p:spPr>
          <a:xfrm>
            <a:off x="80204" y="418885"/>
            <a:ext cx="1721464" cy="1356083"/>
          </a:xfrm>
          <a:prstGeom prst="flowChartConnector">
            <a:avLst/>
          </a:prstGeom>
          <a:solidFill>
            <a:schemeClr val="accent2"/>
          </a:solidFill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Chapter</a:t>
            </a:r>
            <a:r>
              <a:rPr lang="fr-FR" sz="2400" b="1" dirty="0" smtClean="0"/>
              <a:t>  01</a:t>
            </a:r>
            <a:endParaRPr lang="fr-FR" sz="2400" b="1" dirty="0"/>
          </a:p>
        </p:txBody>
      </p:sp>
    </p:spTree>
    <p:extLst>
      <p:ext uri="{BB962C8B-B14F-4D97-AF65-F5344CB8AC3E}">
        <p14:creationId xmlns:p14="http://schemas.microsoft.com/office/powerpoint/2010/main" val="3345042593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678892" y="762730"/>
            <a:ext cx="4293158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272214" y="235035"/>
            <a:ext cx="5710236" cy="18384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752478" y="780921"/>
            <a:ext cx="2862385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bg1"/>
                </a:solidFill>
              </a:rPr>
              <a:t>  The </a:t>
            </a:r>
            <a:r>
              <a:rPr lang="en-US" sz="2800" b="1" dirty="0" smtClean="0">
                <a:solidFill>
                  <a:schemeClr val="bg1"/>
                </a:solidFill>
              </a:rPr>
              <a:t>C-I-A </a:t>
            </a:r>
            <a:r>
              <a:rPr lang="en-US" sz="2800" b="1" dirty="0">
                <a:solidFill>
                  <a:schemeClr val="bg1"/>
                </a:solidFill>
              </a:rPr>
              <a:t>Triad</a:t>
            </a:r>
          </a:p>
        </p:txBody>
      </p:sp>
      <p:sp>
        <p:nvSpPr>
          <p:cNvPr id="5" name="Organigramme : Connecteur 4"/>
          <p:cNvSpPr/>
          <p:nvPr/>
        </p:nvSpPr>
        <p:spPr>
          <a:xfrm>
            <a:off x="80204" y="418885"/>
            <a:ext cx="1721464" cy="1356083"/>
          </a:xfrm>
          <a:prstGeom prst="flowChartConnector">
            <a:avLst/>
          </a:prstGeom>
          <a:solidFill>
            <a:schemeClr val="accent2"/>
          </a:solidFill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Chapter</a:t>
            </a:r>
            <a:r>
              <a:rPr lang="fr-FR" sz="2400" b="1" dirty="0" smtClean="0"/>
              <a:t>  01</a:t>
            </a:r>
            <a:endParaRPr lang="fr-FR" sz="2400" b="1" dirty="0"/>
          </a:p>
        </p:txBody>
      </p:sp>
      <p:sp>
        <p:nvSpPr>
          <p:cNvPr id="4" name="ZoneTexte 3"/>
          <p:cNvSpPr txBox="1"/>
          <p:nvPr/>
        </p:nvSpPr>
        <p:spPr>
          <a:xfrm>
            <a:off x="231149" y="1925966"/>
            <a:ext cx="11895165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 smtClean="0"/>
              <a:t>Confidentiality</a:t>
            </a:r>
            <a:r>
              <a:rPr lang="en-US" sz="2800" dirty="0" smtClean="0"/>
              <a:t>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Keeping </a:t>
            </a:r>
            <a:r>
              <a:rPr lang="en-US" sz="2400" dirty="0"/>
              <a:t>secrets </a:t>
            </a:r>
            <a:endParaRPr lang="en-US" sz="24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 smtClean="0"/>
              <a:t>Integrity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Ensuring </a:t>
            </a:r>
            <a:r>
              <a:rPr lang="en-US" sz="2400" dirty="0"/>
              <a:t>that the data that are sent are the data that are received </a:t>
            </a:r>
            <a:endParaRPr lang="en-US" sz="24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 smtClean="0"/>
              <a:t>Availability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Ensuring </a:t>
            </a:r>
            <a:r>
              <a:rPr lang="en-US" sz="2400" dirty="0"/>
              <a:t>use of a service, such as a networked application </a:t>
            </a:r>
            <a:endParaRPr lang="en-US" sz="2400" dirty="0" smtClean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Software </a:t>
            </a:r>
            <a:r>
              <a:rPr lang="en-US" sz="2400" dirty="0"/>
              <a:t>that is buggy and crashes a lot affects availability </a:t>
            </a:r>
            <a:endParaRPr lang="en-US" sz="2400" dirty="0" smtClean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A </a:t>
            </a:r>
            <a:r>
              <a:rPr lang="en-US" sz="2400" dirty="0"/>
              <a:t>denial of service (</a:t>
            </a:r>
            <a:r>
              <a:rPr lang="en-US" sz="2400" dirty="0" err="1"/>
              <a:t>DoS</a:t>
            </a:r>
            <a:r>
              <a:rPr lang="en-US" sz="2400" dirty="0"/>
              <a:t>) attack is a specific and malicious form of a denial of service condition</a:t>
            </a:r>
          </a:p>
        </p:txBody>
      </p:sp>
    </p:spTree>
    <p:extLst>
      <p:ext uri="{BB962C8B-B14F-4D97-AF65-F5344CB8AC3E}">
        <p14:creationId xmlns:p14="http://schemas.microsoft.com/office/powerpoint/2010/main" val="3404072575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678892" y="762730"/>
            <a:ext cx="4864658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272214" y="235035"/>
            <a:ext cx="5710236" cy="157727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752478" y="780921"/>
            <a:ext cx="3619622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bg1"/>
                </a:solidFill>
              </a:rPr>
              <a:t> The </a:t>
            </a:r>
            <a:r>
              <a:rPr lang="en-US" sz="2800" b="1" dirty="0" err="1">
                <a:solidFill>
                  <a:schemeClr val="bg1"/>
                </a:solidFill>
              </a:rPr>
              <a:t>Parkerian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 err="1">
                <a:solidFill>
                  <a:schemeClr val="bg1"/>
                </a:solidFill>
              </a:rPr>
              <a:t>Hexad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5" name="Organigramme : Connecteur 4"/>
          <p:cNvSpPr/>
          <p:nvPr/>
        </p:nvSpPr>
        <p:spPr>
          <a:xfrm>
            <a:off x="80204" y="418885"/>
            <a:ext cx="1721464" cy="1356083"/>
          </a:xfrm>
          <a:prstGeom prst="flowChartConnector">
            <a:avLst/>
          </a:prstGeom>
          <a:solidFill>
            <a:schemeClr val="accent2"/>
          </a:solidFill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Chapter</a:t>
            </a:r>
            <a:r>
              <a:rPr lang="fr-FR" sz="2400" b="1" dirty="0" smtClean="0"/>
              <a:t>  01</a:t>
            </a:r>
            <a:endParaRPr lang="fr-FR" sz="2400" b="1" dirty="0"/>
          </a:p>
        </p:txBody>
      </p:sp>
      <p:sp>
        <p:nvSpPr>
          <p:cNvPr id="4" name="ZoneTexte 3"/>
          <p:cNvSpPr txBox="1"/>
          <p:nvPr/>
        </p:nvSpPr>
        <p:spPr>
          <a:xfrm>
            <a:off x="0" y="1631018"/>
            <a:ext cx="1219200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smtClean="0"/>
              <a:t>In </a:t>
            </a:r>
            <a:r>
              <a:rPr lang="en-US" sz="2800" dirty="0"/>
              <a:t>the late 1990s, Donn Parker, a security professional proposed an expansion of the C-I-A triad to cover additional concepts he felt were critical to the realm of </a:t>
            </a:r>
            <a:r>
              <a:rPr lang="en-US" sz="2800" b="1" dirty="0"/>
              <a:t>information security</a:t>
            </a:r>
            <a:r>
              <a:rPr lang="en-US" sz="2800" b="1" dirty="0" smtClean="0"/>
              <a:t>:</a:t>
            </a:r>
          </a:p>
          <a:p>
            <a:pPr marL="914400" indent="-450850">
              <a:buFont typeface="Arial" panose="020B0604020202020204" pitchFamily="34" charset="0"/>
              <a:buChar char="•"/>
            </a:pPr>
            <a:r>
              <a:rPr lang="en-US" sz="2800" dirty="0" smtClean="0"/>
              <a:t>Confidentiality</a:t>
            </a:r>
          </a:p>
          <a:p>
            <a:pPr marL="914400" indent="-450850">
              <a:buFont typeface="Arial" panose="020B0604020202020204" pitchFamily="34" charset="0"/>
              <a:buChar char="•"/>
            </a:pPr>
            <a:r>
              <a:rPr lang="en-US" sz="2800" dirty="0" smtClean="0"/>
              <a:t>Possession </a:t>
            </a:r>
            <a:r>
              <a:rPr lang="en-US" sz="2800" dirty="0"/>
              <a:t>or control Integrity </a:t>
            </a:r>
            <a:endParaRPr lang="en-US" sz="2800" dirty="0" smtClean="0"/>
          </a:p>
          <a:p>
            <a:pPr marL="914400" indent="-450850">
              <a:buFont typeface="Arial" panose="020B0604020202020204" pitchFamily="34" charset="0"/>
              <a:buChar char="•"/>
            </a:pPr>
            <a:r>
              <a:rPr lang="en-US" sz="2800" dirty="0" smtClean="0"/>
              <a:t>Authenticity </a:t>
            </a:r>
          </a:p>
          <a:p>
            <a:pPr marL="914400" indent="-450850">
              <a:buFont typeface="Arial" panose="020B0604020202020204" pitchFamily="34" charset="0"/>
              <a:buChar char="•"/>
            </a:pPr>
            <a:r>
              <a:rPr lang="en-US" sz="2800" dirty="0" smtClean="0"/>
              <a:t>Availability </a:t>
            </a:r>
          </a:p>
          <a:p>
            <a:pPr marL="914400" indent="-450850">
              <a:buFont typeface="Arial" panose="020B0604020202020204" pitchFamily="34" charset="0"/>
              <a:buChar char="•"/>
            </a:pPr>
            <a:r>
              <a:rPr lang="en-US" sz="2800" dirty="0" smtClean="0"/>
              <a:t>Utility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13052303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678892" y="762730"/>
            <a:ext cx="5507596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315076" y="235035"/>
            <a:ext cx="5667374" cy="18384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752478" y="780921"/>
            <a:ext cx="4119685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bg1"/>
                </a:solidFill>
              </a:rPr>
              <a:t> Linux as a Security Device </a:t>
            </a:r>
          </a:p>
        </p:txBody>
      </p:sp>
      <p:sp>
        <p:nvSpPr>
          <p:cNvPr id="5" name="Organigramme : Connecteur 4"/>
          <p:cNvSpPr/>
          <p:nvPr/>
        </p:nvSpPr>
        <p:spPr>
          <a:xfrm>
            <a:off x="80204" y="418885"/>
            <a:ext cx="1721464" cy="1356083"/>
          </a:xfrm>
          <a:prstGeom prst="flowChartConnector">
            <a:avLst/>
          </a:prstGeom>
          <a:solidFill>
            <a:schemeClr val="accent2"/>
          </a:solidFill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Chapter</a:t>
            </a:r>
            <a:r>
              <a:rPr lang="fr-FR" sz="2400" b="1" dirty="0" smtClean="0"/>
              <a:t>  01</a:t>
            </a:r>
            <a:endParaRPr lang="fr-FR" sz="2400" b="1" dirty="0"/>
          </a:p>
        </p:txBody>
      </p:sp>
      <p:sp>
        <p:nvSpPr>
          <p:cNvPr id="4" name="ZoneTexte 3"/>
          <p:cNvSpPr txBox="1"/>
          <p:nvPr/>
        </p:nvSpPr>
        <p:spPr>
          <a:xfrm>
            <a:off x="56907" y="1708333"/>
            <a:ext cx="12192000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 smtClean="0"/>
              <a:t>Operating </a:t>
            </a:r>
            <a:r>
              <a:rPr lang="en-US" sz="2800" b="1" dirty="0"/>
              <a:t>system hardening: </a:t>
            </a:r>
            <a:endParaRPr lang="en-US" sz="2800" b="1" dirty="0" smtClean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 smtClean="0"/>
              <a:t>Limit </a:t>
            </a:r>
            <a:r>
              <a:rPr lang="en-US" sz="2400" dirty="0"/>
              <a:t>the number of software packages installed. </a:t>
            </a:r>
            <a:endParaRPr lang="en-US" sz="2400" dirty="0" smtClean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 smtClean="0"/>
              <a:t>Remove </a:t>
            </a:r>
            <a:r>
              <a:rPr lang="en-US" sz="2400" dirty="0"/>
              <a:t>all but the most critical users from the system</a:t>
            </a:r>
            <a:r>
              <a:rPr lang="en-US" sz="2400" dirty="0" smtClean="0"/>
              <a:t>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 smtClean="0"/>
              <a:t>Restrict </a:t>
            </a:r>
            <a:r>
              <a:rPr lang="en-US" sz="2400" dirty="0"/>
              <a:t>permissions on files and directories. </a:t>
            </a:r>
            <a:endParaRPr lang="en-US" sz="2400" dirty="0" smtClean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 smtClean="0"/>
              <a:t>Remove </a:t>
            </a:r>
            <a:r>
              <a:rPr lang="en-US" sz="2400" dirty="0"/>
              <a:t>all but necessary system services. </a:t>
            </a:r>
            <a:endParaRPr lang="en-US" sz="2400" dirty="0" smtClean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 smtClean="0"/>
              <a:t>Can </a:t>
            </a:r>
            <a:r>
              <a:rPr lang="en-US" sz="2800" b="1" dirty="0"/>
              <a:t>deploy a completely hardened operating system as a bastion host</a:t>
            </a:r>
            <a:r>
              <a:rPr lang="en-US" sz="2800" dirty="0"/>
              <a:t> </a:t>
            </a:r>
            <a:endParaRPr lang="en-US" sz="2800" dirty="0" smtClean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 smtClean="0"/>
              <a:t> </a:t>
            </a:r>
            <a:r>
              <a:rPr lang="en-US" sz="2400" b="1" dirty="0"/>
              <a:t>A bastion </a:t>
            </a:r>
            <a:r>
              <a:rPr lang="en-US" sz="2400" dirty="0"/>
              <a:t>host is a system that is presented to the outside world that can be used to protect other systems that are more sensitive.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17670911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678892" y="762730"/>
            <a:ext cx="5664758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343650" y="235035"/>
            <a:ext cx="5638799" cy="18384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752478" y="780921"/>
            <a:ext cx="4276847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bg1"/>
                </a:solidFill>
              </a:rPr>
              <a:t> Linux as a Security Device </a:t>
            </a:r>
          </a:p>
        </p:txBody>
      </p:sp>
      <p:sp>
        <p:nvSpPr>
          <p:cNvPr id="5" name="Organigramme : Connecteur 4"/>
          <p:cNvSpPr/>
          <p:nvPr/>
        </p:nvSpPr>
        <p:spPr>
          <a:xfrm>
            <a:off x="80204" y="418885"/>
            <a:ext cx="1721464" cy="1356083"/>
          </a:xfrm>
          <a:prstGeom prst="flowChartConnector">
            <a:avLst/>
          </a:prstGeom>
          <a:solidFill>
            <a:schemeClr val="accent2"/>
          </a:solidFill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Chapter</a:t>
            </a:r>
            <a:r>
              <a:rPr lang="fr-FR" sz="2400" b="1" dirty="0" smtClean="0"/>
              <a:t>  01</a:t>
            </a:r>
            <a:endParaRPr lang="fr-FR" sz="2400" b="1" dirty="0"/>
          </a:p>
        </p:txBody>
      </p:sp>
      <p:sp>
        <p:nvSpPr>
          <p:cNvPr id="4" name="ZoneTexte 3"/>
          <p:cNvSpPr txBox="1"/>
          <p:nvPr/>
        </p:nvSpPr>
        <p:spPr>
          <a:xfrm>
            <a:off x="0" y="1662584"/>
            <a:ext cx="121920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 smtClean="0"/>
              <a:t>Firewall </a:t>
            </a:r>
          </a:p>
          <a:p>
            <a:pPr marL="1146175" indent="-463550">
              <a:buFont typeface="Arial" panose="020B0604020202020204" pitchFamily="34" charset="0"/>
              <a:buChar char="•"/>
            </a:pPr>
            <a:r>
              <a:rPr lang="en-US" sz="2800" dirty="0" smtClean="0"/>
              <a:t>Hardware </a:t>
            </a:r>
            <a:r>
              <a:rPr lang="en-US" sz="2800" dirty="0"/>
              <a:t>or software capable of blocking networking communications based on established criteria, or </a:t>
            </a:r>
            <a:r>
              <a:rPr lang="en-US" sz="2800" dirty="0" smtClean="0"/>
              <a:t>rules</a:t>
            </a:r>
          </a:p>
          <a:p>
            <a:pPr marL="1146175" indent="-463550">
              <a:buFont typeface="Arial" panose="020B0604020202020204" pitchFamily="34" charset="0"/>
              <a:buChar char="•"/>
            </a:pPr>
            <a:r>
              <a:rPr lang="en-US" sz="2800" dirty="0" smtClean="0"/>
              <a:t>Common </a:t>
            </a:r>
            <a:r>
              <a:rPr lang="en-US" sz="2800" dirty="0"/>
              <a:t>firewalls available for Linux are </a:t>
            </a:r>
            <a:r>
              <a:rPr lang="en-US" sz="2800" dirty="0" err="1"/>
              <a:t>iptables</a:t>
            </a:r>
            <a:r>
              <a:rPr lang="en-US" sz="2800" dirty="0"/>
              <a:t> and firewalled </a:t>
            </a:r>
            <a:endParaRPr lang="en-US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You </a:t>
            </a:r>
            <a:r>
              <a:rPr lang="en-US" sz="2800" dirty="0"/>
              <a:t>can set up firewall rules to allow, drop, or log specific packets from the network. </a:t>
            </a:r>
            <a:endParaRPr lang="en-US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If </a:t>
            </a:r>
            <a:r>
              <a:rPr lang="en-US" sz="2800" dirty="0"/>
              <a:t>there are multiple network interfaces and a network behind a Linux firewall, you can have it perform network address translation (NAT), effectively hiding all the systems behind your Linux firewall. using </a:t>
            </a:r>
            <a:endParaRPr lang="en-US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On </a:t>
            </a:r>
            <a:r>
              <a:rPr lang="en-US" sz="2800" dirty="0"/>
              <a:t>top of the firewall, you can deploy encryption services using Transport Layer Security (TLS).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12817619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678892" y="762730"/>
            <a:ext cx="5207558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Systems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r>
              <a:rPr lang="fr-FR" sz="3200" b="1" dirty="0" smtClean="0"/>
              <a:t>: Introduction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8630652" y="235036"/>
            <a:ext cx="3351797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752478" y="780921"/>
            <a:ext cx="3876797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Linux in the Enterprise </a:t>
            </a:r>
          </a:p>
        </p:txBody>
      </p:sp>
      <p:sp>
        <p:nvSpPr>
          <p:cNvPr id="5" name="Organigramme : Connecteur 4"/>
          <p:cNvSpPr/>
          <p:nvPr/>
        </p:nvSpPr>
        <p:spPr>
          <a:xfrm>
            <a:off x="80204" y="418885"/>
            <a:ext cx="1721464" cy="1356083"/>
          </a:xfrm>
          <a:prstGeom prst="flowChartConnector">
            <a:avLst/>
          </a:prstGeom>
          <a:solidFill>
            <a:schemeClr val="accent2"/>
          </a:solidFill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Chapter</a:t>
            </a:r>
            <a:r>
              <a:rPr lang="fr-FR" sz="2400" b="1" dirty="0" smtClean="0"/>
              <a:t>  01</a:t>
            </a:r>
            <a:endParaRPr lang="fr-FR" sz="2400" b="1" dirty="0"/>
          </a:p>
        </p:txBody>
      </p:sp>
      <p:sp>
        <p:nvSpPr>
          <p:cNvPr id="4" name="ZoneTexte 3"/>
          <p:cNvSpPr txBox="1"/>
          <p:nvPr/>
        </p:nvSpPr>
        <p:spPr>
          <a:xfrm>
            <a:off x="370640" y="1775726"/>
            <a:ext cx="1154036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b="1" dirty="0" smtClean="0"/>
              <a:t> </a:t>
            </a:r>
            <a:r>
              <a:rPr lang="fr-FR" sz="2800" b="1" dirty="0"/>
              <a:t>Web </a:t>
            </a:r>
            <a:r>
              <a:rPr lang="fr-FR" sz="2800" b="1" dirty="0" smtClean="0"/>
              <a:t>server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800" dirty="0" smtClean="0"/>
              <a:t> </a:t>
            </a:r>
            <a:r>
              <a:rPr lang="fr-FR" sz="2400" dirty="0"/>
              <a:t>The </a:t>
            </a:r>
            <a:r>
              <a:rPr lang="fr-FR" sz="2400" dirty="0" err="1"/>
              <a:t>way</a:t>
            </a:r>
            <a:r>
              <a:rPr lang="fr-FR" sz="2400" dirty="0"/>
              <a:t> </a:t>
            </a:r>
            <a:r>
              <a:rPr lang="fr-FR" sz="2400" dirty="0" err="1"/>
              <a:t>customers</a:t>
            </a:r>
            <a:r>
              <a:rPr lang="fr-FR" sz="2400" dirty="0"/>
              <a:t> </a:t>
            </a:r>
            <a:r>
              <a:rPr lang="fr-FR" sz="2400" dirty="0" err="1"/>
              <a:t>get</a:t>
            </a:r>
            <a:r>
              <a:rPr lang="fr-FR" sz="2400" dirty="0"/>
              <a:t> access to information, </a:t>
            </a:r>
            <a:r>
              <a:rPr lang="fr-FR" sz="2400" dirty="0" err="1"/>
              <a:t>products</a:t>
            </a:r>
            <a:r>
              <a:rPr lang="fr-FR" sz="2400" dirty="0"/>
              <a:t>, and services </a:t>
            </a:r>
            <a:r>
              <a:rPr lang="fr-FR" sz="2400" dirty="0" err="1"/>
              <a:t>offered</a:t>
            </a:r>
            <a:r>
              <a:rPr lang="fr-FR" sz="2400" dirty="0"/>
              <a:t> by businesses. </a:t>
            </a:r>
            <a:endParaRPr lang="fr-FR" sz="24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b="1" dirty="0" smtClean="0"/>
              <a:t>Application </a:t>
            </a:r>
            <a:r>
              <a:rPr lang="fr-FR" sz="2800" b="1" dirty="0"/>
              <a:t>server </a:t>
            </a:r>
            <a:endParaRPr lang="fr-FR" sz="2800" b="1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400" dirty="0" smtClean="0"/>
              <a:t>Software </a:t>
            </a:r>
            <a:r>
              <a:rPr lang="fr-FR" sz="2400" dirty="0" err="1"/>
              <a:t>that</a:t>
            </a:r>
            <a:r>
              <a:rPr lang="fr-FR" sz="2400" dirty="0"/>
              <a:t> </a:t>
            </a:r>
            <a:r>
              <a:rPr lang="fr-FR" sz="2400" dirty="0" err="1"/>
              <a:t>provides</a:t>
            </a:r>
            <a:r>
              <a:rPr lang="fr-FR" sz="2400" dirty="0"/>
              <a:t> a </a:t>
            </a:r>
            <a:r>
              <a:rPr lang="fr-FR" sz="2400" dirty="0" err="1"/>
              <a:t>framework</a:t>
            </a:r>
            <a:r>
              <a:rPr lang="fr-FR" sz="2400" dirty="0"/>
              <a:t> </a:t>
            </a:r>
            <a:r>
              <a:rPr lang="fr-FR" sz="2400" dirty="0" err="1"/>
              <a:t>inside</a:t>
            </a:r>
            <a:r>
              <a:rPr lang="fr-FR" sz="2400" dirty="0"/>
              <a:t> </a:t>
            </a:r>
            <a:r>
              <a:rPr lang="fr-FR" sz="2400" dirty="0" err="1"/>
              <a:t>which</a:t>
            </a:r>
            <a:r>
              <a:rPr lang="fr-FR" sz="2400" dirty="0"/>
              <a:t> applications </a:t>
            </a:r>
            <a:r>
              <a:rPr lang="fr-FR" sz="2400" dirty="0" err="1"/>
              <a:t>can</a:t>
            </a:r>
            <a:r>
              <a:rPr lang="fr-FR" sz="2400" dirty="0"/>
              <a:t> </a:t>
            </a:r>
            <a:r>
              <a:rPr lang="fr-FR" sz="2400" dirty="0" err="1"/>
              <a:t>be</a:t>
            </a:r>
            <a:r>
              <a:rPr lang="fr-FR" sz="2400" dirty="0"/>
              <a:t> </a:t>
            </a:r>
            <a:r>
              <a:rPr lang="fr-FR" sz="2400" dirty="0" err="1"/>
              <a:t>written</a:t>
            </a:r>
            <a:r>
              <a:rPr lang="fr-FR" sz="2400" dirty="0"/>
              <a:t> </a:t>
            </a:r>
            <a:endParaRPr lang="fr-FR" sz="24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b="1" dirty="0" smtClean="0"/>
              <a:t>Security </a:t>
            </a:r>
            <a:r>
              <a:rPr lang="fr-FR" sz="2800" b="1" dirty="0" err="1"/>
              <a:t>systems</a:t>
            </a:r>
            <a:r>
              <a:rPr lang="fr-FR" sz="2800" b="1" dirty="0"/>
              <a:t>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800" dirty="0" smtClean="0"/>
              <a:t>Firewalls </a:t>
            </a:r>
            <a:r>
              <a:rPr lang="fr-FR" sz="2800" dirty="0"/>
              <a:t>and intrusion-</a:t>
            </a:r>
            <a:r>
              <a:rPr lang="fr-FR" sz="2800" dirty="0" err="1"/>
              <a:t>detection</a:t>
            </a:r>
            <a:r>
              <a:rPr lang="fr-FR" sz="2800" dirty="0"/>
              <a:t> </a:t>
            </a:r>
            <a:r>
              <a:rPr lang="fr-FR" sz="2800" dirty="0" err="1"/>
              <a:t>systems</a:t>
            </a:r>
            <a:r>
              <a:rPr lang="fr-FR" sz="2800" dirty="0"/>
              <a:t> </a:t>
            </a:r>
            <a:endParaRPr lang="fr-FR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b="1" dirty="0" smtClean="0"/>
              <a:t>Operating </a:t>
            </a:r>
            <a:r>
              <a:rPr lang="fr-FR" sz="2800" b="1" dirty="0" err="1"/>
              <a:t>systems</a:t>
            </a:r>
            <a:r>
              <a:rPr lang="fr-FR" sz="2800" b="1" dirty="0"/>
              <a:t> </a:t>
            </a:r>
            <a:endParaRPr lang="fr-FR" sz="2800" b="1" dirty="0" smtClean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400" dirty="0" smtClean="0"/>
              <a:t>Linux </a:t>
            </a:r>
            <a:r>
              <a:rPr lang="fr-FR" sz="2400" dirty="0" err="1"/>
              <a:t>is</a:t>
            </a:r>
            <a:r>
              <a:rPr lang="fr-FR" sz="2400" dirty="0"/>
              <a:t> operating system for </a:t>
            </a:r>
            <a:r>
              <a:rPr lang="fr-FR" sz="2400" dirty="0" err="1"/>
              <a:t>many</a:t>
            </a:r>
            <a:r>
              <a:rPr lang="fr-FR" sz="2400" dirty="0"/>
              <a:t> </a:t>
            </a:r>
            <a:r>
              <a:rPr lang="fr-FR" sz="2400" dirty="0" err="1"/>
              <a:t>security-based</a:t>
            </a:r>
            <a:r>
              <a:rPr lang="fr-FR" sz="2400" dirty="0"/>
              <a:t> </a:t>
            </a:r>
            <a:r>
              <a:rPr lang="fr-FR" sz="2400" dirty="0" err="1"/>
              <a:t>appliances</a:t>
            </a:r>
            <a:r>
              <a:rPr lang="fr-FR" sz="2400" dirty="0"/>
              <a:t> </a:t>
            </a:r>
            <a:endParaRPr lang="fr-FR" sz="2400" dirty="0" smtClean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400" dirty="0" smtClean="0"/>
              <a:t>You </a:t>
            </a:r>
            <a:r>
              <a:rPr lang="fr-FR" sz="2400" dirty="0" err="1"/>
              <a:t>can</a:t>
            </a:r>
            <a:r>
              <a:rPr lang="fr-FR" sz="2400" dirty="0"/>
              <a:t> use Linux as Proxy server or </a:t>
            </a:r>
            <a:r>
              <a:rPr lang="fr-FR" sz="2400" dirty="0" err="1"/>
              <a:t>gateway</a:t>
            </a:r>
            <a:r>
              <a:rPr lang="fr-FR" sz="2400" dirty="0"/>
              <a:t>, jump host, or bastion server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592511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678892" y="762730"/>
            <a:ext cx="5350433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486526" y="235036"/>
            <a:ext cx="5495924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752478" y="780921"/>
            <a:ext cx="3748210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Linux in the Enterprise </a:t>
            </a:r>
          </a:p>
        </p:txBody>
      </p:sp>
      <p:sp>
        <p:nvSpPr>
          <p:cNvPr id="5" name="Organigramme : Connecteur 4"/>
          <p:cNvSpPr/>
          <p:nvPr/>
        </p:nvSpPr>
        <p:spPr>
          <a:xfrm>
            <a:off x="80204" y="418885"/>
            <a:ext cx="1721464" cy="1356083"/>
          </a:xfrm>
          <a:prstGeom prst="flowChartConnector">
            <a:avLst/>
          </a:prstGeom>
          <a:solidFill>
            <a:schemeClr val="accent2"/>
          </a:solidFill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Chapter</a:t>
            </a:r>
            <a:r>
              <a:rPr lang="fr-FR" sz="2400" b="1" dirty="0" smtClean="0"/>
              <a:t>  01</a:t>
            </a:r>
            <a:endParaRPr lang="fr-FR" sz="2400" b="1" dirty="0"/>
          </a:p>
        </p:txBody>
      </p:sp>
      <p:sp>
        <p:nvSpPr>
          <p:cNvPr id="4" name="ZoneTexte 3"/>
          <p:cNvSpPr txBox="1"/>
          <p:nvPr/>
        </p:nvSpPr>
        <p:spPr>
          <a:xfrm>
            <a:off x="343718" y="1914316"/>
            <a:ext cx="11540369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3200" b="1" dirty="0" err="1" smtClean="0"/>
              <a:t>Filtering</a:t>
            </a:r>
            <a:r>
              <a:rPr lang="fr-FR" sz="3200" b="1" dirty="0" smtClean="0"/>
              <a:t>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800" dirty="0" err="1" smtClean="0"/>
              <a:t>Between</a:t>
            </a:r>
            <a:r>
              <a:rPr lang="fr-FR" sz="2800" dirty="0" smtClean="0"/>
              <a:t> </a:t>
            </a:r>
            <a:r>
              <a:rPr lang="fr-FR" sz="2800" dirty="0"/>
              <a:t>network segments </a:t>
            </a:r>
            <a:endParaRPr lang="fr-FR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3200" b="1" dirty="0" err="1" smtClean="0"/>
              <a:t>Remote</a:t>
            </a:r>
            <a:r>
              <a:rPr lang="fr-FR" sz="3200" b="1" dirty="0" smtClean="0"/>
              <a:t> </a:t>
            </a:r>
            <a:r>
              <a:rPr lang="fr-FR" sz="3200" b="1" dirty="0"/>
              <a:t>Desktop Protocol (RDP) system </a:t>
            </a:r>
            <a:endParaRPr lang="fr-FR" sz="3200" b="1" dirty="0" smtClean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800" dirty="0" err="1" smtClean="0"/>
              <a:t>Many</a:t>
            </a:r>
            <a:r>
              <a:rPr lang="fr-FR" sz="2800" dirty="0" smtClean="0"/>
              <a:t> </a:t>
            </a:r>
            <a:r>
              <a:rPr lang="fr-FR" sz="2800" dirty="0"/>
              <a:t>packages support </a:t>
            </a:r>
            <a:r>
              <a:rPr lang="fr-FR" sz="2800" dirty="0" err="1"/>
              <a:t>functions</a:t>
            </a:r>
            <a:r>
              <a:rPr lang="fr-FR" sz="2800" dirty="0"/>
              <a:t> </a:t>
            </a:r>
            <a:r>
              <a:rPr lang="fr-FR" sz="2800" dirty="0" err="1"/>
              <a:t>commonly</a:t>
            </a:r>
            <a:r>
              <a:rPr lang="fr-FR" sz="2800" dirty="0"/>
              <a:t> </a:t>
            </a:r>
            <a:r>
              <a:rPr lang="fr-FR" sz="2800" dirty="0" err="1"/>
              <a:t>found</a:t>
            </a:r>
            <a:r>
              <a:rPr lang="fr-FR" sz="2800" dirty="0"/>
              <a:t> on Windows </a:t>
            </a:r>
            <a:r>
              <a:rPr lang="fr-FR" sz="2800" dirty="0" err="1" smtClean="0"/>
              <a:t>systems</a:t>
            </a:r>
            <a:endParaRPr lang="fr-FR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3200" b="1" dirty="0" smtClean="0"/>
              <a:t>File </a:t>
            </a:r>
            <a:r>
              <a:rPr lang="fr-FR" sz="3200" b="1" dirty="0"/>
              <a:t>server / file sharing </a:t>
            </a:r>
            <a:endParaRPr lang="fr-FR" sz="3200" b="1" dirty="0" smtClean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800" dirty="0" err="1" smtClean="0"/>
              <a:t>Makes</a:t>
            </a:r>
            <a:r>
              <a:rPr lang="fr-FR" sz="2800" dirty="0" smtClean="0"/>
              <a:t> </a:t>
            </a:r>
            <a:r>
              <a:rPr lang="fr-FR" sz="2800" dirty="0"/>
              <a:t>use of Server Message Block (SMB) or Common Internet File System (CIFS) </a:t>
            </a:r>
            <a:r>
              <a:rPr lang="fr-FR" sz="2800" dirty="0" err="1"/>
              <a:t>systems</a:t>
            </a:r>
            <a:r>
              <a:rPr lang="fr-FR" sz="2800" dirty="0"/>
              <a:t>, or Network File System (NFS)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1216384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678892" y="762730"/>
            <a:ext cx="5293283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386514" y="235035"/>
            <a:ext cx="5595936" cy="18384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752478" y="780921"/>
            <a:ext cx="4219697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Recent Security Issues </a:t>
            </a:r>
          </a:p>
        </p:txBody>
      </p:sp>
      <p:sp>
        <p:nvSpPr>
          <p:cNvPr id="5" name="Organigramme : Connecteur 4"/>
          <p:cNvSpPr/>
          <p:nvPr/>
        </p:nvSpPr>
        <p:spPr>
          <a:xfrm>
            <a:off x="80204" y="418885"/>
            <a:ext cx="1721464" cy="1356083"/>
          </a:xfrm>
          <a:prstGeom prst="flowChartConnector">
            <a:avLst/>
          </a:prstGeom>
          <a:solidFill>
            <a:schemeClr val="accent2"/>
          </a:solidFill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Chapter</a:t>
            </a:r>
            <a:r>
              <a:rPr lang="fr-FR" sz="2400" b="1" dirty="0" smtClean="0"/>
              <a:t>  01</a:t>
            </a:r>
            <a:endParaRPr lang="fr-FR" sz="2400" b="1" dirty="0"/>
          </a:p>
        </p:txBody>
      </p:sp>
      <p:sp>
        <p:nvSpPr>
          <p:cNvPr id="4" name="ZoneTexte 3"/>
          <p:cNvSpPr txBox="1"/>
          <p:nvPr/>
        </p:nvSpPr>
        <p:spPr>
          <a:xfrm>
            <a:off x="343718" y="1914316"/>
            <a:ext cx="11540369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 smtClean="0"/>
              <a:t>Vulnerabilities</a:t>
            </a:r>
            <a:r>
              <a:rPr lang="en-US" sz="3200" dirty="0" smtClean="0"/>
              <a:t>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Addition </a:t>
            </a:r>
            <a:r>
              <a:rPr lang="en-US" sz="2800" dirty="0"/>
              <a:t>of more functions to a system increases complexity </a:t>
            </a:r>
            <a:endParaRPr lang="en-US" sz="2800" dirty="0" smtClean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Increased </a:t>
            </a:r>
            <a:r>
              <a:rPr lang="en-US" sz="2800" dirty="0"/>
              <a:t>complexity results in more potential for unforeseen problems </a:t>
            </a:r>
            <a:endParaRPr lang="en-US" sz="2800" dirty="0" smtClean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Testing </a:t>
            </a:r>
            <a:r>
              <a:rPr lang="en-US" sz="2800" dirty="0"/>
              <a:t>is essential but cannot account for all user behaviors </a:t>
            </a:r>
            <a:endParaRPr lang="en-US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 smtClean="0"/>
              <a:t>Increased </a:t>
            </a:r>
            <a:r>
              <a:rPr lang="en-US" sz="3200" b="1" dirty="0"/>
              <a:t>prevalence of notification laws</a:t>
            </a:r>
            <a:r>
              <a:rPr lang="en-US" sz="3200" dirty="0"/>
              <a:t> </a:t>
            </a:r>
            <a:endParaRPr lang="en-US" sz="3200" dirty="0" smtClean="0"/>
          </a:p>
          <a:p>
            <a:pPr marL="914400" indent="-450850">
              <a:buFont typeface="Arial" panose="020B0604020202020204" pitchFamily="34" charset="0"/>
              <a:buChar char="•"/>
            </a:pPr>
            <a:r>
              <a:rPr lang="en-US" sz="2800" dirty="0" smtClean="0"/>
              <a:t>Businesses </a:t>
            </a:r>
            <a:r>
              <a:rPr lang="en-US" sz="2800" dirty="0"/>
              <a:t>must notify customers of a </a:t>
            </a:r>
            <a:r>
              <a:rPr lang="en-US" sz="2800" dirty="0" smtClean="0"/>
              <a:t>breach</a:t>
            </a:r>
          </a:p>
          <a:p>
            <a:pPr marL="914400" indent="-450850">
              <a:buFont typeface="Arial" panose="020B0604020202020204" pitchFamily="34" charset="0"/>
              <a:buChar char="•"/>
            </a:pPr>
            <a:r>
              <a:rPr lang="en-US" sz="2800" dirty="0" smtClean="0"/>
              <a:t>Customers </a:t>
            </a:r>
            <a:r>
              <a:rPr lang="en-US" sz="2800" dirty="0"/>
              <a:t>have the right to know when their personal information is at risk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897848696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678892" y="762730"/>
            <a:ext cx="5121833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286500" y="235035"/>
            <a:ext cx="5695949" cy="18384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752478" y="780921"/>
            <a:ext cx="3776785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Recent Security Issues </a:t>
            </a:r>
          </a:p>
        </p:txBody>
      </p:sp>
      <p:sp>
        <p:nvSpPr>
          <p:cNvPr id="5" name="Organigramme : Connecteur 4"/>
          <p:cNvSpPr/>
          <p:nvPr/>
        </p:nvSpPr>
        <p:spPr>
          <a:xfrm>
            <a:off x="80204" y="418885"/>
            <a:ext cx="1721464" cy="1356083"/>
          </a:xfrm>
          <a:prstGeom prst="flowChartConnector">
            <a:avLst/>
          </a:prstGeom>
          <a:solidFill>
            <a:schemeClr val="accent2"/>
          </a:solidFill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Chapter</a:t>
            </a:r>
            <a:r>
              <a:rPr lang="fr-FR" sz="2400" b="1" dirty="0" smtClean="0"/>
              <a:t>  01</a:t>
            </a:r>
            <a:endParaRPr lang="fr-FR" sz="2400" b="1" dirty="0"/>
          </a:p>
        </p:txBody>
      </p:sp>
      <p:sp>
        <p:nvSpPr>
          <p:cNvPr id="4" name="ZoneTexte 3"/>
          <p:cNvSpPr txBox="1"/>
          <p:nvPr/>
        </p:nvSpPr>
        <p:spPr>
          <a:xfrm>
            <a:off x="343718" y="1914316"/>
            <a:ext cx="11540369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 smtClean="0"/>
              <a:t>Hacker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Someone </a:t>
            </a:r>
            <a:r>
              <a:rPr lang="en-US" sz="3200" dirty="0"/>
              <a:t>who shows great technical skills and creativity in completing specific </a:t>
            </a:r>
            <a:r>
              <a:rPr lang="en-US" sz="3200" dirty="0" smtClean="0"/>
              <a:t>tasks.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May </a:t>
            </a:r>
            <a:r>
              <a:rPr lang="en-US" sz="3200" dirty="0"/>
              <a:t>or may not be a </a:t>
            </a:r>
            <a:r>
              <a:rPr lang="en-US" sz="3200" dirty="0" smtClean="0"/>
              <a:t>criminal.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 smtClean="0"/>
              <a:t>Black-hat </a:t>
            </a:r>
            <a:r>
              <a:rPr lang="en-US" sz="3200" b="1" dirty="0"/>
              <a:t>hacker </a:t>
            </a:r>
            <a:endParaRPr lang="en-US" sz="3200" b="1" dirty="0" smtClean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Someone </a:t>
            </a:r>
            <a:r>
              <a:rPr lang="en-US" sz="3200" dirty="0"/>
              <a:t>who performs attacks against victims for malicious </a:t>
            </a:r>
            <a:r>
              <a:rPr lang="en-US" sz="3200" dirty="0" smtClean="0"/>
              <a:t>purposes.</a:t>
            </a:r>
            <a:endParaRPr lang="en-US" sz="3200" dirty="0"/>
          </a:p>
          <a:p>
            <a:r>
              <a:rPr lang="en-US" sz="3200" dirty="0"/>
              <a:t/>
            </a:r>
            <a:br>
              <a:rPr lang="en-US" sz="3200" dirty="0"/>
            </a:b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522913789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678892" y="762730"/>
            <a:ext cx="5007533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415088" y="235036"/>
            <a:ext cx="5567361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752478" y="780921"/>
            <a:ext cx="4033960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Recent Security Issues </a:t>
            </a:r>
          </a:p>
        </p:txBody>
      </p:sp>
      <p:sp>
        <p:nvSpPr>
          <p:cNvPr id="5" name="Organigramme : Connecteur 4"/>
          <p:cNvSpPr/>
          <p:nvPr/>
        </p:nvSpPr>
        <p:spPr>
          <a:xfrm>
            <a:off x="80204" y="418885"/>
            <a:ext cx="1721464" cy="1356083"/>
          </a:xfrm>
          <a:prstGeom prst="flowChartConnector">
            <a:avLst/>
          </a:prstGeom>
          <a:solidFill>
            <a:schemeClr val="accent2"/>
          </a:solidFill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Chapter</a:t>
            </a:r>
            <a:r>
              <a:rPr lang="fr-FR" sz="2400" b="1" dirty="0" smtClean="0"/>
              <a:t>  01</a:t>
            </a:r>
            <a:endParaRPr lang="fr-FR" sz="2400" b="1" dirty="0"/>
          </a:p>
        </p:txBody>
      </p:sp>
      <p:sp>
        <p:nvSpPr>
          <p:cNvPr id="4" name="ZoneTexte 3"/>
          <p:cNvSpPr txBox="1"/>
          <p:nvPr/>
        </p:nvSpPr>
        <p:spPr>
          <a:xfrm>
            <a:off x="343718" y="1914316"/>
            <a:ext cx="1154036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3200" b="1" dirty="0" smtClean="0"/>
              <a:t>White-</a:t>
            </a:r>
            <a:r>
              <a:rPr lang="fr-FR" sz="3200" b="1" dirty="0" err="1" smtClean="0"/>
              <a:t>hat</a:t>
            </a:r>
            <a:r>
              <a:rPr lang="fr-FR" sz="3200" b="1" dirty="0" smtClean="0"/>
              <a:t> </a:t>
            </a:r>
            <a:r>
              <a:rPr lang="fr-FR" sz="3200" b="1" dirty="0"/>
              <a:t>hacker </a:t>
            </a:r>
            <a:endParaRPr lang="fr-FR" sz="3200" b="1" dirty="0" smtClean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3200" dirty="0" smtClean="0"/>
              <a:t>May </a:t>
            </a:r>
            <a:r>
              <a:rPr lang="fr-FR" sz="3200" dirty="0"/>
              <a:t>use </a:t>
            </a:r>
            <a:r>
              <a:rPr lang="fr-FR" sz="3200" dirty="0" err="1"/>
              <a:t>some</a:t>
            </a:r>
            <a:r>
              <a:rPr lang="fr-FR" sz="3200" dirty="0"/>
              <a:t> of the </a:t>
            </a:r>
            <a:r>
              <a:rPr lang="fr-FR" sz="3200" dirty="0" err="1"/>
              <a:t>same</a:t>
            </a:r>
            <a:r>
              <a:rPr lang="fr-FR" sz="3200" dirty="0"/>
              <a:t> techniques as a black-</a:t>
            </a:r>
            <a:r>
              <a:rPr lang="fr-FR" sz="3200" dirty="0" err="1"/>
              <a:t>hat</a:t>
            </a:r>
            <a:r>
              <a:rPr lang="fr-FR" sz="3200" dirty="0"/>
              <a:t> hacker but </a:t>
            </a:r>
            <a:r>
              <a:rPr lang="fr-FR" sz="3200" dirty="0" err="1"/>
              <a:t>is</a:t>
            </a:r>
            <a:r>
              <a:rPr lang="fr-FR" sz="3200" dirty="0"/>
              <a:t> a good </a:t>
            </a:r>
            <a:r>
              <a:rPr lang="fr-FR" sz="3200" dirty="0" err="1"/>
              <a:t>guy</a:t>
            </a:r>
            <a:r>
              <a:rPr lang="fr-FR" sz="3200" dirty="0"/>
              <a:t> </a:t>
            </a:r>
            <a:endParaRPr lang="fr-FR" sz="32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3200" b="1" dirty="0" smtClean="0"/>
              <a:t>Gray-</a:t>
            </a:r>
            <a:r>
              <a:rPr lang="fr-FR" sz="3200" b="1" dirty="0" err="1" smtClean="0"/>
              <a:t>hat</a:t>
            </a:r>
            <a:r>
              <a:rPr lang="fr-FR" sz="3200" b="1" dirty="0" smtClean="0"/>
              <a:t> </a:t>
            </a:r>
            <a:r>
              <a:rPr lang="fr-FR" sz="3200" b="1" dirty="0"/>
              <a:t>hacker </a:t>
            </a:r>
            <a:endParaRPr lang="fr-FR" sz="3200" b="1" dirty="0" smtClean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3200" dirty="0" err="1" smtClean="0"/>
              <a:t>Performs</a:t>
            </a:r>
            <a:r>
              <a:rPr lang="fr-FR" sz="3200" dirty="0" smtClean="0"/>
              <a:t> </a:t>
            </a:r>
            <a:r>
              <a:rPr lang="fr-FR" sz="3200" dirty="0"/>
              <a:t>a range of actions </a:t>
            </a:r>
            <a:r>
              <a:rPr lang="fr-FR" sz="3200" dirty="0" err="1"/>
              <a:t>that</a:t>
            </a:r>
            <a:r>
              <a:rPr lang="fr-FR" sz="3200" dirty="0"/>
              <a:t> a white-</a:t>
            </a:r>
            <a:r>
              <a:rPr lang="fr-FR" sz="3200" dirty="0" err="1"/>
              <a:t>hat</a:t>
            </a:r>
            <a:r>
              <a:rPr lang="fr-FR" sz="3200" dirty="0"/>
              <a:t> hacker </a:t>
            </a:r>
            <a:r>
              <a:rPr lang="fr-FR" sz="3200" dirty="0" err="1"/>
              <a:t>will</a:t>
            </a:r>
            <a:r>
              <a:rPr lang="fr-FR" sz="3200" dirty="0"/>
              <a:t> not </a:t>
            </a:r>
            <a:r>
              <a:rPr lang="fr-FR" sz="3200" dirty="0" err="1"/>
              <a:t>undertake</a:t>
            </a:r>
            <a:r>
              <a:rPr lang="fr-FR" sz="3200" dirty="0"/>
              <a:t>; </a:t>
            </a:r>
            <a:r>
              <a:rPr lang="fr-FR" sz="3200" dirty="0" err="1"/>
              <a:t>somewhere</a:t>
            </a:r>
            <a:r>
              <a:rPr lang="fr-FR" sz="3200" dirty="0"/>
              <a:t> in </a:t>
            </a:r>
            <a:r>
              <a:rPr lang="fr-FR" sz="3200" dirty="0" err="1"/>
              <a:t>between</a:t>
            </a:r>
            <a:r>
              <a:rPr lang="fr-FR" sz="3200" dirty="0"/>
              <a:t> a white-</a:t>
            </a:r>
            <a:r>
              <a:rPr lang="fr-FR" sz="3200" dirty="0" err="1"/>
              <a:t>hat</a:t>
            </a:r>
            <a:r>
              <a:rPr lang="fr-FR" sz="3200" dirty="0"/>
              <a:t> hacker and a </a:t>
            </a:r>
            <a:r>
              <a:rPr lang="fr-FR" sz="3200" dirty="0" smtClean="0"/>
              <a:t>black-</a:t>
            </a:r>
            <a:r>
              <a:rPr lang="fr-FR" sz="3200" dirty="0" err="1" smtClean="0"/>
              <a:t>hat</a:t>
            </a:r>
            <a:r>
              <a:rPr lang="fr-FR" sz="3200" dirty="0" smtClean="0"/>
              <a:t> </a:t>
            </a:r>
            <a:r>
              <a:rPr lang="fr-FR" sz="3200" dirty="0"/>
              <a:t>hacker</a:t>
            </a:r>
            <a:r>
              <a:rPr lang="en-US" sz="3200" dirty="0"/>
              <a:t/>
            </a:r>
            <a:br>
              <a:rPr lang="en-US" sz="3200" dirty="0"/>
            </a:b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515624986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678892" y="762730"/>
            <a:ext cx="5050396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329364" y="235035"/>
            <a:ext cx="5653086" cy="18384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752478" y="780921"/>
            <a:ext cx="3805360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Recent Security Issues </a:t>
            </a:r>
          </a:p>
        </p:txBody>
      </p:sp>
      <p:sp>
        <p:nvSpPr>
          <p:cNvPr id="5" name="Organigramme : Connecteur 4"/>
          <p:cNvSpPr/>
          <p:nvPr/>
        </p:nvSpPr>
        <p:spPr>
          <a:xfrm>
            <a:off x="80204" y="418885"/>
            <a:ext cx="1721464" cy="1356083"/>
          </a:xfrm>
          <a:prstGeom prst="flowChartConnector">
            <a:avLst/>
          </a:prstGeom>
          <a:solidFill>
            <a:schemeClr val="accent2"/>
          </a:solidFill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Chapter</a:t>
            </a:r>
            <a:r>
              <a:rPr lang="fr-FR" sz="2400" b="1" dirty="0" smtClean="0"/>
              <a:t>  01</a:t>
            </a:r>
            <a:endParaRPr lang="fr-FR" sz="2400" b="1" dirty="0"/>
          </a:p>
        </p:txBody>
      </p:sp>
      <p:sp>
        <p:nvSpPr>
          <p:cNvPr id="4" name="ZoneTexte 3"/>
          <p:cNvSpPr txBox="1"/>
          <p:nvPr/>
        </p:nvSpPr>
        <p:spPr>
          <a:xfrm>
            <a:off x="315883" y="1867863"/>
            <a:ext cx="11540369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Internet is filled with professional organizations and their skilled employees, running businesses that exist to steal information, extort money, or perform other illegal actions. </a:t>
            </a:r>
            <a:endParaRPr lang="en-US" sz="32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They </a:t>
            </a:r>
            <a:r>
              <a:rPr lang="en-US" sz="3200" dirty="0"/>
              <a:t>may be related to the military for different countries sometimes called nation-states. </a:t>
            </a:r>
            <a:endParaRPr lang="en-US" sz="32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Some </a:t>
            </a:r>
            <a:r>
              <a:rPr lang="en-US" sz="3200" dirty="0"/>
              <a:t>attackers look for information, such as intellectual property, that could be sold. They also might engage in corporate espionage or inter-country </a:t>
            </a:r>
            <a:r>
              <a:rPr lang="en-US" sz="3200" dirty="0" smtClean="0"/>
              <a:t>espionage.</a:t>
            </a:r>
            <a:r>
              <a:rPr lang="en-US" sz="3200" dirty="0"/>
              <a:t/>
            </a:r>
            <a:br>
              <a:rPr lang="en-US" sz="3200" dirty="0"/>
            </a:b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511086310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678892" y="762730"/>
            <a:ext cx="4936096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400800" y="235036"/>
            <a:ext cx="5581650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752478" y="780921"/>
            <a:ext cx="3562472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Recent Security Issues </a:t>
            </a:r>
          </a:p>
        </p:txBody>
      </p:sp>
      <p:sp>
        <p:nvSpPr>
          <p:cNvPr id="5" name="Organigramme : Connecteur 4"/>
          <p:cNvSpPr/>
          <p:nvPr/>
        </p:nvSpPr>
        <p:spPr>
          <a:xfrm>
            <a:off x="80204" y="418885"/>
            <a:ext cx="1721464" cy="1356083"/>
          </a:xfrm>
          <a:prstGeom prst="flowChartConnector">
            <a:avLst/>
          </a:prstGeom>
          <a:solidFill>
            <a:schemeClr val="accent2"/>
          </a:solidFill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Chapter</a:t>
            </a:r>
            <a:r>
              <a:rPr lang="fr-FR" sz="2400" b="1" dirty="0" smtClean="0"/>
              <a:t>  01</a:t>
            </a:r>
            <a:endParaRPr lang="fr-FR" sz="2400" b="1" dirty="0"/>
          </a:p>
        </p:txBody>
      </p:sp>
      <p:sp>
        <p:nvSpPr>
          <p:cNvPr id="4" name="ZoneTexte 3"/>
          <p:cNvSpPr txBox="1"/>
          <p:nvPr/>
        </p:nvSpPr>
        <p:spPr>
          <a:xfrm>
            <a:off x="315883" y="1867863"/>
            <a:ext cx="1154036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A </a:t>
            </a:r>
            <a:r>
              <a:rPr lang="en-US" sz="3200" dirty="0"/>
              <a:t>malware attack may be launched to get more zombie hosts for a botnet. </a:t>
            </a:r>
            <a:endParaRPr lang="en-US" sz="3200" dirty="0" smtClean="0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This </a:t>
            </a:r>
            <a:r>
              <a:rPr lang="en-US" sz="3200" dirty="0"/>
              <a:t>is also an attack for financial gain because the zombies may be running web server software as a front to an illegal storefront for, say, pharmaceuticals. </a:t>
            </a:r>
            <a:endParaRPr lang="en-US" sz="3200" dirty="0" smtClean="0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botnet may also be rented to an attacker for political or financial gain,.</a:t>
            </a:r>
            <a:br>
              <a:rPr lang="en-US" sz="3200" dirty="0"/>
            </a:b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40465702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678892" y="762730"/>
            <a:ext cx="3193021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300788" y="235036"/>
            <a:ext cx="5681661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752478" y="780921"/>
            <a:ext cx="2548060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Summary</a:t>
            </a:r>
            <a:endParaRPr lang="en-US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Organigramme : Connecteur 4"/>
          <p:cNvSpPr/>
          <p:nvPr/>
        </p:nvSpPr>
        <p:spPr>
          <a:xfrm>
            <a:off x="80204" y="418885"/>
            <a:ext cx="1721464" cy="1356083"/>
          </a:xfrm>
          <a:prstGeom prst="flowChartConnector">
            <a:avLst/>
          </a:prstGeom>
          <a:solidFill>
            <a:schemeClr val="accent2"/>
          </a:solidFill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Chapter</a:t>
            </a:r>
            <a:r>
              <a:rPr lang="fr-FR" sz="2400" b="1" dirty="0" smtClean="0"/>
              <a:t>  01</a:t>
            </a:r>
            <a:endParaRPr lang="fr-FR" sz="2400" b="1" dirty="0"/>
          </a:p>
        </p:txBody>
      </p:sp>
      <p:sp>
        <p:nvSpPr>
          <p:cNvPr id="4" name="ZoneTexte 3"/>
          <p:cNvSpPr txBox="1"/>
          <p:nvPr/>
        </p:nvSpPr>
        <p:spPr>
          <a:xfrm>
            <a:off x="1476038" y="1663173"/>
            <a:ext cx="10506411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 smtClean="0"/>
              <a:t>Who </a:t>
            </a:r>
            <a:r>
              <a:rPr lang="en-US" sz="2800" dirty="0"/>
              <a:t>are the </a:t>
            </a:r>
            <a:r>
              <a:rPr lang="en-US" sz="2800" dirty="0" smtClean="0"/>
              <a:t>attackers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 smtClean="0"/>
              <a:t> </a:t>
            </a:r>
            <a:r>
              <a:rPr lang="en-US" sz="2800" dirty="0"/>
              <a:t>What are the </a:t>
            </a:r>
            <a:r>
              <a:rPr lang="en-US" sz="2800" dirty="0" smtClean="0"/>
              <a:t>vulnerabilities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 smtClean="0"/>
              <a:t> </a:t>
            </a:r>
            <a:r>
              <a:rPr lang="en-US" sz="2800" dirty="0"/>
              <a:t>Security features in </a:t>
            </a:r>
            <a:r>
              <a:rPr lang="en-US" sz="2800" dirty="0" smtClean="0"/>
              <a:t>Operating </a:t>
            </a:r>
            <a:r>
              <a:rPr lang="en-US" sz="2800" dirty="0"/>
              <a:t>System </a:t>
            </a:r>
            <a:endParaRPr lang="en-US" sz="2800" dirty="0" smtClean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 smtClean="0"/>
              <a:t>Operating Systems </a:t>
            </a:r>
            <a:r>
              <a:rPr lang="en-US" sz="2800" dirty="0"/>
              <a:t>Hardening </a:t>
            </a:r>
            <a:endParaRPr lang="en-US" sz="2800" dirty="0" smtClean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 smtClean="0"/>
              <a:t>Security </a:t>
            </a:r>
            <a:r>
              <a:rPr lang="en-US" sz="2800" dirty="0"/>
              <a:t>Maintenance </a:t>
            </a:r>
            <a:endParaRPr lang="en-US" sz="2800" dirty="0" smtClean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 smtClean="0"/>
              <a:t>The </a:t>
            </a:r>
            <a:r>
              <a:rPr lang="en-US" sz="2800" dirty="0"/>
              <a:t>origins of </a:t>
            </a:r>
            <a:r>
              <a:rPr lang="en-US" sz="2800" dirty="0" smtClean="0"/>
              <a:t>Linux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 smtClean="0"/>
              <a:t>Open-source </a:t>
            </a:r>
            <a:r>
              <a:rPr lang="en-US" sz="2800" dirty="0"/>
              <a:t>software security considerations </a:t>
            </a:r>
            <a:endParaRPr lang="en-US" sz="2800" dirty="0" smtClean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 smtClean="0"/>
              <a:t>The </a:t>
            </a:r>
            <a:r>
              <a:rPr lang="en-US" sz="2800" dirty="0"/>
              <a:t>confidentiality, integrity, and availability (C-l-A) triad </a:t>
            </a:r>
            <a:endParaRPr lang="en-US" sz="2800" dirty="0" smtClean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 smtClean="0"/>
              <a:t>Linux </a:t>
            </a:r>
            <a:r>
              <a:rPr lang="en-US" sz="2800" dirty="0"/>
              <a:t>distributions </a:t>
            </a:r>
            <a:endParaRPr lang="en-US" sz="2800" dirty="0" smtClean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 smtClean="0"/>
              <a:t>Linux </a:t>
            </a:r>
            <a:r>
              <a:rPr lang="en-US" sz="2800" dirty="0"/>
              <a:t>security and security </a:t>
            </a:r>
            <a:r>
              <a:rPr lang="en-US" sz="2800" dirty="0" smtClean="0"/>
              <a:t>threats</a:t>
            </a:r>
            <a:r>
              <a:rPr lang="en-US" sz="3200" dirty="0"/>
              <a:t/>
            </a:r>
            <a:br>
              <a:rPr lang="en-US" sz="3200" dirty="0"/>
            </a:b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6605619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678892" y="762730"/>
            <a:ext cx="3850246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4796175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272214" y="235034"/>
            <a:ext cx="5710236" cy="129921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752478" y="780921"/>
            <a:ext cx="7810236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 smtClean="0">
                <a:solidFill>
                  <a:schemeClr val="bg1"/>
                </a:solidFill>
              </a:rPr>
              <a:t> </a:t>
            </a:r>
            <a:r>
              <a: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</a:t>
            </a:r>
          </a:p>
        </p:txBody>
      </p:sp>
      <p:sp>
        <p:nvSpPr>
          <p:cNvPr id="5" name="Organigramme : Connecteur 4"/>
          <p:cNvSpPr/>
          <p:nvPr/>
        </p:nvSpPr>
        <p:spPr>
          <a:xfrm>
            <a:off x="80204" y="418885"/>
            <a:ext cx="1721464" cy="1356083"/>
          </a:xfrm>
          <a:prstGeom prst="flowChartConnector">
            <a:avLst/>
          </a:prstGeom>
          <a:solidFill>
            <a:schemeClr val="accent2"/>
          </a:solidFill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Chapter</a:t>
            </a:r>
            <a:r>
              <a:rPr lang="fr-FR" sz="2400" b="1" dirty="0" smtClean="0"/>
              <a:t>  01</a:t>
            </a:r>
            <a:endParaRPr lang="fr-FR" sz="2400" b="1" dirty="0"/>
          </a:p>
        </p:txBody>
      </p:sp>
      <p:sp>
        <p:nvSpPr>
          <p:cNvPr id="4" name="ZoneTexte 3"/>
          <p:cNvSpPr txBox="1"/>
          <p:nvPr/>
        </p:nvSpPr>
        <p:spPr>
          <a:xfrm>
            <a:off x="1476038" y="1382573"/>
            <a:ext cx="1154036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 smtClean="0"/>
              <a:t>In </a:t>
            </a:r>
            <a:r>
              <a:rPr lang="en-US" sz="2800" b="1" dirty="0"/>
              <a:t>Previous Lecture</a:t>
            </a:r>
            <a:r>
              <a:rPr lang="en-US" sz="2800" dirty="0"/>
              <a:t> you learned</a:t>
            </a:r>
            <a:r>
              <a:rPr lang="en-US" sz="2800" dirty="0" smtClean="0"/>
              <a:t>: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 smtClean="0"/>
              <a:t>Who </a:t>
            </a:r>
            <a:r>
              <a:rPr lang="en-US" sz="2800" dirty="0"/>
              <a:t>are the </a:t>
            </a:r>
            <a:r>
              <a:rPr lang="en-US" sz="2800" dirty="0" smtClean="0"/>
              <a:t>attackers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 smtClean="0"/>
              <a:t> </a:t>
            </a:r>
            <a:r>
              <a:rPr lang="en-US" sz="2800" dirty="0"/>
              <a:t>What are the </a:t>
            </a:r>
            <a:r>
              <a:rPr lang="en-US" sz="2800" dirty="0" smtClean="0"/>
              <a:t>vulnerabilities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 smtClean="0"/>
              <a:t> </a:t>
            </a:r>
            <a:r>
              <a:rPr lang="en-US" sz="2800" dirty="0"/>
              <a:t>Security features in </a:t>
            </a:r>
            <a:r>
              <a:rPr lang="en-US" sz="2800" dirty="0" smtClean="0"/>
              <a:t>Operating </a:t>
            </a:r>
            <a:r>
              <a:rPr lang="en-US" sz="2800" dirty="0"/>
              <a:t>System </a:t>
            </a:r>
            <a:endParaRPr lang="en-US" sz="2800" dirty="0" smtClean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 smtClean="0"/>
              <a:t>Operating Systems </a:t>
            </a:r>
            <a:r>
              <a:rPr lang="en-US" sz="2800" dirty="0"/>
              <a:t>Hardening </a:t>
            </a:r>
            <a:endParaRPr lang="en-US" sz="2800" dirty="0" smtClean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 smtClean="0"/>
              <a:t>Security </a:t>
            </a:r>
            <a:r>
              <a:rPr lang="en-US" sz="2800" dirty="0"/>
              <a:t>Maintenance </a:t>
            </a:r>
            <a:endParaRPr lang="en-US" sz="2800" dirty="0" smtClean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 smtClean="0"/>
              <a:t>The </a:t>
            </a:r>
            <a:r>
              <a:rPr lang="en-US" sz="2800" dirty="0"/>
              <a:t>origins of Linux </a:t>
            </a:r>
            <a:endParaRPr lang="en-US" sz="2800" dirty="0" smtClean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 smtClean="0"/>
              <a:t>Open-source </a:t>
            </a:r>
            <a:r>
              <a:rPr lang="en-US" sz="2800" dirty="0"/>
              <a:t>software security considerations </a:t>
            </a:r>
            <a:endParaRPr lang="en-US" sz="2800" dirty="0" smtClean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 smtClean="0"/>
              <a:t>The </a:t>
            </a:r>
            <a:r>
              <a:rPr lang="en-US" sz="2800" dirty="0"/>
              <a:t>confidentiality, integrity, and availability (C-l-A) triad </a:t>
            </a:r>
            <a:endParaRPr lang="en-US" sz="2800" dirty="0" smtClean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 smtClean="0"/>
              <a:t>Linux </a:t>
            </a:r>
            <a:r>
              <a:rPr lang="en-US" sz="2800" dirty="0"/>
              <a:t>distributions </a:t>
            </a:r>
            <a:endParaRPr lang="en-US" sz="2800" dirty="0" smtClean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 smtClean="0"/>
              <a:t>Linux </a:t>
            </a:r>
            <a:r>
              <a:rPr lang="en-US" sz="2800" dirty="0"/>
              <a:t>security and security </a:t>
            </a:r>
            <a:r>
              <a:rPr lang="en-US" sz="2800" dirty="0" smtClean="0"/>
              <a:t>threats</a:t>
            </a:r>
            <a:r>
              <a:rPr lang="en-US" sz="3200" dirty="0"/>
              <a:t/>
            </a:r>
            <a:br>
              <a:rPr lang="en-US" sz="3200" dirty="0"/>
            </a:b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70214692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20061</TotalTime>
  <Words>2668</Words>
  <Application>Microsoft Office PowerPoint</Application>
  <PresentationFormat>Grand écran</PresentationFormat>
  <Paragraphs>387</Paragraphs>
  <Slides>42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42</vt:i4>
      </vt:variant>
    </vt:vector>
  </HeadingPairs>
  <TitlesOfParts>
    <vt:vector size="48" baseType="lpstr">
      <vt:lpstr>Arial</vt:lpstr>
      <vt:lpstr>Calibri</vt:lpstr>
      <vt:lpstr>Constantia</vt:lpstr>
      <vt:lpstr>Courier New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BOSS_ BABY</dc:creator>
  <cp:lastModifiedBy>lenovo</cp:lastModifiedBy>
  <cp:revision>1369</cp:revision>
  <dcterms:created xsi:type="dcterms:W3CDTF">2023-07-12T07:13:02Z</dcterms:created>
  <dcterms:modified xsi:type="dcterms:W3CDTF">2026-04-25T22:31:43Z</dcterms:modified>
</cp:coreProperties>
</file>