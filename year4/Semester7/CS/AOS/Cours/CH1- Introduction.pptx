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03" r:id="rId2"/>
    <p:sldId id="276" r:id="rId3"/>
    <p:sldId id="277" r:id="rId4"/>
    <p:sldId id="283" r:id="rId5"/>
    <p:sldId id="499" r:id="rId6"/>
    <p:sldId id="308" r:id="rId7"/>
    <p:sldId id="311" r:id="rId8"/>
    <p:sldId id="314" r:id="rId9"/>
    <p:sldId id="315" r:id="rId10"/>
    <p:sldId id="317" r:id="rId11"/>
    <p:sldId id="316" r:id="rId12"/>
    <p:sldId id="318" r:id="rId13"/>
    <p:sldId id="319" r:id="rId14"/>
    <p:sldId id="321" r:id="rId15"/>
    <p:sldId id="505" r:id="rId16"/>
    <p:sldId id="522" r:id="rId17"/>
    <p:sldId id="501" r:id="rId18"/>
    <p:sldId id="512" r:id="rId19"/>
    <p:sldId id="513" r:id="rId20"/>
    <p:sldId id="514" r:id="rId21"/>
    <p:sldId id="515" r:id="rId22"/>
    <p:sldId id="516" r:id="rId23"/>
    <p:sldId id="517" r:id="rId24"/>
    <p:sldId id="518" r:id="rId25"/>
    <p:sldId id="519" r:id="rId26"/>
    <p:sldId id="520" r:id="rId27"/>
    <p:sldId id="521" r:id="rId28"/>
    <p:sldId id="506" r:id="rId29"/>
    <p:sldId id="507" r:id="rId30"/>
    <p:sldId id="508" r:id="rId31"/>
    <p:sldId id="523" r:id="rId32"/>
    <p:sldId id="524" r:id="rId33"/>
    <p:sldId id="525" r:id="rId34"/>
    <p:sldId id="526" r:id="rId35"/>
    <p:sldId id="527" r:id="rId36"/>
    <p:sldId id="528" r:id="rId37"/>
    <p:sldId id="529" r:id="rId38"/>
    <p:sldId id="530" r:id="rId39"/>
    <p:sldId id="548" r:id="rId40"/>
    <p:sldId id="531" r:id="rId41"/>
    <p:sldId id="532" r:id="rId42"/>
    <p:sldId id="533" r:id="rId43"/>
    <p:sldId id="534" r:id="rId44"/>
    <p:sldId id="535" r:id="rId45"/>
    <p:sldId id="536" r:id="rId46"/>
    <p:sldId id="538" r:id="rId47"/>
    <p:sldId id="539" r:id="rId48"/>
    <p:sldId id="540" r:id="rId49"/>
    <p:sldId id="541" r:id="rId50"/>
    <p:sldId id="542" r:id="rId51"/>
    <p:sldId id="543" r:id="rId52"/>
    <p:sldId id="544" r:id="rId53"/>
    <p:sldId id="545" r:id="rId54"/>
    <p:sldId id="546" r:id="rId55"/>
    <p:sldId id="547" r:id="rId56"/>
    <p:sldId id="567" r:id="rId57"/>
    <p:sldId id="559" r:id="rId58"/>
    <p:sldId id="560" r:id="rId59"/>
    <p:sldId id="561" r:id="rId60"/>
    <p:sldId id="562" r:id="rId61"/>
    <p:sldId id="564" r:id="rId62"/>
    <p:sldId id="563" r:id="rId63"/>
    <p:sldId id="565" r:id="rId64"/>
    <p:sldId id="566" r:id="rId65"/>
    <p:sldId id="568" r:id="rId66"/>
    <p:sldId id="569" r:id="rId67"/>
    <p:sldId id="549" r:id="rId68"/>
    <p:sldId id="550" r:id="rId69"/>
    <p:sldId id="551" r:id="rId70"/>
    <p:sldId id="553" r:id="rId71"/>
    <p:sldId id="571" r:id="rId72"/>
    <p:sldId id="554" r:id="rId73"/>
    <p:sldId id="552" r:id="rId74"/>
    <p:sldId id="555" r:id="rId75"/>
    <p:sldId id="557" r:id="rId76"/>
    <p:sldId id="572" r:id="rId77"/>
    <p:sldId id="556" r:id="rId78"/>
    <p:sldId id="558" r:id="rId79"/>
    <p:sldId id="502" r:id="rId80"/>
    <p:sldId id="510" r:id="rId81"/>
    <p:sldId id="573" r:id="rId82"/>
    <p:sldId id="575" r:id="rId83"/>
    <p:sldId id="576" r:id="rId84"/>
  </p:sldIdLst>
  <p:sldSz cx="12192000" cy="6858000"/>
  <p:notesSz cx="6858000" cy="9144000"/>
  <p:defaultTextStyle>
    <a:defPPr>
      <a:defRPr lang="f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3296" autoAdjust="0"/>
  </p:normalViewPr>
  <p:slideViewPr>
    <p:cSldViewPr snapToGrid="0">
      <p:cViewPr>
        <p:scale>
          <a:sx n="66" d="100"/>
          <a:sy n="66" d="100"/>
        </p:scale>
        <p:origin x="678"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DZ"/>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1778B9-5BFE-41C2-90C5-CE7CD25544CA}" type="datetimeFigureOut">
              <a:rPr lang="fr-DZ" smtClean="0"/>
              <a:t>12/31/2025</a:t>
            </a:fld>
            <a:endParaRPr lang="fr-DZ"/>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DZ"/>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DZ"/>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BD1995-F4ED-401C-823F-83A5E9D4A1BA}" type="slidenum">
              <a:rPr lang="fr-DZ" smtClean="0"/>
              <a:t>‹#›</a:t>
            </a:fld>
            <a:endParaRPr lang="fr-DZ"/>
          </a:p>
        </p:txBody>
      </p:sp>
    </p:spTree>
    <p:extLst>
      <p:ext uri="{BB962C8B-B14F-4D97-AF65-F5344CB8AC3E}">
        <p14:creationId xmlns:p14="http://schemas.microsoft.com/office/powerpoint/2010/main" val="909978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DZ" dirty="0"/>
          </a:p>
        </p:txBody>
      </p:sp>
      <p:sp>
        <p:nvSpPr>
          <p:cNvPr id="4" name="Slide Number Placeholder 3"/>
          <p:cNvSpPr>
            <a:spLocks noGrp="1"/>
          </p:cNvSpPr>
          <p:nvPr>
            <p:ph type="sldNum" sz="quarter" idx="5"/>
          </p:nvPr>
        </p:nvSpPr>
        <p:spPr/>
        <p:txBody>
          <a:bodyPr/>
          <a:lstStyle/>
          <a:p>
            <a:fld id="{F8BD1995-F4ED-401C-823F-83A5E9D4A1BA}" type="slidenum">
              <a:rPr lang="fr-DZ" smtClean="0"/>
              <a:t>76</a:t>
            </a:fld>
            <a:endParaRPr lang="fr-DZ"/>
          </a:p>
        </p:txBody>
      </p:sp>
    </p:spTree>
    <p:extLst>
      <p:ext uri="{BB962C8B-B14F-4D97-AF65-F5344CB8AC3E}">
        <p14:creationId xmlns:p14="http://schemas.microsoft.com/office/powerpoint/2010/main" val="4288342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DZ" dirty="0"/>
          </a:p>
        </p:txBody>
      </p:sp>
      <p:sp>
        <p:nvSpPr>
          <p:cNvPr id="4" name="Slide Number Placeholder 3"/>
          <p:cNvSpPr>
            <a:spLocks noGrp="1"/>
          </p:cNvSpPr>
          <p:nvPr>
            <p:ph type="sldNum" sz="quarter" idx="5"/>
          </p:nvPr>
        </p:nvSpPr>
        <p:spPr/>
        <p:txBody>
          <a:bodyPr/>
          <a:lstStyle/>
          <a:p>
            <a:fld id="{F8BD1995-F4ED-401C-823F-83A5E9D4A1BA}" type="slidenum">
              <a:rPr lang="fr-DZ" smtClean="0"/>
              <a:t>77</a:t>
            </a:fld>
            <a:endParaRPr lang="fr-DZ"/>
          </a:p>
        </p:txBody>
      </p:sp>
    </p:spTree>
    <p:extLst>
      <p:ext uri="{BB962C8B-B14F-4D97-AF65-F5344CB8AC3E}">
        <p14:creationId xmlns:p14="http://schemas.microsoft.com/office/powerpoint/2010/main" val="2439045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EBD4C6-5AFF-40C3-80EE-D329F017E9D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DZ"/>
          </a:p>
        </p:txBody>
      </p:sp>
      <p:sp>
        <p:nvSpPr>
          <p:cNvPr id="3" name="Sous-titre 2">
            <a:extLst>
              <a:ext uri="{FF2B5EF4-FFF2-40B4-BE49-F238E27FC236}">
                <a16:creationId xmlns:a16="http://schemas.microsoft.com/office/drawing/2014/main" id="{AC544F63-BE2D-4E65-BB37-8B7991CC0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DZ"/>
          </a:p>
        </p:txBody>
      </p:sp>
      <p:sp>
        <p:nvSpPr>
          <p:cNvPr id="4" name="Espace réservé de la date 3">
            <a:extLst>
              <a:ext uri="{FF2B5EF4-FFF2-40B4-BE49-F238E27FC236}">
                <a16:creationId xmlns:a16="http://schemas.microsoft.com/office/drawing/2014/main" id="{1298D677-E69E-478F-B691-F8E6ABFC0665}"/>
              </a:ext>
            </a:extLst>
          </p:cNvPr>
          <p:cNvSpPr>
            <a:spLocks noGrp="1"/>
          </p:cNvSpPr>
          <p:nvPr>
            <p:ph type="dt" sz="half" idx="10"/>
          </p:nvPr>
        </p:nvSpPr>
        <p:spPr/>
        <p:txBody>
          <a:bodyPr/>
          <a:lstStyle/>
          <a:p>
            <a:fld id="{5FAAD7F5-8F65-4E5E-963F-E5FAEFB7DDEF}" type="datetime1">
              <a:rPr lang="fr-DZ" smtClean="0"/>
              <a:t>12/31/2025</a:t>
            </a:fld>
            <a:endParaRPr lang="fr-DZ"/>
          </a:p>
        </p:txBody>
      </p:sp>
      <p:sp>
        <p:nvSpPr>
          <p:cNvPr id="5" name="Espace réservé du pied de page 4">
            <a:extLst>
              <a:ext uri="{FF2B5EF4-FFF2-40B4-BE49-F238E27FC236}">
                <a16:creationId xmlns:a16="http://schemas.microsoft.com/office/drawing/2014/main" id="{F7F3C427-60B4-42F2-B2E0-D93A5EAD58AF}"/>
              </a:ext>
            </a:extLst>
          </p:cNvPr>
          <p:cNvSpPr>
            <a:spLocks noGrp="1"/>
          </p:cNvSpPr>
          <p:nvPr>
            <p:ph type="ftr" sz="quarter" idx="11"/>
          </p:nvPr>
        </p:nvSpPr>
        <p:spPr/>
        <p:txBody>
          <a:bodyPr/>
          <a:lstStyle/>
          <a:p>
            <a:endParaRPr lang="fr-DZ"/>
          </a:p>
        </p:txBody>
      </p:sp>
      <p:sp>
        <p:nvSpPr>
          <p:cNvPr id="6" name="Espace réservé du numéro de diapositive 5">
            <a:extLst>
              <a:ext uri="{FF2B5EF4-FFF2-40B4-BE49-F238E27FC236}">
                <a16:creationId xmlns:a16="http://schemas.microsoft.com/office/drawing/2014/main" id="{342C2B69-7858-4A56-9BEE-A3965F20AA36}"/>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4291585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90F771-AA89-4CC3-971F-A368EB264884}"/>
              </a:ext>
            </a:extLst>
          </p:cNvPr>
          <p:cNvSpPr>
            <a:spLocks noGrp="1"/>
          </p:cNvSpPr>
          <p:nvPr>
            <p:ph type="title"/>
          </p:nvPr>
        </p:nvSpPr>
        <p:spPr/>
        <p:txBody>
          <a:bodyPr/>
          <a:lstStyle/>
          <a:p>
            <a:r>
              <a:rPr lang="fr-FR"/>
              <a:t>Modifiez le style du titre</a:t>
            </a:r>
            <a:endParaRPr lang="fr-DZ"/>
          </a:p>
        </p:txBody>
      </p:sp>
      <p:sp>
        <p:nvSpPr>
          <p:cNvPr id="3" name="Espace réservé du contenu 2">
            <a:extLst>
              <a:ext uri="{FF2B5EF4-FFF2-40B4-BE49-F238E27FC236}">
                <a16:creationId xmlns:a16="http://schemas.microsoft.com/office/drawing/2014/main" id="{BF3A5EE6-6590-43CB-99E9-7295727E9BF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e la date 3">
            <a:extLst>
              <a:ext uri="{FF2B5EF4-FFF2-40B4-BE49-F238E27FC236}">
                <a16:creationId xmlns:a16="http://schemas.microsoft.com/office/drawing/2014/main" id="{339FC437-0471-48E5-9B2B-4457FAAC2BE7}"/>
              </a:ext>
            </a:extLst>
          </p:cNvPr>
          <p:cNvSpPr>
            <a:spLocks noGrp="1"/>
          </p:cNvSpPr>
          <p:nvPr>
            <p:ph type="dt" sz="half" idx="10"/>
          </p:nvPr>
        </p:nvSpPr>
        <p:spPr/>
        <p:txBody>
          <a:bodyPr/>
          <a:lstStyle/>
          <a:p>
            <a:fld id="{45B0E3BD-7AE8-49F4-9062-3853DDFC304F}" type="datetime1">
              <a:rPr lang="fr-DZ" smtClean="0"/>
              <a:t>12/31/2025</a:t>
            </a:fld>
            <a:endParaRPr lang="fr-DZ"/>
          </a:p>
        </p:txBody>
      </p:sp>
      <p:sp>
        <p:nvSpPr>
          <p:cNvPr id="5" name="Espace réservé du pied de page 4">
            <a:extLst>
              <a:ext uri="{FF2B5EF4-FFF2-40B4-BE49-F238E27FC236}">
                <a16:creationId xmlns:a16="http://schemas.microsoft.com/office/drawing/2014/main" id="{C82D1F7F-18EB-4E60-8AAF-9DFB7CDC434D}"/>
              </a:ext>
            </a:extLst>
          </p:cNvPr>
          <p:cNvSpPr>
            <a:spLocks noGrp="1"/>
          </p:cNvSpPr>
          <p:nvPr>
            <p:ph type="ftr" sz="quarter" idx="11"/>
          </p:nvPr>
        </p:nvSpPr>
        <p:spPr/>
        <p:txBody>
          <a:bodyPr/>
          <a:lstStyle/>
          <a:p>
            <a:endParaRPr lang="fr-DZ"/>
          </a:p>
        </p:txBody>
      </p:sp>
      <p:sp>
        <p:nvSpPr>
          <p:cNvPr id="6" name="Espace réservé du numéro de diapositive 5">
            <a:extLst>
              <a:ext uri="{FF2B5EF4-FFF2-40B4-BE49-F238E27FC236}">
                <a16:creationId xmlns:a16="http://schemas.microsoft.com/office/drawing/2014/main" id="{499F1748-505E-42F6-A268-12D89AC2DAC9}"/>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25190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A8E3AC-4213-40D2-9646-C70F51D7E36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DZ"/>
          </a:p>
        </p:txBody>
      </p:sp>
      <p:sp>
        <p:nvSpPr>
          <p:cNvPr id="3" name="Espace réservé du texte 2">
            <a:extLst>
              <a:ext uri="{FF2B5EF4-FFF2-40B4-BE49-F238E27FC236}">
                <a16:creationId xmlns:a16="http://schemas.microsoft.com/office/drawing/2014/main" id="{99C05945-1270-410F-9FB0-3BC37B3706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DF4ADD9-56C6-44A1-B06D-9D63284AEFAF}"/>
              </a:ext>
            </a:extLst>
          </p:cNvPr>
          <p:cNvSpPr>
            <a:spLocks noGrp="1"/>
          </p:cNvSpPr>
          <p:nvPr>
            <p:ph type="dt" sz="half" idx="10"/>
          </p:nvPr>
        </p:nvSpPr>
        <p:spPr/>
        <p:txBody>
          <a:bodyPr/>
          <a:lstStyle/>
          <a:p>
            <a:fld id="{A4E67292-057A-4B03-8023-C27B131B64FC}" type="datetime1">
              <a:rPr lang="fr-DZ" smtClean="0"/>
              <a:t>12/31/2025</a:t>
            </a:fld>
            <a:endParaRPr lang="fr-DZ"/>
          </a:p>
        </p:txBody>
      </p:sp>
      <p:sp>
        <p:nvSpPr>
          <p:cNvPr id="5" name="Espace réservé du pied de page 4">
            <a:extLst>
              <a:ext uri="{FF2B5EF4-FFF2-40B4-BE49-F238E27FC236}">
                <a16:creationId xmlns:a16="http://schemas.microsoft.com/office/drawing/2014/main" id="{2DB8D55D-D51B-4816-97BB-3B41BCE5FB73}"/>
              </a:ext>
            </a:extLst>
          </p:cNvPr>
          <p:cNvSpPr>
            <a:spLocks noGrp="1"/>
          </p:cNvSpPr>
          <p:nvPr>
            <p:ph type="ftr" sz="quarter" idx="11"/>
          </p:nvPr>
        </p:nvSpPr>
        <p:spPr/>
        <p:txBody>
          <a:bodyPr/>
          <a:lstStyle/>
          <a:p>
            <a:endParaRPr lang="fr-DZ"/>
          </a:p>
        </p:txBody>
      </p:sp>
      <p:sp>
        <p:nvSpPr>
          <p:cNvPr id="6" name="Espace réservé du numéro de diapositive 5">
            <a:extLst>
              <a:ext uri="{FF2B5EF4-FFF2-40B4-BE49-F238E27FC236}">
                <a16:creationId xmlns:a16="http://schemas.microsoft.com/office/drawing/2014/main" id="{5C3FAFC1-B6E3-420A-BD64-EEBF52AC764F}"/>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255862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589DD-796E-4F47-B625-EAF941272922}"/>
              </a:ext>
            </a:extLst>
          </p:cNvPr>
          <p:cNvSpPr>
            <a:spLocks noGrp="1"/>
          </p:cNvSpPr>
          <p:nvPr>
            <p:ph type="title"/>
          </p:nvPr>
        </p:nvSpPr>
        <p:spPr/>
        <p:txBody>
          <a:bodyPr/>
          <a:lstStyle/>
          <a:p>
            <a:r>
              <a:rPr lang="fr-FR"/>
              <a:t>Modifiez le style du titre</a:t>
            </a:r>
            <a:endParaRPr lang="fr-DZ"/>
          </a:p>
        </p:txBody>
      </p:sp>
      <p:sp>
        <p:nvSpPr>
          <p:cNvPr id="3" name="Espace réservé du contenu 2">
            <a:extLst>
              <a:ext uri="{FF2B5EF4-FFF2-40B4-BE49-F238E27FC236}">
                <a16:creationId xmlns:a16="http://schemas.microsoft.com/office/drawing/2014/main" id="{A4784EFE-42D8-4BF4-BD2C-297F19A4F3D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u contenu 3">
            <a:extLst>
              <a:ext uri="{FF2B5EF4-FFF2-40B4-BE49-F238E27FC236}">
                <a16:creationId xmlns:a16="http://schemas.microsoft.com/office/drawing/2014/main" id="{E519DEA4-F9D3-4B11-BE00-491008AAC96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5" name="Espace réservé de la date 4">
            <a:extLst>
              <a:ext uri="{FF2B5EF4-FFF2-40B4-BE49-F238E27FC236}">
                <a16:creationId xmlns:a16="http://schemas.microsoft.com/office/drawing/2014/main" id="{CECCCCED-6499-44FB-BDC9-3681F009C14D}"/>
              </a:ext>
            </a:extLst>
          </p:cNvPr>
          <p:cNvSpPr>
            <a:spLocks noGrp="1"/>
          </p:cNvSpPr>
          <p:nvPr>
            <p:ph type="dt" sz="half" idx="10"/>
          </p:nvPr>
        </p:nvSpPr>
        <p:spPr/>
        <p:txBody>
          <a:bodyPr/>
          <a:lstStyle/>
          <a:p>
            <a:fld id="{18A8CDF9-5B8F-4726-A0F7-CF03BB6BC060}" type="datetime1">
              <a:rPr lang="fr-DZ" smtClean="0"/>
              <a:t>12/31/2025</a:t>
            </a:fld>
            <a:endParaRPr lang="fr-DZ"/>
          </a:p>
        </p:txBody>
      </p:sp>
      <p:sp>
        <p:nvSpPr>
          <p:cNvPr id="6" name="Espace réservé du pied de page 5">
            <a:extLst>
              <a:ext uri="{FF2B5EF4-FFF2-40B4-BE49-F238E27FC236}">
                <a16:creationId xmlns:a16="http://schemas.microsoft.com/office/drawing/2014/main" id="{47319468-BF2D-4120-B5CC-A460BDCBAFD9}"/>
              </a:ext>
            </a:extLst>
          </p:cNvPr>
          <p:cNvSpPr>
            <a:spLocks noGrp="1"/>
          </p:cNvSpPr>
          <p:nvPr>
            <p:ph type="ftr" sz="quarter" idx="11"/>
          </p:nvPr>
        </p:nvSpPr>
        <p:spPr/>
        <p:txBody>
          <a:bodyPr/>
          <a:lstStyle/>
          <a:p>
            <a:endParaRPr lang="fr-DZ"/>
          </a:p>
        </p:txBody>
      </p:sp>
      <p:sp>
        <p:nvSpPr>
          <p:cNvPr id="7" name="Espace réservé du numéro de diapositive 6">
            <a:extLst>
              <a:ext uri="{FF2B5EF4-FFF2-40B4-BE49-F238E27FC236}">
                <a16:creationId xmlns:a16="http://schemas.microsoft.com/office/drawing/2014/main" id="{C12B3566-BD17-4F06-B873-BA0F5A65F3D7}"/>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594324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BAB22-F438-49AB-A811-15A6C409F908}"/>
              </a:ext>
            </a:extLst>
          </p:cNvPr>
          <p:cNvSpPr>
            <a:spLocks noGrp="1"/>
          </p:cNvSpPr>
          <p:nvPr>
            <p:ph type="title"/>
          </p:nvPr>
        </p:nvSpPr>
        <p:spPr>
          <a:xfrm>
            <a:off x="839788" y="365125"/>
            <a:ext cx="10515600" cy="1325563"/>
          </a:xfrm>
        </p:spPr>
        <p:txBody>
          <a:bodyPr/>
          <a:lstStyle/>
          <a:p>
            <a:r>
              <a:rPr lang="fr-FR"/>
              <a:t>Modifiez le style du titre</a:t>
            </a:r>
            <a:endParaRPr lang="fr-DZ"/>
          </a:p>
        </p:txBody>
      </p:sp>
      <p:sp>
        <p:nvSpPr>
          <p:cNvPr id="3" name="Espace réservé du texte 2">
            <a:extLst>
              <a:ext uri="{FF2B5EF4-FFF2-40B4-BE49-F238E27FC236}">
                <a16:creationId xmlns:a16="http://schemas.microsoft.com/office/drawing/2014/main" id="{164DFEDD-C3A1-4548-BFAD-A5BA71B474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D92E12A-67AF-4C01-AF48-D751967D2D6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5" name="Espace réservé du texte 4">
            <a:extLst>
              <a:ext uri="{FF2B5EF4-FFF2-40B4-BE49-F238E27FC236}">
                <a16:creationId xmlns:a16="http://schemas.microsoft.com/office/drawing/2014/main" id="{7A0E444E-79E1-4C9C-AA97-E5AD75AAE8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ECCFE9C-CEEE-4E76-A0AF-3D4CADFAD20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7" name="Espace réservé de la date 6">
            <a:extLst>
              <a:ext uri="{FF2B5EF4-FFF2-40B4-BE49-F238E27FC236}">
                <a16:creationId xmlns:a16="http://schemas.microsoft.com/office/drawing/2014/main" id="{B57B1E80-65CD-4891-82ED-604D8977EB98}"/>
              </a:ext>
            </a:extLst>
          </p:cNvPr>
          <p:cNvSpPr>
            <a:spLocks noGrp="1"/>
          </p:cNvSpPr>
          <p:nvPr>
            <p:ph type="dt" sz="half" idx="10"/>
          </p:nvPr>
        </p:nvSpPr>
        <p:spPr/>
        <p:txBody>
          <a:bodyPr/>
          <a:lstStyle/>
          <a:p>
            <a:fld id="{395890F3-2B0B-4035-9FD3-35670859FDB1}" type="datetime1">
              <a:rPr lang="fr-DZ" smtClean="0"/>
              <a:t>12/31/2025</a:t>
            </a:fld>
            <a:endParaRPr lang="fr-DZ"/>
          </a:p>
        </p:txBody>
      </p:sp>
      <p:sp>
        <p:nvSpPr>
          <p:cNvPr id="8" name="Espace réservé du pied de page 7">
            <a:extLst>
              <a:ext uri="{FF2B5EF4-FFF2-40B4-BE49-F238E27FC236}">
                <a16:creationId xmlns:a16="http://schemas.microsoft.com/office/drawing/2014/main" id="{688AA22A-2855-4262-83D0-50ED1BAA0480}"/>
              </a:ext>
            </a:extLst>
          </p:cNvPr>
          <p:cNvSpPr>
            <a:spLocks noGrp="1"/>
          </p:cNvSpPr>
          <p:nvPr>
            <p:ph type="ftr" sz="quarter" idx="11"/>
          </p:nvPr>
        </p:nvSpPr>
        <p:spPr/>
        <p:txBody>
          <a:bodyPr/>
          <a:lstStyle/>
          <a:p>
            <a:endParaRPr lang="fr-DZ"/>
          </a:p>
        </p:txBody>
      </p:sp>
      <p:sp>
        <p:nvSpPr>
          <p:cNvPr id="9" name="Espace réservé du numéro de diapositive 8">
            <a:extLst>
              <a:ext uri="{FF2B5EF4-FFF2-40B4-BE49-F238E27FC236}">
                <a16:creationId xmlns:a16="http://schemas.microsoft.com/office/drawing/2014/main" id="{323CC1C7-FD7B-49F0-82C3-5554BC0A1F7A}"/>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309231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541597-7C3E-4287-BAD5-8D5DBE2A7663}"/>
              </a:ext>
            </a:extLst>
          </p:cNvPr>
          <p:cNvSpPr>
            <a:spLocks noGrp="1"/>
          </p:cNvSpPr>
          <p:nvPr>
            <p:ph type="title"/>
          </p:nvPr>
        </p:nvSpPr>
        <p:spPr/>
        <p:txBody>
          <a:bodyPr/>
          <a:lstStyle/>
          <a:p>
            <a:r>
              <a:rPr lang="fr-FR"/>
              <a:t>Modifiez le style du titre</a:t>
            </a:r>
            <a:endParaRPr lang="fr-DZ"/>
          </a:p>
        </p:txBody>
      </p:sp>
      <p:sp>
        <p:nvSpPr>
          <p:cNvPr id="3" name="Espace réservé de la date 2">
            <a:extLst>
              <a:ext uri="{FF2B5EF4-FFF2-40B4-BE49-F238E27FC236}">
                <a16:creationId xmlns:a16="http://schemas.microsoft.com/office/drawing/2014/main" id="{471D2F49-A315-46AD-9D3D-09EC79961627}"/>
              </a:ext>
            </a:extLst>
          </p:cNvPr>
          <p:cNvSpPr>
            <a:spLocks noGrp="1"/>
          </p:cNvSpPr>
          <p:nvPr>
            <p:ph type="dt" sz="half" idx="10"/>
          </p:nvPr>
        </p:nvSpPr>
        <p:spPr/>
        <p:txBody>
          <a:bodyPr/>
          <a:lstStyle/>
          <a:p>
            <a:fld id="{D43D2FCB-C5FF-45A9-A461-33B865C96E3E}" type="datetime1">
              <a:rPr lang="fr-DZ" smtClean="0"/>
              <a:t>12/31/2025</a:t>
            </a:fld>
            <a:endParaRPr lang="fr-DZ"/>
          </a:p>
        </p:txBody>
      </p:sp>
      <p:sp>
        <p:nvSpPr>
          <p:cNvPr id="4" name="Espace réservé du pied de page 3">
            <a:extLst>
              <a:ext uri="{FF2B5EF4-FFF2-40B4-BE49-F238E27FC236}">
                <a16:creationId xmlns:a16="http://schemas.microsoft.com/office/drawing/2014/main" id="{F3A8EF92-F7EE-4FFE-84FB-446D9479E87D}"/>
              </a:ext>
            </a:extLst>
          </p:cNvPr>
          <p:cNvSpPr>
            <a:spLocks noGrp="1"/>
          </p:cNvSpPr>
          <p:nvPr>
            <p:ph type="ftr" sz="quarter" idx="11"/>
          </p:nvPr>
        </p:nvSpPr>
        <p:spPr/>
        <p:txBody>
          <a:bodyPr/>
          <a:lstStyle/>
          <a:p>
            <a:endParaRPr lang="fr-DZ"/>
          </a:p>
        </p:txBody>
      </p:sp>
      <p:sp>
        <p:nvSpPr>
          <p:cNvPr id="5" name="Espace réservé du numéro de diapositive 4">
            <a:extLst>
              <a:ext uri="{FF2B5EF4-FFF2-40B4-BE49-F238E27FC236}">
                <a16:creationId xmlns:a16="http://schemas.microsoft.com/office/drawing/2014/main" id="{53E7A718-107D-426C-8154-35646F18B687}"/>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13244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85C10AB-E09A-4CCB-8BA0-B1A8208F6C90}"/>
              </a:ext>
            </a:extLst>
          </p:cNvPr>
          <p:cNvSpPr>
            <a:spLocks noGrp="1"/>
          </p:cNvSpPr>
          <p:nvPr>
            <p:ph type="dt" sz="half" idx="10"/>
          </p:nvPr>
        </p:nvSpPr>
        <p:spPr/>
        <p:txBody>
          <a:bodyPr/>
          <a:lstStyle/>
          <a:p>
            <a:fld id="{77D4B897-C3ED-4FAA-A35D-04430F90577F}" type="datetime1">
              <a:rPr lang="fr-DZ" smtClean="0"/>
              <a:t>12/31/2025</a:t>
            </a:fld>
            <a:endParaRPr lang="fr-DZ"/>
          </a:p>
        </p:txBody>
      </p:sp>
      <p:sp>
        <p:nvSpPr>
          <p:cNvPr id="3" name="Espace réservé du pied de page 2">
            <a:extLst>
              <a:ext uri="{FF2B5EF4-FFF2-40B4-BE49-F238E27FC236}">
                <a16:creationId xmlns:a16="http://schemas.microsoft.com/office/drawing/2014/main" id="{A03105A8-BC36-40A9-AD8D-41148E4063CC}"/>
              </a:ext>
            </a:extLst>
          </p:cNvPr>
          <p:cNvSpPr>
            <a:spLocks noGrp="1"/>
          </p:cNvSpPr>
          <p:nvPr>
            <p:ph type="ftr" sz="quarter" idx="11"/>
          </p:nvPr>
        </p:nvSpPr>
        <p:spPr/>
        <p:txBody>
          <a:bodyPr/>
          <a:lstStyle/>
          <a:p>
            <a:endParaRPr lang="fr-DZ"/>
          </a:p>
        </p:txBody>
      </p:sp>
      <p:sp>
        <p:nvSpPr>
          <p:cNvPr id="4" name="Espace réservé du numéro de diapositive 3">
            <a:extLst>
              <a:ext uri="{FF2B5EF4-FFF2-40B4-BE49-F238E27FC236}">
                <a16:creationId xmlns:a16="http://schemas.microsoft.com/office/drawing/2014/main" id="{7C9C0DC3-0CD7-4C5F-8BBE-C566ABF8F7CA}"/>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326965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3EEB88-7A06-4059-9D2B-5D41F3E2672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DZ"/>
          </a:p>
        </p:txBody>
      </p:sp>
      <p:sp>
        <p:nvSpPr>
          <p:cNvPr id="3" name="Espace réservé du contenu 2">
            <a:extLst>
              <a:ext uri="{FF2B5EF4-FFF2-40B4-BE49-F238E27FC236}">
                <a16:creationId xmlns:a16="http://schemas.microsoft.com/office/drawing/2014/main" id="{3D6BC05D-B407-4256-87B8-7E3811191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u texte 3">
            <a:extLst>
              <a:ext uri="{FF2B5EF4-FFF2-40B4-BE49-F238E27FC236}">
                <a16:creationId xmlns:a16="http://schemas.microsoft.com/office/drawing/2014/main" id="{A833E26B-27E1-4F0D-9E1D-4189DF8E6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911C8FC-9BD3-486F-BE6C-A585C846E487}"/>
              </a:ext>
            </a:extLst>
          </p:cNvPr>
          <p:cNvSpPr>
            <a:spLocks noGrp="1"/>
          </p:cNvSpPr>
          <p:nvPr>
            <p:ph type="dt" sz="half" idx="10"/>
          </p:nvPr>
        </p:nvSpPr>
        <p:spPr/>
        <p:txBody>
          <a:bodyPr/>
          <a:lstStyle/>
          <a:p>
            <a:fld id="{A220E37B-1B21-4157-82F2-78B2C4484EDB}" type="datetime1">
              <a:rPr lang="fr-DZ" smtClean="0"/>
              <a:t>12/31/2025</a:t>
            </a:fld>
            <a:endParaRPr lang="fr-DZ"/>
          </a:p>
        </p:txBody>
      </p:sp>
      <p:sp>
        <p:nvSpPr>
          <p:cNvPr id="6" name="Espace réservé du pied de page 5">
            <a:extLst>
              <a:ext uri="{FF2B5EF4-FFF2-40B4-BE49-F238E27FC236}">
                <a16:creationId xmlns:a16="http://schemas.microsoft.com/office/drawing/2014/main" id="{B45CE1FD-ABD9-42D7-A4C6-2FEA47A1DC94}"/>
              </a:ext>
            </a:extLst>
          </p:cNvPr>
          <p:cNvSpPr>
            <a:spLocks noGrp="1"/>
          </p:cNvSpPr>
          <p:nvPr>
            <p:ph type="ftr" sz="quarter" idx="11"/>
          </p:nvPr>
        </p:nvSpPr>
        <p:spPr/>
        <p:txBody>
          <a:bodyPr/>
          <a:lstStyle/>
          <a:p>
            <a:endParaRPr lang="fr-DZ"/>
          </a:p>
        </p:txBody>
      </p:sp>
      <p:sp>
        <p:nvSpPr>
          <p:cNvPr id="7" name="Espace réservé du numéro de diapositive 6">
            <a:extLst>
              <a:ext uri="{FF2B5EF4-FFF2-40B4-BE49-F238E27FC236}">
                <a16:creationId xmlns:a16="http://schemas.microsoft.com/office/drawing/2014/main" id="{D142F1DB-B79C-4B9C-B1CB-946B258A7D05}"/>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415164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3047EC-C742-46CD-9F0D-F3CF75D97B7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DZ"/>
          </a:p>
        </p:txBody>
      </p:sp>
      <p:sp>
        <p:nvSpPr>
          <p:cNvPr id="3" name="Espace réservé pour une image  2">
            <a:extLst>
              <a:ext uri="{FF2B5EF4-FFF2-40B4-BE49-F238E27FC236}">
                <a16:creationId xmlns:a16="http://schemas.microsoft.com/office/drawing/2014/main" id="{9F3CC6F0-6A69-47A9-AFDC-9F1E322648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DZ"/>
          </a:p>
        </p:txBody>
      </p:sp>
      <p:sp>
        <p:nvSpPr>
          <p:cNvPr id="4" name="Espace réservé du texte 3">
            <a:extLst>
              <a:ext uri="{FF2B5EF4-FFF2-40B4-BE49-F238E27FC236}">
                <a16:creationId xmlns:a16="http://schemas.microsoft.com/office/drawing/2014/main" id="{04D07ED3-7531-489F-A5F2-8B93E2172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EADCF43-ED78-4C25-A7B4-E75B72B00972}"/>
              </a:ext>
            </a:extLst>
          </p:cNvPr>
          <p:cNvSpPr>
            <a:spLocks noGrp="1"/>
          </p:cNvSpPr>
          <p:nvPr>
            <p:ph type="dt" sz="half" idx="10"/>
          </p:nvPr>
        </p:nvSpPr>
        <p:spPr/>
        <p:txBody>
          <a:bodyPr/>
          <a:lstStyle/>
          <a:p>
            <a:fld id="{DC10C570-86CE-444A-89A6-6A74A701A712}" type="datetime1">
              <a:rPr lang="fr-DZ" smtClean="0"/>
              <a:t>12/31/2025</a:t>
            </a:fld>
            <a:endParaRPr lang="fr-DZ"/>
          </a:p>
        </p:txBody>
      </p:sp>
      <p:sp>
        <p:nvSpPr>
          <p:cNvPr id="6" name="Espace réservé du pied de page 5">
            <a:extLst>
              <a:ext uri="{FF2B5EF4-FFF2-40B4-BE49-F238E27FC236}">
                <a16:creationId xmlns:a16="http://schemas.microsoft.com/office/drawing/2014/main" id="{58817A21-C1A9-4E8F-AF0B-F0ED61265D68}"/>
              </a:ext>
            </a:extLst>
          </p:cNvPr>
          <p:cNvSpPr>
            <a:spLocks noGrp="1"/>
          </p:cNvSpPr>
          <p:nvPr>
            <p:ph type="ftr" sz="quarter" idx="11"/>
          </p:nvPr>
        </p:nvSpPr>
        <p:spPr/>
        <p:txBody>
          <a:bodyPr/>
          <a:lstStyle/>
          <a:p>
            <a:endParaRPr lang="fr-DZ"/>
          </a:p>
        </p:txBody>
      </p:sp>
      <p:sp>
        <p:nvSpPr>
          <p:cNvPr id="7" name="Espace réservé du numéro de diapositive 6">
            <a:extLst>
              <a:ext uri="{FF2B5EF4-FFF2-40B4-BE49-F238E27FC236}">
                <a16:creationId xmlns:a16="http://schemas.microsoft.com/office/drawing/2014/main" id="{16031BCB-A6BE-4AF8-A8E7-4E8E8CEF19D8}"/>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894287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966E89-151B-4021-BD1D-BDD7B4DC7FCF}"/>
              </a:ext>
            </a:extLst>
          </p:cNvPr>
          <p:cNvSpPr>
            <a:spLocks noGrp="1"/>
          </p:cNvSpPr>
          <p:nvPr>
            <p:ph type="title"/>
          </p:nvPr>
        </p:nvSpPr>
        <p:spPr/>
        <p:txBody>
          <a:bodyPr/>
          <a:lstStyle/>
          <a:p>
            <a:r>
              <a:rPr lang="fr-FR"/>
              <a:t>Modifiez le style du titre</a:t>
            </a:r>
            <a:endParaRPr lang="fr-DZ"/>
          </a:p>
        </p:txBody>
      </p:sp>
      <p:sp>
        <p:nvSpPr>
          <p:cNvPr id="3" name="Espace réservé du texte vertical 2">
            <a:extLst>
              <a:ext uri="{FF2B5EF4-FFF2-40B4-BE49-F238E27FC236}">
                <a16:creationId xmlns:a16="http://schemas.microsoft.com/office/drawing/2014/main" id="{8216A830-25A1-4D83-A108-02D8D7AC677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e la date 3">
            <a:extLst>
              <a:ext uri="{FF2B5EF4-FFF2-40B4-BE49-F238E27FC236}">
                <a16:creationId xmlns:a16="http://schemas.microsoft.com/office/drawing/2014/main" id="{D582C50C-C3CC-4F01-84A5-436E87DED2D6}"/>
              </a:ext>
            </a:extLst>
          </p:cNvPr>
          <p:cNvSpPr>
            <a:spLocks noGrp="1"/>
          </p:cNvSpPr>
          <p:nvPr>
            <p:ph type="dt" sz="half" idx="10"/>
          </p:nvPr>
        </p:nvSpPr>
        <p:spPr/>
        <p:txBody>
          <a:bodyPr/>
          <a:lstStyle/>
          <a:p>
            <a:fld id="{08D0A000-836B-4600-8C5C-CBD8CA863162}" type="datetime1">
              <a:rPr lang="fr-DZ" smtClean="0"/>
              <a:t>12/31/2025</a:t>
            </a:fld>
            <a:endParaRPr lang="fr-DZ"/>
          </a:p>
        </p:txBody>
      </p:sp>
      <p:sp>
        <p:nvSpPr>
          <p:cNvPr id="5" name="Espace réservé du pied de page 4">
            <a:extLst>
              <a:ext uri="{FF2B5EF4-FFF2-40B4-BE49-F238E27FC236}">
                <a16:creationId xmlns:a16="http://schemas.microsoft.com/office/drawing/2014/main" id="{B440161F-7D81-4FC0-A46D-674F940BDB58}"/>
              </a:ext>
            </a:extLst>
          </p:cNvPr>
          <p:cNvSpPr>
            <a:spLocks noGrp="1"/>
          </p:cNvSpPr>
          <p:nvPr>
            <p:ph type="ftr" sz="quarter" idx="11"/>
          </p:nvPr>
        </p:nvSpPr>
        <p:spPr/>
        <p:txBody>
          <a:bodyPr/>
          <a:lstStyle/>
          <a:p>
            <a:endParaRPr lang="fr-DZ"/>
          </a:p>
        </p:txBody>
      </p:sp>
      <p:sp>
        <p:nvSpPr>
          <p:cNvPr id="6" name="Espace réservé du numéro de diapositive 5">
            <a:extLst>
              <a:ext uri="{FF2B5EF4-FFF2-40B4-BE49-F238E27FC236}">
                <a16:creationId xmlns:a16="http://schemas.microsoft.com/office/drawing/2014/main" id="{4B543D7C-9ED2-4189-B638-6A4C6FC966D3}"/>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1066609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F02E7E2-6891-4268-80C4-75BF030D69D2}"/>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DZ"/>
          </a:p>
        </p:txBody>
      </p:sp>
      <p:sp>
        <p:nvSpPr>
          <p:cNvPr id="3" name="Espace réservé du texte vertical 2">
            <a:extLst>
              <a:ext uri="{FF2B5EF4-FFF2-40B4-BE49-F238E27FC236}">
                <a16:creationId xmlns:a16="http://schemas.microsoft.com/office/drawing/2014/main" id="{17534FEA-B69F-42DC-A892-9ED68596C76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e la date 3">
            <a:extLst>
              <a:ext uri="{FF2B5EF4-FFF2-40B4-BE49-F238E27FC236}">
                <a16:creationId xmlns:a16="http://schemas.microsoft.com/office/drawing/2014/main" id="{7718CB7A-7ACF-4485-B193-0984522D4F69}"/>
              </a:ext>
            </a:extLst>
          </p:cNvPr>
          <p:cNvSpPr>
            <a:spLocks noGrp="1"/>
          </p:cNvSpPr>
          <p:nvPr>
            <p:ph type="dt" sz="half" idx="10"/>
          </p:nvPr>
        </p:nvSpPr>
        <p:spPr/>
        <p:txBody>
          <a:bodyPr/>
          <a:lstStyle/>
          <a:p>
            <a:fld id="{2CED3469-7CC9-488C-9F3E-A0064A45D173}" type="datetime1">
              <a:rPr lang="fr-DZ" smtClean="0"/>
              <a:t>12/31/2025</a:t>
            </a:fld>
            <a:endParaRPr lang="fr-DZ"/>
          </a:p>
        </p:txBody>
      </p:sp>
      <p:sp>
        <p:nvSpPr>
          <p:cNvPr id="5" name="Espace réservé du pied de page 4">
            <a:extLst>
              <a:ext uri="{FF2B5EF4-FFF2-40B4-BE49-F238E27FC236}">
                <a16:creationId xmlns:a16="http://schemas.microsoft.com/office/drawing/2014/main" id="{D4F0F480-EFFD-4AC6-A2F2-B160656EBD18}"/>
              </a:ext>
            </a:extLst>
          </p:cNvPr>
          <p:cNvSpPr>
            <a:spLocks noGrp="1"/>
          </p:cNvSpPr>
          <p:nvPr>
            <p:ph type="ftr" sz="quarter" idx="11"/>
          </p:nvPr>
        </p:nvSpPr>
        <p:spPr/>
        <p:txBody>
          <a:bodyPr/>
          <a:lstStyle/>
          <a:p>
            <a:endParaRPr lang="fr-DZ"/>
          </a:p>
        </p:txBody>
      </p:sp>
      <p:sp>
        <p:nvSpPr>
          <p:cNvPr id="6" name="Espace réservé du numéro de diapositive 5">
            <a:extLst>
              <a:ext uri="{FF2B5EF4-FFF2-40B4-BE49-F238E27FC236}">
                <a16:creationId xmlns:a16="http://schemas.microsoft.com/office/drawing/2014/main" id="{258A3C58-8BCF-43C8-A662-3434051DF7B5}"/>
              </a:ext>
            </a:extLst>
          </p:cNvPr>
          <p:cNvSpPr>
            <a:spLocks noGrp="1"/>
          </p:cNvSpPr>
          <p:nvPr>
            <p:ph type="sldNum" sz="quarter" idx="12"/>
          </p:nvPr>
        </p:nvSpPr>
        <p:spPr/>
        <p:txBody>
          <a:bodyPr/>
          <a:lstStyle/>
          <a:p>
            <a:fld id="{AE542B33-DB44-41E8-8F43-C86F545B5A10}" type="slidenum">
              <a:rPr lang="fr-DZ" smtClean="0"/>
              <a:t>‹#›</a:t>
            </a:fld>
            <a:endParaRPr lang="fr-DZ"/>
          </a:p>
        </p:txBody>
      </p:sp>
    </p:spTree>
    <p:extLst>
      <p:ext uri="{BB962C8B-B14F-4D97-AF65-F5344CB8AC3E}">
        <p14:creationId xmlns:p14="http://schemas.microsoft.com/office/powerpoint/2010/main" val="917817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426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30BED24-A9A2-479B-AE39-D5F0384E59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DZ"/>
          </a:p>
        </p:txBody>
      </p:sp>
      <p:sp>
        <p:nvSpPr>
          <p:cNvPr id="3" name="Espace réservé du texte 2">
            <a:extLst>
              <a:ext uri="{FF2B5EF4-FFF2-40B4-BE49-F238E27FC236}">
                <a16:creationId xmlns:a16="http://schemas.microsoft.com/office/drawing/2014/main" id="{94C847E7-E24A-4537-9553-27469366D6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4" name="Espace réservé de la date 3">
            <a:extLst>
              <a:ext uri="{FF2B5EF4-FFF2-40B4-BE49-F238E27FC236}">
                <a16:creationId xmlns:a16="http://schemas.microsoft.com/office/drawing/2014/main" id="{F00F3B44-F43F-4814-A962-A210A10730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AEBB88-197E-45C9-95E0-0C6483B220A1}" type="datetime1">
              <a:rPr lang="fr-DZ" smtClean="0"/>
              <a:t>12/31/2025</a:t>
            </a:fld>
            <a:endParaRPr lang="fr-DZ"/>
          </a:p>
        </p:txBody>
      </p:sp>
      <p:sp>
        <p:nvSpPr>
          <p:cNvPr id="5" name="Espace réservé du pied de page 4">
            <a:extLst>
              <a:ext uri="{FF2B5EF4-FFF2-40B4-BE49-F238E27FC236}">
                <a16:creationId xmlns:a16="http://schemas.microsoft.com/office/drawing/2014/main" id="{6518E16F-2D17-43CF-A26A-CE257476C8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DZ"/>
          </a:p>
        </p:txBody>
      </p:sp>
      <p:sp>
        <p:nvSpPr>
          <p:cNvPr id="6" name="Espace réservé du numéro de diapositive 5">
            <a:extLst>
              <a:ext uri="{FF2B5EF4-FFF2-40B4-BE49-F238E27FC236}">
                <a16:creationId xmlns:a16="http://schemas.microsoft.com/office/drawing/2014/main" id="{ED1F7745-940F-4F25-8372-3568550AF6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42B33-DB44-41E8-8F43-C86F545B5A10}" type="slidenum">
              <a:rPr lang="fr-DZ" smtClean="0"/>
              <a:t>‹#›</a:t>
            </a:fld>
            <a:endParaRPr lang="fr-DZ"/>
          </a:p>
        </p:txBody>
      </p:sp>
    </p:spTree>
    <p:extLst>
      <p:ext uri="{BB962C8B-B14F-4D97-AF65-F5344CB8AC3E}">
        <p14:creationId xmlns:p14="http://schemas.microsoft.com/office/powerpoint/2010/main" val="537462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5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10"/>
          <p:cNvSpPr txBox="1"/>
          <p:nvPr/>
        </p:nvSpPr>
        <p:spPr>
          <a:xfrm>
            <a:off x="351813" y="3026647"/>
            <a:ext cx="12192000" cy="1107996"/>
          </a:xfrm>
          <a:prstGeom prst="rect">
            <a:avLst/>
          </a:prstGeom>
          <a:noFill/>
        </p:spPr>
        <p:txBody>
          <a:bodyPr wrap="square" rtlCol="0">
            <a:spAutoFit/>
          </a:bodyPr>
          <a:lstStyle/>
          <a:p>
            <a:pPr algn="ctr" rtl="1"/>
            <a:r>
              <a:rPr lang="fr-FR" sz="66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Advanced Operating System</a:t>
            </a:r>
            <a:endParaRPr lang="ar-DZ" sz="66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2" name="TextBox 11"/>
          <p:cNvSpPr txBox="1"/>
          <p:nvPr/>
        </p:nvSpPr>
        <p:spPr>
          <a:xfrm>
            <a:off x="4507826" y="5455649"/>
            <a:ext cx="3879974" cy="710062"/>
          </a:xfrm>
          <a:prstGeom prst="rect">
            <a:avLst/>
          </a:prstGeom>
          <a:noFill/>
        </p:spPr>
        <p:txBody>
          <a:bodyPr wrap="square" rtlCol="0">
            <a:noAutofit/>
          </a:bodyPr>
          <a:lstStyle/>
          <a:p>
            <a:pPr algn="ctr" rtl="1"/>
            <a:r>
              <a:rPr lang="fr-CA" altLang="fr-DZ" sz="2500" b="1" dirty="0">
                <a:latin typeface="Times New Roman" panose="02020603050405020304" pitchFamily="18" charset="0"/>
                <a:cs typeface="Times New Roman" panose="02020603050405020304" pitchFamily="18" charset="0"/>
              </a:rPr>
              <a:t>Dr. Soumia BENKRAMA</a:t>
            </a:r>
            <a:br>
              <a:rPr lang="fr-CA" altLang="fr-DZ" sz="1500" b="1" dirty="0">
                <a:latin typeface="Times New Roman" panose="02020603050405020304" pitchFamily="18" charset="0"/>
                <a:cs typeface="Times New Roman" panose="02020603050405020304" pitchFamily="18" charset="0"/>
              </a:rPr>
            </a:br>
            <a:r>
              <a:rPr lang="fr-CA" altLang="fr-DZ" sz="1500" b="1" dirty="0">
                <a:latin typeface="Times New Roman" panose="02020603050405020304" pitchFamily="18" charset="0"/>
                <a:cs typeface="Times New Roman" panose="02020603050405020304" pitchFamily="18" charset="0"/>
              </a:rPr>
              <a:t>benkrama.soumia@univ-bechar.dz </a:t>
            </a:r>
            <a:br>
              <a:rPr lang="fr-CA" altLang="fr-DZ" sz="2800" dirty="0">
                <a:latin typeface="Times New Roman" panose="02020603050405020304" pitchFamily="18" charset="0"/>
                <a:cs typeface="Times New Roman" panose="02020603050405020304" pitchFamily="18" charset="0"/>
              </a:rPr>
            </a:br>
            <a:endParaRPr lang="en-US" sz="2800" dirty="0">
              <a:effectLst>
                <a:outerShdw blurRad="38100" dist="38100" dir="2700000" algn="tl">
                  <a:srgbClr val="000000">
                    <a:alpha val="43137"/>
                  </a:srgbClr>
                </a:outerShdw>
              </a:effectLst>
              <a:latin typeface="+mj-lt"/>
              <a:cs typeface="Estrangelo Edessa" panose="03080600000000000000" pitchFamily="66" charset="0"/>
            </a:endParaRPr>
          </a:p>
        </p:txBody>
      </p:sp>
      <p:sp>
        <p:nvSpPr>
          <p:cNvPr id="16" name="Rectangle 15"/>
          <p:cNvSpPr/>
          <p:nvPr/>
        </p:nvSpPr>
        <p:spPr>
          <a:xfrm>
            <a:off x="1541985" y="217367"/>
            <a:ext cx="9811657" cy="738664"/>
          </a:xfrm>
          <a:prstGeom prst="rect">
            <a:avLst/>
          </a:prstGeom>
        </p:spPr>
        <p:txBody>
          <a:bodyPr wrap="square">
            <a:spAutoFit/>
          </a:bodyPr>
          <a:lstStyle/>
          <a:p>
            <a:pPr algn="ctr"/>
            <a:r>
              <a:rPr lang="en-US" sz="1400" b="1" dirty="0">
                <a:latin typeface="Times New Roman" panose="02020603050405020304" pitchFamily="18" charset="0"/>
                <a:ea typeface="MS PGothic" panose="020B0600070205080204" charset="-128"/>
                <a:cs typeface="Times New Roman" panose="02020603050405020304" pitchFamily="18" charset="0"/>
              </a:rPr>
              <a:t>University of </a:t>
            </a:r>
            <a:r>
              <a:rPr lang="en-US" sz="1400" b="1" dirty="0" err="1">
                <a:latin typeface="Times New Roman" panose="02020603050405020304" pitchFamily="18" charset="0"/>
                <a:ea typeface="MS PGothic" panose="020B0600070205080204" charset="-128"/>
                <a:cs typeface="Times New Roman" panose="02020603050405020304" pitchFamily="18" charset="0"/>
              </a:rPr>
              <a:t>Tahri</a:t>
            </a:r>
            <a:r>
              <a:rPr lang="en-US" sz="1400" b="1" dirty="0">
                <a:latin typeface="Times New Roman" panose="02020603050405020304" pitchFamily="18" charset="0"/>
                <a:ea typeface="MS PGothic" panose="020B0600070205080204" charset="-128"/>
                <a:cs typeface="Times New Roman" panose="02020603050405020304" pitchFamily="18" charset="0"/>
              </a:rPr>
              <a:t> Mohamed </a:t>
            </a:r>
            <a:r>
              <a:rPr lang="en-US" sz="1400" b="1" dirty="0" err="1">
                <a:latin typeface="Times New Roman" panose="02020603050405020304" pitchFamily="18" charset="0"/>
                <a:ea typeface="MS PGothic" panose="020B0600070205080204" charset="-128"/>
                <a:cs typeface="Times New Roman" panose="02020603050405020304" pitchFamily="18" charset="0"/>
              </a:rPr>
              <a:t>Bechar</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Faculty of Exact Sciences</a:t>
            </a:r>
          </a:p>
          <a:p>
            <a:pPr algn="ct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Department of Computer Science</a:t>
            </a:r>
          </a:p>
        </p:txBody>
      </p:sp>
      <p:pic>
        <p:nvPicPr>
          <p:cNvPr id="9" name="Picture 2" descr="C:\Users\SAMIHA\Desktop\téléchargement.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68919" y="341928"/>
            <a:ext cx="1373800" cy="14844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460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750" fill="hold"/>
                                        <p:tgtEl>
                                          <p:spTgt spid="41"/>
                                        </p:tgtEl>
                                        <p:attrNameLst>
                                          <p:attrName>ppt_w</p:attrName>
                                        </p:attrNameLst>
                                      </p:cBhvr>
                                      <p:tavLst>
                                        <p:tav tm="0">
                                          <p:val>
                                            <p:fltVal val="0"/>
                                          </p:val>
                                        </p:tav>
                                        <p:tav tm="100000">
                                          <p:val>
                                            <p:strVal val="#ppt_w"/>
                                          </p:val>
                                        </p:tav>
                                      </p:tavLst>
                                    </p:anim>
                                    <p:anim calcmode="lin" valueType="num">
                                      <p:cBhvr>
                                        <p:cTn id="8" dur="750" fill="hold"/>
                                        <p:tgtEl>
                                          <p:spTgt spid="41"/>
                                        </p:tgtEl>
                                        <p:attrNameLst>
                                          <p:attrName>ppt_h</p:attrName>
                                        </p:attrNameLst>
                                      </p:cBhvr>
                                      <p:tavLst>
                                        <p:tav tm="0">
                                          <p:val>
                                            <p:fltVal val="0"/>
                                          </p:val>
                                        </p:tav>
                                        <p:tav tm="100000">
                                          <p:val>
                                            <p:strVal val="#ppt_h"/>
                                          </p:val>
                                        </p:tav>
                                      </p:tavLst>
                                    </p:anim>
                                    <p:animEffect transition="in" filter="fade">
                                      <p:cBhvr>
                                        <p:cTn id="9" dur="750"/>
                                        <p:tgtEl>
                                          <p:spTgt spid="41"/>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750" fill="hold"/>
                                        <p:tgtEl>
                                          <p:spTgt spid="42"/>
                                        </p:tgtEl>
                                        <p:attrNameLst>
                                          <p:attrName>ppt_w</p:attrName>
                                        </p:attrNameLst>
                                      </p:cBhvr>
                                      <p:tavLst>
                                        <p:tav tm="0">
                                          <p:val>
                                            <p:fltVal val="0"/>
                                          </p:val>
                                        </p:tav>
                                        <p:tav tm="100000">
                                          <p:val>
                                            <p:strVal val="#ppt_w"/>
                                          </p:val>
                                        </p:tav>
                                      </p:tavLst>
                                    </p:anim>
                                    <p:anim calcmode="lin" valueType="num">
                                      <p:cBhvr>
                                        <p:cTn id="14" dur="750" fill="hold"/>
                                        <p:tgtEl>
                                          <p:spTgt spid="42"/>
                                        </p:tgtEl>
                                        <p:attrNameLst>
                                          <p:attrName>ppt_h</p:attrName>
                                        </p:attrNameLst>
                                      </p:cBhvr>
                                      <p:tavLst>
                                        <p:tav tm="0">
                                          <p:val>
                                            <p:fltVal val="0"/>
                                          </p:val>
                                        </p:tav>
                                        <p:tav tm="100000">
                                          <p:val>
                                            <p:strVal val="#ppt_h"/>
                                          </p:val>
                                        </p:tav>
                                      </p:tavLst>
                                    </p:anim>
                                    <p:animEffect transition="in" filter="fade">
                                      <p:cBhvr>
                                        <p:cTn id="15" dur="7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903E78-266D-21DD-A144-01AFC6EDBC45}"/>
              </a:ext>
            </a:extLst>
          </p:cNvPr>
          <p:cNvSpPr>
            <a:spLocks noGrp="1"/>
          </p:cNvSpPr>
          <p:nvPr>
            <p:ph type="title"/>
          </p:nvPr>
        </p:nvSpPr>
        <p:spPr/>
        <p:txBody>
          <a:bodyPr/>
          <a:lstStyle/>
          <a:p>
            <a:r>
              <a:rPr lang="fr-CA" b="1" dirty="0">
                <a:latin typeface="Arial" panose="020B0604020202020204" pitchFamily="34" charset="0"/>
                <a:cs typeface="Arial" panose="020B0604020202020204" pitchFamily="34" charset="0"/>
              </a:rPr>
              <a:t>Course Description</a:t>
            </a:r>
            <a:endParaRPr lang="fr-DZ" b="1" dirty="0">
              <a:latin typeface="Arial" panose="020B0604020202020204" pitchFamily="34"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4650F596-7BD1-FF71-2C63-CB6C3E75A114}"/>
              </a:ext>
            </a:extLst>
          </p:cNvPr>
          <p:cNvSpPr>
            <a:spLocks noGrp="1"/>
          </p:cNvSpPr>
          <p:nvPr>
            <p:ph idx="1"/>
          </p:nvPr>
        </p:nvSpPr>
        <p:spPr>
          <a:xfrm>
            <a:off x="838200" y="2043834"/>
            <a:ext cx="10515600" cy="4351338"/>
          </a:xfrm>
        </p:spPr>
        <p:txBody>
          <a:bodyPr/>
          <a:lstStyle/>
          <a:p>
            <a:r>
              <a:rPr lang="en-US" sz="1800" b="1" i="0" u="none" strike="noStrike" baseline="0" dirty="0">
                <a:latin typeface="Arial" panose="020B0604020202020204" pitchFamily="34" charset="0"/>
              </a:rPr>
              <a:t>Semester: 7</a:t>
            </a:r>
          </a:p>
          <a:p>
            <a:r>
              <a:rPr lang="en-US" sz="1800" b="1" i="0" u="none" strike="noStrike" baseline="0" dirty="0">
                <a:latin typeface="Arial" panose="020B0604020202020204" pitchFamily="34" charset="0"/>
              </a:rPr>
              <a:t>Title of the Teaching Unit: UEF71 </a:t>
            </a:r>
          </a:p>
          <a:p>
            <a:r>
              <a:rPr lang="fr-CA" sz="1800" b="1" i="0" u="none" strike="noStrike" baseline="0" dirty="0" err="1">
                <a:latin typeface="Arial" panose="020B0604020202020204" pitchFamily="34" charset="0"/>
              </a:rPr>
              <a:t>Credits</a:t>
            </a:r>
            <a:r>
              <a:rPr lang="fr-CA" sz="1800" b="1" i="0" u="none" strike="noStrike" baseline="0" dirty="0">
                <a:latin typeface="Arial" panose="020B0604020202020204" pitchFamily="34" charset="0"/>
              </a:rPr>
              <a:t>: 5</a:t>
            </a:r>
          </a:p>
          <a:p>
            <a:pPr algn="l"/>
            <a:r>
              <a:rPr lang="fr-CA" sz="1800" b="1" i="0" u="none" strike="noStrike" baseline="0" dirty="0">
                <a:latin typeface="Arial" panose="020B0604020202020204" pitchFamily="34" charset="0"/>
              </a:rPr>
              <a:t>Coefficient: </a:t>
            </a:r>
            <a:r>
              <a:rPr lang="fr-CA" sz="1800" b="1" dirty="0">
                <a:latin typeface="Arial" panose="020B0604020202020204" pitchFamily="34" charset="0"/>
              </a:rPr>
              <a:t>3</a:t>
            </a:r>
            <a:endParaRPr lang="fr-CA" sz="1800" b="1" i="0" u="none" strike="noStrike" baseline="0" dirty="0">
              <a:latin typeface="Arial" panose="020B0604020202020204" pitchFamily="34" charset="0"/>
            </a:endParaRPr>
          </a:p>
          <a:p>
            <a:pPr algn="l"/>
            <a:r>
              <a:rPr lang="fr-CA" sz="1800" b="1" i="0" u="none" strike="noStrike" baseline="0" dirty="0" err="1">
                <a:latin typeface="Arial" panose="020B0604020202020204" pitchFamily="34" charset="0"/>
              </a:rPr>
              <a:t>VHHs</a:t>
            </a:r>
            <a:r>
              <a:rPr lang="fr-CA" sz="1800" b="1" i="0" u="none" strike="noStrike" baseline="0" dirty="0">
                <a:latin typeface="Arial" panose="020B0604020202020204" pitchFamily="34" charset="0"/>
              </a:rPr>
              <a:t> (</a:t>
            </a:r>
            <a:r>
              <a:rPr lang="fr-CA" sz="1800" b="1" i="0" u="none" strike="noStrike" baseline="0" dirty="0" err="1">
                <a:latin typeface="Arial" panose="020B0604020202020204" pitchFamily="34" charset="0"/>
              </a:rPr>
              <a:t>Credit</a:t>
            </a:r>
            <a:r>
              <a:rPr lang="fr-CA" sz="1800" b="1" i="0" u="none" strike="noStrike" baseline="0" dirty="0">
                <a:latin typeface="Arial" panose="020B0604020202020204" pitchFamily="34" charset="0"/>
              </a:rPr>
              <a:t> </a:t>
            </a:r>
            <a:r>
              <a:rPr lang="fr-CA" sz="1800" b="1" i="0" u="none" strike="noStrike" baseline="0" dirty="0" err="1">
                <a:latin typeface="Arial" panose="020B0604020202020204" pitchFamily="34" charset="0"/>
              </a:rPr>
              <a:t>Hours</a:t>
            </a:r>
            <a:r>
              <a:rPr lang="fr-CA" sz="1800" b="1" i="0" u="none" strike="noStrike" baseline="0" dirty="0">
                <a:latin typeface="Arial" panose="020B0604020202020204" pitchFamily="34" charset="0"/>
              </a:rPr>
              <a:t>): Lectures (3h00) </a:t>
            </a:r>
          </a:p>
          <a:p>
            <a:pPr algn="l"/>
            <a:r>
              <a:rPr lang="fr-CA" sz="1800" b="1" i="0" u="none" strike="noStrike" baseline="0" dirty="0" err="1">
                <a:latin typeface="Arial" panose="020B0604020202020204" pitchFamily="34" charset="0"/>
              </a:rPr>
              <a:t>Practical</a:t>
            </a:r>
            <a:r>
              <a:rPr lang="fr-CA" sz="1800" b="1" i="0" u="none" strike="noStrike" baseline="0" dirty="0">
                <a:latin typeface="Arial" panose="020B0604020202020204" pitchFamily="34" charset="0"/>
              </a:rPr>
              <a:t> sessions (1h30)</a:t>
            </a:r>
            <a:endParaRPr lang="fr-CA" sz="1800" b="0" i="0" u="none" strike="noStrike" baseline="0" dirty="0">
              <a:latin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29CDE365-1D32-ED88-BBFE-3B8D23ABC006}"/>
              </a:ext>
            </a:extLst>
          </p:cNvPr>
          <p:cNvSpPr>
            <a:spLocks noGrp="1"/>
          </p:cNvSpPr>
          <p:nvPr>
            <p:ph type="sldNum" sz="quarter" idx="12"/>
          </p:nvPr>
        </p:nvSpPr>
        <p:spPr/>
        <p:txBody>
          <a:bodyPr/>
          <a:lstStyle/>
          <a:p>
            <a:fld id="{AE542B33-DB44-41E8-8F43-C86F545B5A10}" type="slidenum">
              <a:rPr lang="fr-DZ" smtClean="0"/>
              <a:t>2</a:t>
            </a:fld>
            <a:endParaRPr lang="fr-DZ"/>
          </a:p>
        </p:txBody>
      </p:sp>
    </p:spTree>
    <p:extLst>
      <p:ext uri="{BB962C8B-B14F-4D97-AF65-F5344CB8AC3E}">
        <p14:creationId xmlns:p14="http://schemas.microsoft.com/office/powerpoint/2010/main" val="324454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BD9D442-7999-A6B5-1C96-80BF072952E2}"/>
              </a:ext>
            </a:extLst>
          </p:cNvPr>
          <p:cNvSpPr>
            <a:spLocks noGrp="1"/>
          </p:cNvSpPr>
          <p:nvPr>
            <p:ph type="title"/>
          </p:nvPr>
        </p:nvSpPr>
        <p:spPr>
          <a:xfrm>
            <a:off x="572493" y="136525"/>
            <a:ext cx="11018520" cy="1434415"/>
          </a:xfrm>
        </p:spPr>
        <p:txBody>
          <a:bodyPr anchor="b">
            <a:normAutofit/>
          </a:bodyPr>
          <a:lstStyle/>
          <a:p>
            <a:r>
              <a:rPr lang="fr-CA" sz="5400" b="1" i="0" u="none" strike="noStrike" baseline="0" dirty="0">
                <a:latin typeface="Arial" panose="020B0604020202020204" pitchFamily="34" charset="0"/>
              </a:rPr>
              <a:t>Objectives</a:t>
            </a:r>
            <a:endParaRPr lang="fr-DZ" sz="5400" dirty="0"/>
          </a:p>
        </p:txBody>
      </p:sp>
      <p:sp>
        <p:nvSpPr>
          <p:cNvPr id="103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79FD6CC9-A071-D46D-90B6-1049564E538A}"/>
              </a:ext>
            </a:extLst>
          </p:cNvPr>
          <p:cNvSpPr>
            <a:spLocks noGrp="1"/>
          </p:cNvSpPr>
          <p:nvPr>
            <p:ph idx="1"/>
          </p:nvPr>
        </p:nvSpPr>
        <p:spPr>
          <a:xfrm>
            <a:off x="572493" y="2602303"/>
            <a:ext cx="8038107" cy="4119172"/>
          </a:xfrm>
        </p:spPr>
        <p:txBody>
          <a:bodyPr anchor="t">
            <a:normAutofit/>
          </a:bodyPr>
          <a:lstStyle/>
          <a:p>
            <a:r>
              <a:rPr lang="en-US" sz="2400" b="0" i="0" u="none" strike="noStrike" baseline="0" dirty="0">
                <a:latin typeface="Arial" panose="020B0604020202020204" pitchFamily="34" charset="0"/>
              </a:rPr>
              <a:t>Introduce the </a:t>
            </a:r>
            <a:r>
              <a:rPr lang="en-US" sz="2400" b="1" i="0" u="none" strike="noStrike" baseline="0" dirty="0">
                <a:latin typeface="Arial" panose="020B0604020202020204" pitchFamily="34" charset="0"/>
              </a:rPr>
              <a:t>issue of parallelism </a:t>
            </a:r>
            <a:r>
              <a:rPr lang="en-US" sz="2400" b="0" i="0" u="none" strike="noStrike" baseline="0" dirty="0">
                <a:latin typeface="Arial" panose="020B0604020202020204" pitchFamily="34" charset="0"/>
              </a:rPr>
              <a:t>in operating systems, study the implementation of cooperation through </a:t>
            </a:r>
            <a:r>
              <a:rPr lang="en-US" sz="2400" b="1" i="0" u="none" strike="noStrike" baseline="0" dirty="0">
                <a:latin typeface="Arial" panose="020B0604020202020204" pitchFamily="34" charset="0"/>
              </a:rPr>
              <a:t>synchronization and communication </a:t>
            </a:r>
            <a:r>
              <a:rPr lang="en-US" sz="2400" b="0" i="0" u="none" strike="noStrike" baseline="0" dirty="0">
                <a:latin typeface="Arial" panose="020B0604020202020204" pitchFamily="34" charset="0"/>
              </a:rPr>
              <a:t>tools and the associated problems.</a:t>
            </a:r>
          </a:p>
          <a:p>
            <a:endParaRPr lang="en-US" sz="2200" b="0" i="0" u="none" strike="noStrike" baseline="0" dirty="0">
              <a:latin typeface="Arial" panose="020B0604020202020204" pitchFamily="34" charset="0"/>
            </a:endParaRPr>
          </a:p>
          <a:p>
            <a:endParaRPr lang="en-US" sz="2200" b="0" i="0" u="none" strike="noStrike" baseline="0" dirty="0">
              <a:latin typeface="Arial" panose="020B0604020202020204" pitchFamily="34" charset="0"/>
            </a:endParaRPr>
          </a:p>
          <a:p>
            <a:endParaRPr lang="en-US" sz="2200" b="0" i="0" u="none" strike="noStrike" baseline="0" dirty="0">
              <a:latin typeface="Arial" panose="020B0604020202020204" pitchFamily="34" charset="0"/>
            </a:endParaRPr>
          </a:p>
          <a:p>
            <a:endParaRPr lang="en-US" sz="2200" b="0" i="0" u="none" strike="noStrike" baseline="0" dirty="0">
              <a:latin typeface="Arial" panose="020B0604020202020204" pitchFamily="34" charset="0"/>
            </a:endParaRPr>
          </a:p>
          <a:p>
            <a:endParaRPr lang="fr-DZ" sz="2200" dirty="0"/>
          </a:p>
        </p:txBody>
      </p:sp>
      <p:pic>
        <p:nvPicPr>
          <p:cNvPr id="1026" name="Picture 2" descr="Quand la fixation d'objectifs nuit à la performance ! - Ancrage Mémoriel®">
            <a:extLst>
              <a:ext uri="{FF2B5EF4-FFF2-40B4-BE49-F238E27FC236}">
                <a16:creationId xmlns:a16="http://schemas.microsoft.com/office/drawing/2014/main" id="{87969EAB-5044-3103-529B-45C76381DC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95" r="2" b="2"/>
          <a:stretch/>
        </p:blipFill>
        <p:spPr bwMode="auto">
          <a:xfrm>
            <a:off x="8851034" y="2044992"/>
            <a:ext cx="2514776" cy="2435630"/>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23162757-B934-8419-0F4B-C997F00E1C4B}"/>
              </a:ext>
            </a:extLst>
          </p:cNvPr>
          <p:cNvSpPr>
            <a:spLocks noGrp="1"/>
          </p:cNvSpPr>
          <p:nvPr>
            <p:ph type="sldNum" sz="quarter" idx="12"/>
          </p:nvPr>
        </p:nvSpPr>
        <p:spPr/>
        <p:txBody>
          <a:bodyPr/>
          <a:lstStyle/>
          <a:p>
            <a:fld id="{AE542B33-DB44-41E8-8F43-C86F545B5A10}" type="slidenum">
              <a:rPr lang="fr-DZ" smtClean="0"/>
              <a:t>3</a:t>
            </a:fld>
            <a:endParaRPr lang="fr-DZ"/>
          </a:p>
        </p:txBody>
      </p:sp>
    </p:spTree>
    <p:extLst>
      <p:ext uri="{BB962C8B-B14F-4D97-AF65-F5344CB8AC3E}">
        <p14:creationId xmlns:p14="http://schemas.microsoft.com/office/powerpoint/2010/main" val="4000555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4430CC6-4002-4710-4579-DD952AB95440}"/>
              </a:ext>
            </a:extLst>
          </p:cNvPr>
          <p:cNvSpPr txBox="1"/>
          <p:nvPr/>
        </p:nvSpPr>
        <p:spPr>
          <a:xfrm>
            <a:off x="704571" y="0"/>
            <a:ext cx="6094268" cy="923330"/>
          </a:xfrm>
          <a:prstGeom prst="rect">
            <a:avLst/>
          </a:prstGeom>
          <a:noFill/>
        </p:spPr>
        <p:txBody>
          <a:bodyPr wrap="square">
            <a:spAutoFit/>
          </a:bodyPr>
          <a:lstStyle/>
          <a:p>
            <a:r>
              <a:rPr lang="fr-FR" sz="5200" b="0" i="0" dirty="0">
                <a:effectLst/>
                <a:latin typeface="Arial" panose="020B0604020202020204" pitchFamily="34" charset="0"/>
                <a:cs typeface="Arial" panose="020B0604020202020204" pitchFamily="34" charset="0"/>
              </a:rPr>
              <a:t>Program Content:</a:t>
            </a:r>
            <a:endParaRPr lang="fr-DZ" sz="5200" dirty="0">
              <a:latin typeface="Arial" panose="020B0604020202020204" pitchFamily="34" charset="0"/>
              <a:cs typeface="Arial" panose="020B0604020202020204" pitchFamily="34" charset="0"/>
            </a:endParaRPr>
          </a:p>
        </p:txBody>
      </p:sp>
      <p:sp>
        <p:nvSpPr>
          <p:cNvPr id="2" name="Content Placeholder 1">
            <a:extLst>
              <a:ext uri="{FF2B5EF4-FFF2-40B4-BE49-F238E27FC236}">
                <a16:creationId xmlns:a16="http://schemas.microsoft.com/office/drawing/2014/main" id="{0AC0D3BC-0AAC-9F46-ACE6-46281A8AA0D2}"/>
              </a:ext>
            </a:extLst>
          </p:cNvPr>
          <p:cNvSpPr>
            <a:spLocks noGrp="1"/>
          </p:cNvSpPr>
          <p:nvPr>
            <p:ph idx="1"/>
          </p:nvPr>
        </p:nvSpPr>
        <p:spPr>
          <a:xfrm>
            <a:off x="416689" y="990134"/>
            <a:ext cx="11775311" cy="5769482"/>
          </a:xfrm>
        </p:spPr>
        <p:txBody>
          <a:bodyPr>
            <a:normAutofit fontScale="62500" lnSpcReduction="20000"/>
          </a:bodyPr>
          <a:lstStyle/>
          <a:p>
            <a:r>
              <a:rPr lang="fr-FR" sz="3500" b="1" dirty="0" err="1">
                <a:solidFill>
                  <a:srgbClr val="FF0000"/>
                </a:solidFill>
              </a:rPr>
              <a:t>Chapter</a:t>
            </a:r>
            <a:r>
              <a:rPr lang="fr-FR" sz="3500" b="1" dirty="0">
                <a:solidFill>
                  <a:srgbClr val="FF0000"/>
                </a:solidFill>
              </a:rPr>
              <a:t> 1: </a:t>
            </a:r>
            <a:r>
              <a:rPr lang="en-US" sz="3500" b="1" dirty="0">
                <a:solidFill>
                  <a:srgbClr val="FF0000"/>
                </a:solidFill>
              </a:rPr>
              <a:t>Notions of parallelism, cooperation and competition.</a:t>
            </a:r>
            <a:endParaRPr lang="fr-FR" sz="3500" dirty="0">
              <a:solidFill>
                <a:srgbClr val="FF0000"/>
              </a:solidFill>
            </a:endParaRPr>
          </a:p>
          <a:p>
            <a:pPr marL="760413" indent="0">
              <a:buNone/>
            </a:pPr>
            <a:r>
              <a:rPr lang="fr-FR" sz="3500" b="0" i="0" u="none" strike="noStrike" baseline="0" dirty="0">
                <a:solidFill>
                  <a:srgbClr val="000000"/>
                </a:solidFill>
                <a:latin typeface="Calibri" panose="020F0502020204030204" pitchFamily="34" charset="0"/>
              </a:rPr>
              <a:t>a. </a:t>
            </a:r>
            <a:r>
              <a:rPr lang="fr-FR" sz="3500" b="0" i="0" u="none" strike="noStrike" baseline="0" dirty="0" err="1">
                <a:solidFill>
                  <a:srgbClr val="000000"/>
                </a:solidFill>
                <a:latin typeface="Calibri" panose="020F0502020204030204" pitchFamily="34" charset="0"/>
              </a:rPr>
              <a:t>Sequential</a:t>
            </a:r>
            <a:r>
              <a:rPr lang="fr-FR" sz="3500" b="0" i="0" u="none" strike="noStrike" baseline="0" dirty="0">
                <a:solidFill>
                  <a:srgbClr val="000000"/>
                </a:solidFill>
                <a:latin typeface="Calibri" panose="020F0502020204030204" pitchFamily="34" charset="0"/>
              </a:rPr>
              <a:t> </a:t>
            </a:r>
            <a:r>
              <a:rPr lang="fr-FR" sz="3500" b="0" i="0" u="none" strike="noStrike" baseline="0" dirty="0" err="1">
                <a:solidFill>
                  <a:srgbClr val="000000"/>
                </a:solidFill>
                <a:latin typeface="Calibri" panose="020F0502020204030204" pitchFamily="34" charset="0"/>
              </a:rPr>
              <a:t>processes</a:t>
            </a:r>
            <a:r>
              <a:rPr lang="fr-FR" sz="3500" b="0" i="0" u="none" strike="noStrike" baseline="0" dirty="0">
                <a:solidFill>
                  <a:srgbClr val="000000"/>
                </a:solidFill>
                <a:latin typeface="Calibri" panose="020F0502020204030204" pitchFamily="34" charset="0"/>
              </a:rPr>
              <a:t>. </a:t>
            </a:r>
          </a:p>
          <a:p>
            <a:pPr marL="760413" indent="0">
              <a:buNone/>
            </a:pPr>
            <a:r>
              <a:rPr lang="fr-FR" sz="3500" b="0" i="0" u="none" strike="noStrike" baseline="0" dirty="0">
                <a:solidFill>
                  <a:srgbClr val="000000"/>
                </a:solidFill>
                <a:latin typeface="Calibri" panose="020F0502020204030204" pitchFamily="34" charset="0"/>
              </a:rPr>
              <a:t>b. Concept of </a:t>
            </a:r>
            <a:r>
              <a:rPr lang="fr-FR" sz="3500" b="0" i="0" u="none" strike="noStrike" baseline="0" dirty="0" err="1">
                <a:solidFill>
                  <a:srgbClr val="000000"/>
                </a:solidFill>
                <a:latin typeface="Calibri" panose="020F0502020204030204" pitchFamily="34" charset="0"/>
              </a:rPr>
              <a:t>task</a:t>
            </a:r>
            <a:r>
              <a:rPr lang="fr-FR" sz="3500" b="0" i="0" u="none" strike="noStrike" baseline="0" dirty="0">
                <a:solidFill>
                  <a:srgbClr val="000000"/>
                </a:solidFill>
                <a:latin typeface="Calibri" panose="020F0502020204030204" pitchFamily="34" charset="0"/>
              </a:rPr>
              <a:t>. </a:t>
            </a:r>
          </a:p>
          <a:p>
            <a:pPr marL="760413" indent="0">
              <a:buNone/>
            </a:pPr>
            <a:r>
              <a:rPr lang="en-US" sz="3500" b="0" i="0" u="none" strike="noStrike" baseline="0" dirty="0">
                <a:solidFill>
                  <a:srgbClr val="000000"/>
                </a:solidFill>
                <a:latin typeface="Calibri" panose="020F0502020204030204" pitchFamily="34" charset="0"/>
              </a:rPr>
              <a:t>c. Task systems and precedence graph. </a:t>
            </a:r>
          </a:p>
          <a:p>
            <a:pPr marL="760413" indent="0">
              <a:buNone/>
            </a:pPr>
            <a:r>
              <a:rPr lang="fr-FR" sz="3500" b="0" i="0" u="none" strike="noStrike" baseline="0" dirty="0">
                <a:solidFill>
                  <a:srgbClr val="000000"/>
                </a:solidFill>
                <a:latin typeface="Calibri" panose="020F0502020204030204" pitchFamily="34" charset="0"/>
              </a:rPr>
              <a:t>d. </a:t>
            </a:r>
            <a:r>
              <a:rPr lang="fr-FR" sz="3500" b="0" i="0" u="none" strike="noStrike" baseline="0" dirty="0" err="1">
                <a:solidFill>
                  <a:srgbClr val="000000"/>
                </a:solidFill>
                <a:latin typeface="Calibri" panose="020F0502020204030204" pitchFamily="34" charset="0"/>
              </a:rPr>
              <a:t>Task</a:t>
            </a:r>
            <a:r>
              <a:rPr lang="fr-FR" sz="3500" b="0" i="0" u="none" strike="noStrike" baseline="0" dirty="0">
                <a:solidFill>
                  <a:srgbClr val="000000"/>
                </a:solidFill>
                <a:latin typeface="Calibri" panose="020F0502020204030204" pitchFamily="34" charset="0"/>
              </a:rPr>
              <a:t> system </a:t>
            </a:r>
            <a:r>
              <a:rPr lang="fr-FR" sz="3500" b="0" i="0" u="none" strike="noStrike" baseline="0" dirty="0" err="1">
                <a:solidFill>
                  <a:srgbClr val="000000"/>
                </a:solidFill>
                <a:latin typeface="Calibri" panose="020F0502020204030204" pitchFamily="34" charset="0"/>
              </a:rPr>
              <a:t>language</a:t>
            </a:r>
            <a:r>
              <a:rPr lang="fr-FR" sz="3500" b="0" i="0" u="none" strike="noStrike" baseline="0" dirty="0">
                <a:solidFill>
                  <a:srgbClr val="000000"/>
                </a:solidFill>
                <a:latin typeface="Calibri" panose="020F0502020204030204" pitchFamily="34" charset="0"/>
              </a:rPr>
              <a:t>. </a:t>
            </a:r>
          </a:p>
          <a:p>
            <a:pPr marL="760413" indent="0">
              <a:buNone/>
            </a:pPr>
            <a:r>
              <a:rPr lang="fr-FR" sz="3500" b="0" i="0" u="none" strike="noStrike" baseline="0" dirty="0">
                <a:solidFill>
                  <a:srgbClr val="000000"/>
                </a:solidFill>
                <a:latin typeface="Calibri" panose="020F0502020204030204" pitchFamily="34" charset="0"/>
              </a:rPr>
              <a:t>e. </a:t>
            </a:r>
            <a:r>
              <a:rPr lang="fr-FR" sz="3500" b="0" i="0" u="none" strike="noStrike" baseline="0" dirty="0" err="1">
                <a:solidFill>
                  <a:srgbClr val="000000"/>
                </a:solidFill>
                <a:latin typeface="Calibri" panose="020F0502020204030204" pitchFamily="34" charset="0"/>
              </a:rPr>
              <a:t>Task</a:t>
            </a:r>
            <a:r>
              <a:rPr lang="fr-FR" sz="3500" b="0" i="0" u="none" strike="noStrike" baseline="0" dirty="0">
                <a:solidFill>
                  <a:srgbClr val="000000"/>
                </a:solidFill>
                <a:latin typeface="Calibri" panose="020F0502020204030204" pitchFamily="34" charset="0"/>
              </a:rPr>
              <a:t> system state. </a:t>
            </a:r>
          </a:p>
          <a:p>
            <a:pPr marL="760413" indent="0">
              <a:buNone/>
            </a:pPr>
            <a:r>
              <a:rPr lang="en-US" sz="3500" b="0" i="0" u="none" strike="noStrike" baseline="0" dirty="0">
                <a:solidFill>
                  <a:srgbClr val="000000"/>
                </a:solidFill>
                <a:latin typeface="Calibri" panose="020F0502020204030204" pitchFamily="34" charset="0"/>
              </a:rPr>
              <a:t>f. Determinism and maximal parallelism. </a:t>
            </a:r>
          </a:p>
          <a:p>
            <a:pPr marL="760413" indent="0">
              <a:buNone/>
            </a:pPr>
            <a:r>
              <a:rPr lang="fr-FR" sz="3500" b="0" i="0" u="none" strike="noStrike" baseline="0" dirty="0">
                <a:solidFill>
                  <a:srgbClr val="000000"/>
                </a:solidFill>
                <a:latin typeface="Calibri" panose="020F0502020204030204" pitchFamily="34" charset="0"/>
              </a:rPr>
              <a:t>g. </a:t>
            </a:r>
            <a:r>
              <a:rPr lang="fr-FR" sz="3500" b="0" i="0" u="none" strike="noStrike" baseline="0" dirty="0" err="1">
                <a:solidFill>
                  <a:srgbClr val="000000"/>
                </a:solidFill>
                <a:latin typeface="Calibri" panose="020F0502020204030204" pitchFamily="34" charset="0"/>
              </a:rPr>
              <a:t>Cooperation</a:t>
            </a:r>
            <a:r>
              <a:rPr lang="fr-FR" sz="3500" b="0" i="0" u="none" strike="noStrike" baseline="0" dirty="0">
                <a:solidFill>
                  <a:srgbClr val="000000"/>
                </a:solidFill>
                <a:latin typeface="Calibri" panose="020F0502020204030204" pitchFamily="34" charset="0"/>
              </a:rPr>
              <a:t> and </a:t>
            </a:r>
            <a:r>
              <a:rPr lang="fr-FR" sz="3500" b="0" i="0" u="none" strike="noStrike" baseline="0" dirty="0" err="1">
                <a:solidFill>
                  <a:srgbClr val="000000"/>
                </a:solidFill>
                <a:latin typeface="Calibri" panose="020F0502020204030204" pitchFamily="34" charset="0"/>
              </a:rPr>
              <a:t>competition</a:t>
            </a:r>
            <a:r>
              <a:rPr lang="fr-FR" sz="3500" b="0" i="0" u="none" strike="noStrike" baseline="0" dirty="0">
                <a:solidFill>
                  <a:srgbClr val="000000"/>
                </a:solidFill>
                <a:latin typeface="Calibri" panose="020F0502020204030204" pitchFamily="34" charset="0"/>
              </a:rPr>
              <a:t>. </a:t>
            </a:r>
          </a:p>
          <a:p>
            <a:pPr marL="760413" indent="0">
              <a:buNone/>
            </a:pPr>
            <a:r>
              <a:rPr lang="fr-FR" sz="3500" b="0" i="0" u="none" strike="noStrike" baseline="0" dirty="0">
                <a:solidFill>
                  <a:srgbClr val="000000"/>
                </a:solidFill>
                <a:latin typeface="Calibri" panose="020F0502020204030204" pitchFamily="34" charset="0"/>
              </a:rPr>
              <a:t>h. Thread concept. </a:t>
            </a:r>
          </a:p>
          <a:p>
            <a:pPr marL="760413" indent="0">
              <a:buNone/>
            </a:pPr>
            <a:endParaRPr lang="fr-FR" sz="3500" b="0" i="0" u="none" strike="noStrike" baseline="0" dirty="0">
              <a:solidFill>
                <a:srgbClr val="000000"/>
              </a:solidFill>
              <a:latin typeface="Calibri" panose="020F0502020204030204" pitchFamily="34" charset="0"/>
            </a:endParaRPr>
          </a:p>
          <a:p>
            <a:r>
              <a:rPr lang="fr-FR" sz="3500" b="1" dirty="0" err="1">
                <a:solidFill>
                  <a:srgbClr val="FF0000"/>
                </a:solidFill>
              </a:rPr>
              <a:t>Chapter</a:t>
            </a:r>
            <a:r>
              <a:rPr lang="fr-FR" sz="3500" b="1" dirty="0">
                <a:solidFill>
                  <a:srgbClr val="FF0000"/>
                </a:solidFill>
              </a:rPr>
              <a:t> 2: </a:t>
            </a:r>
            <a:r>
              <a:rPr lang="fr-FR" sz="3500" b="1" dirty="0" err="1">
                <a:solidFill>
                  <a:srgbClr val="FF0000"/>
                </a:solidFill>
              </a:rPr>
              <a:t>Synchronization</a:t>
            </a:r>
            <a:r>
              <a:rPr lang="fr-FR" sz="3500" b="1" dirty="0">
                <a:solidFill>
                  <a:srgbClr val="FF0000"/>
                </a:solidFill>
              </a:rPr>
              <a:t> </a:t>
            </a:r>
            <a:r>
              <a:rPr lang="fr-FR" sz="3500" b="1" dirty="0" err="1">
                <a:solidFill>
                  <a:srgbClr val="FF0000"/>
                </a:solidFill>
              </a:rPr>
              <a:t>between</a:t>
            </a:r>
            <a:r>
              <a:rPr lang="fr-FR" sz="3500" b="1" dirty="0">
                <a:solidFill>
                  <a:srgbClr val="FF0000"/>
                </a:solidFill>
              </a:rPr>
              <a:t> </a:t>
            </a:r>
            <a:r>
              <a:rPr lang="fr-FR" sz="3500" b="1" dirty="0" err="1">
                <a:solidFill>
                  <a:srgbClr val="FF0000"/>
                </a:solidFill>
              </a:rPr>
              <a:t>processes</a:t>
            </a:r>
            <a:r>
              <a:rPr lang="fr-FR" sz="3500" b="1" dirty="0">
                <a:solidFill>
                  <a:srgbClr val="FF0000"/>
                </a:solidFill>
              </a:rPr>
              <a:t>.</a:t>
            </a:r>
            <a:endParaRPr lang="fr-FR" sz="3500" dirty="0">
              <a:solidFill>
                <a:srgbClr val="FF0000"/>
              </a:solidFill>
            </a:endParaRPr>
          </a:p>
          <a:p>
            <a:pPr marL="717550" indent="0">
              <a:buNone/>
            </a:pPr>
            <a:r>
              <a:rPr lang="fr-FR" sz="3500" dirty="0"/>
              <a:t>a. </a:t>
            </a:r>
            <a:r>
              <a:rPr lang="fr-FR" sz="3500" dirty="0" err="1"/>
              <a:t>Mutual</a:t>
            </a:r>
            <a:r>
              <a:rPr lang="fr-FR" sz="3500" dirty="0"/>
              <a:t> exclusion </a:t>
            </a:r>
            <a:r>
              <a:rPr lang="fr-FR" sz="3500" dirty="0" err="1"/>
              <a:t>problem</a:t>
            </a:r>
            <a:r>
              <a:rPr lang="fr-FR" sz="3500" dirty="0"/>
              <a:t>.</a:t>
            </a:r>
          </a:p>
          <a:p>
            <a:pPr marL="717550" indent="0">
              <a:buNone/>
            </a:pPr>
            <a:r>
              <a:rPr lang="fr-FR" sz="3500" dirty="0"/>
              <a:t>b. </a:t>
            </a:r>
            <a:r>
              <a:rPr lang="fr-FR" sz="3500" dirty="0" err="1"/>
              <a:t>Implementation</a:t>
            </a:r>
            <a:r>
              <a:rPr lang="fr-FR" sz="3500" dirty="0"/>
              <a:t> of </a:t>
            </a:r>
            <a:r>
              <a:rPr lang="fr-FR" sz="3500" dirty="0" err="1"/>
              <a:t>mutual</a:t>
            </a:r>
            <a:r>
              <a:rPr lang="fr-FR" sz="3500" dirty="0"/>
              <a:t> exclusion (lock, alternation, Peterson, TSL, </a:t>
            </a:r>
            <a:r>
              <a:rPr lang="fr-FR" sz="3500" dirty="0" err="1"/>
              <a:t>sleep</a:t>
            </a:r>
            <a:r>
              <a:rPr lang="fr-FR" sz="3500" dirty="0"/>
              <a:t> primitives, and </a:t>
            </a:r>
            <a:r>
              <a:rPr lang="fr-FR" sz="3500" dirty="0" err="1"/>
              <a:t>wakeup</a:t>
            </a:r>
            <a:r>
              <a:rPr lang="fr-FR" sz="3500" dirty="0"/>
              <a:t>).</a:t>
            </a:r>
          </a:p>
          <a:p>
            <a:pPr marL="717550" indent="0">
              <a:buNone/>
            </a:pPr>
            <a:r>
              <a:rPr lang="fr-FR" sz="3500" dirty="0"/>
              <a:t>c. </a:t>
            </a:r>
            <a:r>
              <a:rPr lang="fr-FR" sz="3500" dirty="0" err="1"/>
              <a:t>Synchronization</a:t>
            </a:r>
            <a:r>
              <a:rPr lang="fr-FR" sz="3500" dirty="0"/>
              <a:t> </a:t>
            </a:r>
            <a:r>
              <a:rPr lang="fr-FR" sz="3500" dirty="0" err="1"/>
              <a:t>problem</a:t>
            </a:r>
            <a:r>
              <a:rPr lang="fr-FR" sz="3500" dirty="0"/>
              <a:t>.</a:t>
            </a:r>
          </a:p>
          <a:p>
            <a:pPr marL="717550" indent="0">
              <a:buNone/>
            </a:pPr>
            <a:r>
              <a:rPr lang="fr-FR" sz="3500" dirty="0"/>
              <a:t>d. </a:t>
            </a:r>
            <a:r>
              <a:rPr lang="fr-FR" sz="3500" dirty="0" err="1"/>
              <a:t>Implementing</a:t>
            </a:r>
            <a:r>
              <a:rPr lang="fr-FR" sz="3500" dirty="0"/>
              <a:t> </a:t>
            </a:r>
            <a:r>
              <a:rPr lang="fr-FR" sz="3500" dirty="0" err="1"/>
              <a:t>synchronization</a:t>
            </a:r>
            <a:r>
              <a:rPr lang="fr-FR" sz="3500" dirty="0"/>
              <a:t> (</a:t>
            </a:r>
            <a:r>
              <a:rPr lang="fr-FR" sz="3500" dirty="0" err="1"/>
              <a:t>event</a:t>
            </a:r>
            <a:r>
              <a:rPr lang="fr-FR" sz="3500" dirty="0"/>
              <a:t> </a:t>
            </a:r>
            <a:r>
              <a:rPr lang="fr-FR" sz="3500" dirty="0" err="1"/>
              <a:t>counters</a:t>
            </a:r>
            <a:r>
              <a:rPr lang="fr-FR" sz="3500" dirty="0"/>
              <a:t>, </a:t>
            </a:r>
            <a:r>
              <a:rPr lang="fr-FR" sz="3500" dirty="0" err="1"/>
              <a:t>semaphores</a:t>
            </a:r>
            <a:r>
              <a:rPr lang="fr-FR" sz="3500" dirty="0"/>
              <a:t>, monitors)</a:t>
            </a:r>
          </a:p>
          <a:p>
            <a:endParaRPr lang="fr-DZ" dirty="0"/>
          </a:p>
        </p:txBody>
      </p:sp>
    </p:spTree>
    <p:extLst>
      <p:ext uri="{BB962C8B-B14F-4D97-AF65-F5344CB8AC3E}">
        <p14:creationId xmlns:p14="http://schemas.microsoft.com/office/powerpoint/2010/main" val="2823619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A3C5B4-731C-8835-6508-D754AA26C649}"/>
              </a:ext>
            </a:extLst>
          </p:cNvPr>
          <p:cNvSpPr>
            <a:spLocks noGrp="1"/>
          </p:cNvSpPr>
          <p:nvPr>
            <p:ph idx="1"/>
          </p:nvPr>
        </p:nvSpPr>
        <p:spPr>
          <a:xfrm>
            <a:off x="640773" y="136525"/>
            <a:ext cx="10515600" cy="5665975"/>
          </a:xfrm>
        </p:spPr>
        <p:txBody>
          <a:bodyPr>
            <a:noAutofit/>
          </a:bodyPr>
          <a:lstStyle/>
          <a:p>
            <a:r>
              <a:rPr lang="fr-FR" sz="2200" b="1" dirty="0" err="1">
                <a:solidFill>
                  <a:srgbClr val="FF0000"/>
                </a:solidFill>
              </a:rPr>
              <a:t>Chapter</a:t>
            </a:r>
            <a:r>
              <a:rPr lang="fr-FR" sz="2200" b="1" dirty="0">
                <a:solidFill>
                  <a:srgbClr val="FF0000"/>
                </a:solidFill>
              </a:rPr>
              <a:t> 3: INTER-PROCESS COMMUNICATION</a:t>
            </a:r>
            <a:endParaRPr lang="fr-FR" sz="2200" dirty="0">
              <a:solidFill>
                <a:srgbClr val="FF0000"/>
              </a:solidFill>
            </a:endParaRPr>
          </a:p>
          <a:p>
            <a:pPr marL="717550" indent="0">
              <a:buNone/>
            </a:pPr>
            <a:r>
              <a:rPr lang="fr-FR" sz="2200" b="0" i="0" u="none" strike="noStrike" baseline="0" dirty="0">
                <a:solidFill>
                  <a:srgbClr val="000000"/>
                </a:solidFill>
                <a:latin typeface="Calibri" panose="020F0502020204030204" pitchFamily="34" charset="0"/>
              </a:rPr>
              <a:t>a. </a:t>
            </a:r>
            <a:r>
              <a:rPr lang="fr-FR" sz="2200" b="0" i="0" u="none" strike="noStrike" baseline="0" dirty="0" err="1">
                <a:solidFill>
                  <a:srgbClr val="000000"/>
                </a:solidFill>
                <a:latin typeface="Calibri" panose="020F0502020204030204" pitchFamily="34" charset="0"/>
              </a:rPr>
              <a:t>Problematic</a:t>
            </a:r>
            <a:r>
              <a:rPr lang="fr-FR" sz="2200" b="0" i="0" u="none" strike="noStrike" baseline="0" dirty="0">
                <a:solidFill>
                  <a:srgbClr val="000000"/>
                </a:solidFill>
                <a:latin typeface="Calibri" panose="020F0502020204030204" pitchFamily="34" charset="0"/>
              </a:rPr>
              <a:t>. </a:t>
            </a:r>
          </a:p>
          <a:p>
            <a:pPr marL="717550" indent="0">
              <a:buNone/>
            </a:pPr>
            <a:r>
              <a:rPr lang="fr-FR" sz="2200" b="0" i="0" u="none" strike="noStrike" baseline="0" dirty="0">
                <a:solidFill>
                  <a:srgbClr val="000000"/>
                </a:solidFill>
                <a:latin typeface="Calibri" panose="020F0502020204030204" pitchFamily="34" charset="0"/>
              </a:rPr>
              <a:t>b. Exchange of messages. </a:t>
            </a:r>
          </a:p>
          <a:p>
            <a:pPr marL="717550" indent="0">
              <a:buNone/>
            </a:pPr>
            <a:r>
              <a:rPr lang="fr-FR" sz="2200" b="0" i="0" u="none" strike="noStrike" baseline="0" dirty="0">
                <a:solidFill>
                  <a:srgbClr val="000000"/>
                </a:solidFill>
                <a:latin typeface="Calibri" panose="020F0502020204030204" pitchFamily="34" charset="0"/>
              </a:rPr>
              <a:t>c. Mail boxes. </a:t>
            </a:r>
          </a:p>
          <a:p>
            <a:pPr marL="717550" indent="0">
              <a:buNone/>
            </a:pPr>
            <a:r>
              <a:rPr lang="fr-CA" sz="2200" b="0" i="0" u="none" strike="noStrike" baseline="0" dirty="0">
                <a:solidFill>
                  <a:srgbClr val="000000"/>
                </a:solidFill>
                <a:latin typeface="Calibri" panose="020F0502020204030204" pitchFamily="34" charset="0"/>
              </a:rPr>
              <a:t>d. Communication tubes </a:t>
            </a:r>
            <a:r>
              <a:rPr lang="fr-CA" sz="2200" b="0" i="0" u="none" strike="noStrike" baseline="0" dirty="0" err="1">
                <a:solidFill>
                  <a:srgbClr val="000000"/>
                </a:solidFill>
                <a:latin typeface="Calibri" panose="020F0502020204030204" pitchFamily="34" charset="0"/>
              </a:rPr>
              <a:t>under</a:t>
            </a:r>
            <a:r>
              <a:rPr lang="fr-CA" sz="2200" b="0" i="0" u="none" strike="noStrike" baseline="0" dirty="0">
                <a:solidFill>
                  <a:srgbClr val="000000"/>
                </a:solidFill>
                <a:latin typeface="Calibri" panose="020F0502020204030204" pitchFamily="34" charset="0"/>
              </a:rPr>
              <a:t> Unix. </a:t>
            </a:r>
          </a:p>
          <a:p>
            <a:pPr marL="717550" indent="0">
              <a:buNone/>
            </a:pPr>
            <a:r>
              <a:rPr lang="fr-FR" sz="2200" b="0" i="0" u="none" strike="noStrike" baseline="0" dirty="0">
                <a:solidFill>
                  <a:srgbClr val="000000"/>
                </a:solidFill>
                <a:latin typeface="Calibri" panose="020F0502020204030204" pitchFamily="34" charset="0"/>
              </a:rPr>
              <a:t>e. </a:t>
            </a:r>
            <a:r>
              <a:rPr lang="fr-FR" sz="2200" b="0" i="0" u="none" strike="noStrike" baseline="0" dirty="0" err="1">
                <a:solidFill>
                  <a:srgbClr val="000000"/>
                </a:solidFill>
                <a:latin typeface="Calibri" panose="020F0502020204030204" pitchFamily="34" charset="0"/>
              </a:rPr>
              <a:t>Signals</a:t>
            </a:r>
            <a:r>
              <a:rPr lang="fr-FR" sz="2200" b="0" i="0" u="none" strike="noStrike" baseline="0" dirty="0">
                <a:solidFill>
                  <a:srgbClr val="000000"/>
                </a:solidFill>
                <a:latin typeface="Calibri" panose="020F0502020204030204" pitchFamily="34" charset="0"/>
              </a:rPr>
              <a:t>. </a:t>
            </a:r>
          </a:p>
          <a:p>
            <a:pPr marL="717550" indent="0">
              <a:buNone/>
            </a:pPr>
            <a:r>
              <a:rPr lang="en-US" sz="2200" b="0" i="0" u="none" strike="noStrike" baseline="0" dirty="0">
                <a:solidFill>
                  <a:srgbClr val="000000"/>
                </a:solidFill>
                <a:latin typeface="Calibri" panose="020F0502020204030204" pitchFamily="34" charset="0"/>
              </a:rPr>
              <a:t>f. Sharing variables (variables, files, data segments). </a:t>
            </a:r>
            <a:endParaRPr lang="fr-FR" sz="2200" b="1" dirty="0">
              <a:solidFill>
                <a:srgbClr val="FF0000"/>
              </a:solidFill>
            </a:endParaRPr>
          </a:p>
          <a:p>
            <a:pPr marL="488950" indent="0">
              <a:buNone/>
            </a:pPr>
            <a:endParaRPr lang="fr-FR" sz="2200" dirty="0"/>
          </a:p>
          <a:p>
            <a:r>
              <a:rPr lang="fr-FR" sz="2200" b="1" dirty="0" err="1">
                <a:solidFill>
                  <a:srgbClr val="FF0000"/>
                </a:solidFill>
              </a:rPr>
              <a:t>Chapter</a:t>
            </a:r>
            <a:r>
              <a:rPr lang="fr-FR" sz="2200" b="1" dirty="0">
                <a:solidFill>
                  <a:srgbClr val="FF0000"/>
                </a:solidFill>
              </a:rPr>
              <a:t> 4: DEADLOCK</a:t>
            </a:r>
            <a:endParaRPr lang="fr-FR" sz="2200" dirty="0">
              <a:solidFill>
                <a:srgbClr val="FF0000"/>
              </a:solidFill>
            </a:endParaRPr>
          </a:p>
          <a:p>
            <a:pPr marL="717550" indent="0">
              <a:buNone/>
            </a:pPr>
            <a:r>
              <a:rPr lang="fr-FR" sz="2200" b="0" i="0" u="none" strike="noStrike" baseline="0" dirty="0">
                <a:solidFill>
                  <a:srgbClr val="000000"/>
                </a:solidFill>
                <a:latin typeface="Calibri" panose="020F0502020204030204" pitchFamily="34" charset="0"/>
              </a:rPr>
              <a:t>a. Introduction. </a:t>
            </a:r>
          </a:p>
          <a:p>
            <a:pPr marL="717550" indent="0">
              <a:buNone/>
            </a:pPr>
            <a:r>
              <a:rPr lang="fr-FR" sz="2200" b="0" i="0" u="none" strike="noStrike" baseline="0" dirty="0">
                <a:solidFill>
                  <a:srgbClr val="000000"/>
                </a:solidFill>
                <a:latin typeface="Calibri" panose="020F0502020204030204" pitchFamily="34" charset="0"/>
              </a:rPr>
              <a:t>b. Deadlock. </a:t>
            </a:r>
          </a:p>
          <a:p>
            <a:pPr marL="717550" indent="0">
              <a:buNone/>
            </a:pPr>
            <a:r>
              <a:rPr lang="en-US" sz="2200" b="0" i="0" u="none" strike="noStrike" baseline="0" dirty="0">
                <a:solidFill>
                  <a:srgbClr val="000000"/>
                </a:solidFill>
                <a:latin typeface="Calibri" panose="020F0502020204030204" pitchFamily="34" charset="0"/>
              </a:rPr>
              <a:t>c. Necessary conditions for deadlock. </a:t>
            </a:r>
          </a:p>
          <a:p>
            <a:pPr marL="717550" indent="0">
              <a:buNone/>
            </a:pPr>
            <a:r>
              <a:rPr lang="en-US" sz="2200" b="0" i="0" u="none" strike="noStrike" baseline="0" dirty="0">
                <a:solidFill>
                  <a:srgbClr val="000000"/>
                </a:solidFill>
                <a:latin typeface="Calibri" panose="020F0502020204030204" pitchFamily="34" charset="0"/>
              </a:rPr>
              <a:t>d. Solutions to the deadlock problem. </a:t>
            </a:r>
          </a:p>
          <a:p>
            <a:pPr marL="717550" indent="0">
              <a:buNone/>
            </a:pPr>
            <a:r>
              <a:rPr lang="fr-FR" sz="2200" b="0" i="0" u="none" strike="noStrike" baseline="0" dirty="0">
                <a:solidFill>
                  <a:srgbClr val="000000"/>
                </a:solidFill>
                <a:latin typeface="Calibri" panose="020F0502020204030204" pitchFamily="34" charset="0"/>
              </a:rPr>
              <a:t>e. </a:t>
            </a:r>
            <a:r>
              <a:rPr lang="fr-FR" sz="2200" b="0" i="0" u="none" strike="noStrike" baseline="0" dirty="0" err="1">
                <a:solidFill>
                  <a:srgbClr val="000000"/>
                </a:solidFill>
                <a:latin typeface="Calibri" panose="020F0502020204030204" pitchFamily="34" charset="0"/>
              </a:rPr>
              <a:t>Detection</a:t>
            </a:r>
            <a:r>
              <a:rPr lang="fr-FR" sz="2200" b="0" i="0" u="none" strike="noStrike" baseline="0" dirty="0">
                <a:solidFill>
                  <a:srgbClr val="000000"/>
                </a:solidFill>
                <a:latin typeface="Calibri" panose="020F0502020204030204" pitchFamily="34" charset="0"/>
              </a:rPr>
              <a:t> and </a:t>
            </a:r>
            <a:r>
              <a:rPr lang="fr-FR" sz="2200" b="0" i="0" u="none" strike="noStrike" baseline="0" dirty="0" err="1">
                <a:solidFill>
                  <a:srgbClr val="000000"/>
                </a:solidFill>
                <a:latin typeface="Calibri" panose="020F0502020204030204" pitchFamily="34" charset="0"/>
              </a:rPr>
              <a:t>recovery</a:t>
            </a:r>
            <a:r>
              <a:rPr lang="fr-FR" sz="2200" b="0" i="0" u="none" strike="noStrike" baseline="0" dirty="0">
                <a:solidFill>
                  <a:srgbClr val="000000"/>
                </a:solidFill>
                <a:latin typeface="Calibri" panose="020F0502020204030204" pitchFamily="34" charset="0"/>
              </a:rPr>
              <a:t>. </a:t>
            </a:r>
          </a:p>
          <a:p>
            <a:pPr marL="717550" indent="0">
              <a:buNone/>
            </a:pPr>
            <a:r>
              <a:rPr lang="fr-FR" sz="2200" b="0" i="0" u="none" strike="noStrike" baseline="0" dirty="0">
                <a:solidFill>
                  <a:srgbClr val="000000"/>
                </a:solidFill>
                <a:latin typeface="Calibri" panose="020F0502020204030204" pitchFamily="34" charset="0"/>
              </a:rPr>
              <a:t>f. Deadlocks </a:t>
            </a:r>
            <a:r>
              <a:rPr lang="fr-FR" sz="2200" b="0" i="0" u="none" strike="noStrike" baseline="0" dirty="0" err="1">
                <a:solidFill>
                  <a:srgbClr val="000000"/>
                </a:solidFill>
                <a:latin typeface="Calibri" panose="020F0502020204030204" pitchFamily="34" charset="0"/>
              </a:rPr>
              <a:t>avoidance</a:t>
            </a:r>
            <a:r>
              <a:rPr lang="fr-FR" sz="2200" b="0" i="0" u="none" strike="noStrike" baseline="0" dirty="0">
                <a:solidFill>
                  <a:srgbClr val="000000"/>
                </a:solidFill>
                <a:latin typeface="Calibri" panose="020F0502020204030204" pitchFamily="34" charset="0"/>
              </a:rPr>
              <a:t>. </a:t>
            </a:r>
          </a:p>
          <a:p>
            <a:pPr marL="717550" indent="0">
              <a:buNone/>
            </a:pPr>
            <a:r>
              <a:rPr lang="en-US" sz="2200" b="0" i="0" u="none" strike="noStrike" baseline="0" dirty="0">
                <a:solidFill>
                  <a:srgbClr val="000000"/>
                </a:solidFill>
                <a:latin typeface="Calibri" panose="020F0502020204030204" pitchFamily="34" charset="0"/>
              </a:rPr>
              <a:t>g. Prevention of deadlocks: PERSONAL WORK. </a:t>
            </a:r>
            <a:endParaRPr lang="fr-DZ" sz="2200" dirty="0"/>
          </a:p>
        </p:txBody>
      </p:sp>
      <p:sp>
        <p:nvSpPr>
          <p:cNvPr id="4" name="Slide Number Placeholder 3">
            <a:extLst>
              <a:ext uri="{FF2B5EF4-FFF2-40B4-BE49-F238E27FC236}">
                <a16:creationId xmlns:a16="http://schemas.microsoft.com/office/drawing/2014/main" id="{80585A7C-1306-9693-E9C9-877D5458029B}"/>
              </a:ext>
            </a:extLst>
          </p:cNvPr>
          <p:cNvSpPr>
            <a:spLocks noGrp="1"/>
          </p:cNvSpPr>
          <p:nvPr>
            <p:ph type="sldNum" sz="quarter" idx="12"/>
          </p:nvPr>
        </p:nvSpPr>
        <p:spPr/>
        <p:txBody>
          <a:bodyPr/>
          <a:lstStyle/>
          <a:p>
            <a:fld id="{AE542B33-DB44-41E8-8F43-C86F545B5A10}" type="slidenum">
              <a:rPr lang="fr-DZ" smtClean="0"/>
              <a:t>5</a:t>
            </a:fld>
            <a:endParaRPr lang="fr-DZ" dirty="0"/>
          </a:p>
        </p:txBody>
      </p:sp>
    </p:spTree>
    <p:extLst>
      <p:ext uri="{BB962C8B-B14F-4D97-AF65-F5344CB8AC3E}">
        <p14:creationId xmlns:p14="http://schemas.microsoft.com/office/powerpoint/2010/main" val="533320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6ADCE5-FEF4-30AA-34D9-33AD7641ED48}"/>
              </a:ext>
            </a:extLst>
          </p:cNvPr>
          <p:cNvSpPr>
            <a:spLocks noGrp="1"/>
          </p:cNvSpPr>
          <p:nvPr>
            <p:ph idx="1"/>
          </p:nvPr>
        </p:nvSpPr>
        <p:spPr>
          <a:xfrm>
            <a:off x="401782" y="1800081"/>
            <a:ext cx="11381509" cy="4351338"/>
          </a:xfrm>
        </p:spPr>
        <p:txBody>
          <a:bodyPr/>
          <a:lstStyle/>
          <a:p>
            <a:pPr marL="0" indent="0" algn="ctr">
              <a:buNone/>
            </a:pPr>
            <a:r>
              <a:rPr lang="fr-FR" sz="5500" b="1" dirty="0" err="1">
                <a:solidFill>
                  <a:srgbClr val="FF0000"/>
                </a:solidFill>
              </a:rPr>
              <a:t>Chapter</a:t>
            </a:r>
            <a:r>
              <a:rPr lang="fr-FR" sz="5500" b="1" dirty="0">
                <a:solidFill>
                  <a:srgbClr val="FF0000"/>
                </a:solidFill>
              </a:rPr>
              <a:t> 1: </a:t>
            </a:r>
          </a:p>
          <a:p>
            <a:pPr marL="0" indent="0">
              <a:buNone/>
            </a:pPr>
            <a:r>
              <a:rPr lang="en-US" sz="5000" b="1" dirty="0"/>
              <a:t>Notions of parallelism, cooperation and competition.</a:t>
            </a:r>
            <a:endParaRPr lang="fr-FR" sz="5000" dirty="0"/>
          </a:p>
          <a:p>
            <a:pPr marL="0" indent="0">
              <a:buNone/>
            </a:pPr>
            <a:endParaRPr lang="fr-DZ" dirty="0"/>
          </a:p>
        </p:txBody>
      </p:sp>
      <p:sp>
        <p:nvSpPr>
          <p:cNvPr id="4" name="Espace réservé du numéro de diapositive 3">
            <a:extLst>
              <a:ext uri="{FF2B5EF4-FFF2-40B4-BE49-F238E27FC236}">
                <a16:creationId xmlns:a16="http://schemas.microsoft.com/office/drawing/2014/main" id="{DB23E756-0AF2-37B0-9BCF-07964D690500}"/>
              </a:ext>
            </a:extLst>
          </p:cNvPr>
          <p:cNvSpPr>
            <a:spLocks noGrp="1"/>
          </p:cNvSpPr>
          <p:nvPr>
            <p:ph type="sldNum" sz="quarter" idx="12"/>
          </p:nvPr>
        </p:nvSpPr>
        <p:spPr/>
        <p:txBody>
          <a:bodyPr/>
          <a:lstStyle/>
          <a:p>
            <a:fld id="{AE542B33-DB44-41E8-8F43-C86F545B5A10}" type="slidenum">
              <a:rPr lang="fr-DZ" smtClean="0"/>
              <a:t>6</a:t>
            </a:fld>
            <a:endParaRPr lang="fr-DZ"/>
          </a:p>
        </p:txBody>
      </p:sp>
    </p:spTree>
    <p:extLst>
      <p:ext uri="{BB962C8B-B14F-4D97-AF65-F5344CB8AC3E}">
        <p14:creationId xmlns:p14="http://schemas.microsoft.com/office/powerpoint/2010/main" val="273037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F3F3FE1-BEC4-F3D8-3F8C-4FC5EB2DB14C}"/>
              </a:ext>
            </a:extLst>
          </p:cNvPr>
          <p:cNvPicPr>
            <a:picLocks noChangeAspect="1"/>
          </p:cNvPicPr>
          <p:nvPr/>
        </p:nvPicPr>
        <p:blipFill>
          <a:blip r:embed="rId2"/>
          <a:stretch>
            <a:fillRect/>
          </a:stretch>
        </p:blipFill>
        <p:spPr>
          <a:xfrm>
            <a:off x="4425752" y="1855573"/>
            <a:ext cx="2468534" cy="1911123"/>
          </a:xfrm>
          <a:prstGeom prst="rect">
            <a:avLst/>
          </a:prstGeom>
        </p:spPr>
      </p:pic>
      <p:pic>
        <p:nvPicPr>
          <p:cNvPr id="5" name="Image 4">
            <a:extLst>
              <a:ext uri="{FF2B5EF4-FFF2-40B4-BE49-F238E27FC236}">
                <a16:creationId xmlns:a16="http://schemas.microsoft.com/office/drawing/2014/main" id="{1623E62C-21E9-27FC-C13F-16A9150B5235}"/>
              </a:ext>
            </a:extLst>
          </p:cNvPr>
          <p:cNvPicPr>
            <a:picLocks noChangeAspect="1"/>
          </p:cNvPicPr>
          <p:nvPr/>
        </p:nvPicPr>
        <p:blipFill>
          <a:blip r:embed="rId3"/>
          <a:stretch>
            <a:fillRect/>
          </a:stretch>
        </p:blipFill>
        <p:spPr>
          <a:xfrm>
            <a:off x="1659011" y="3586074"/>
            <a:ext cx="2162407" cy="1704975"/>
          </a:xfrm>
          <a:prstGeom prst="rect">
            <a:avLst/>
          </a:prstGeom>
        </p:spPr>
      </p:pic>
      <p:pic>
        <p:nvPicPr>
          <p:cNvPr id="7" name="Image 6">
            <a:extLst>
              <a:ext uri="{FF2B5EF4-FFF2-40B4-BE49-F238E27FC236}">
                <a16:creationId xmlns:a16="http://schemas.microsoft.com/office/drawing/2014/main" id="{2442A852-7E7B-920C-984E-A42ABF0514B4}"/>
              </a:ext>
            </a:extLst>
          </p:cNvPr>
          <p:cNvPicPr>
            <a:picLocks noChangeAspect="1"/>
          </p:cNvPicPr>
          <p:nvPr/>
        </p:nvPicPr>
        <p:blipFill>
          <a:blip r:embed="rId4"/>
          <a:stretch>
            <a:fillRect/>
          </a:stretch>
        </p:blipFill>
        <p:spPr>
          <a:xfrm>
            <a:off x="7036893" y="4088606"/>
            <a:ext cx="2414892" cy="1911123"/>
          </a:xfrm>
          <a:prstGeom prst="rect">
            <a:avLst/>
          </a:prstGeom>
        </p:spPr>
      </p:pic>
      <p:sp>
        <p:nvSpPr>
          <p:cNvPr id="8" name="ZoneTexte 7">
            <a:extLst>
              <a:ext uri="{FF2B5EF4-FFF2-40B4-BE49-F238E27FC236}">
                <a16:creationId xmlns:a16="http://schemas.microsoft.com/office/drawing/2014/main" id="{82902D88-6D2F-0933-4116-8785A1590E2F}"/>
              </a:ext>
            </a:extLst>
          </p:cNvPr>
          <p:cNvSpPr txBox="1"/>
          <p:nvPr/>
        </p:nvSpPr>
        <p:spPr>
          <a:xfrm>
            <a:off x="798286" y="548305"/>
            <a:ext cx="6096000" cy="923330"/>
          </a:xfrm>
          <a:prstGeom prst="rect">
            <a:avLst/>
          </a:prstGeom>
          <a:noFill/>
        </p:spPr>
        <p:txBody>
          <a:bodyPr wrap="square">
            <a:spAutoFit/>
          </a:bodyPr>
          <a:lstStyle/>
          <a:p>
            <a:r>
              <a:rPr lang="fr-CA" sz="5400" b="1" dirty="0"/>
              <a:t>B</a:t>
            </a:r>
            <a:r>
              <a:rPr lang="fr-DZ" sz="5400" b="1" dirty="0" err="1"/>
              <a:t>asic</a:t>
            </a:r>
            <a:r>
              <a:rPr lang="fr-DZ" sz="5400" b="1" dirty="0"/>
              <a:t> concepts</a:t>
            </a:r>
          </a:p>
        </p:txBody>
      </p:sp>
    </p:spTree>
    <p:extLst>
      <p:ext uri="{BB962C8B-B14F-4D97-AF65-F5344CB8AC3E}">
        <p14:creationId xmlns:p14="http://schemas.microsoft.com/office/powerpoint/2010/main" val="335454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0F9A1BF-7B15-ED9F-EA47-32BFE6639901}"/>
              </a:ext>
            </a:extLst>
          </p:cNvPr>
          <p:cNvSpPr txBox="1"/>
          <p:nvPr/>
        </p:nvSpPr>
        <p:spPr>
          <a:xfrm>
            <a:off x="474133" y="1854747"/>
            <a:ext cx="10792178" cy="2677656"/>
          </a:xfrm>
          <a:prstGeom prst="rect">
            <a:avLst/>
          </a:prstGeom>
          <a:noFill/>
        </p:spPr>
        <p:txBody>
          <a:bodyPr wrap="square">
            <a:spAutoFit/>
          </a:bodyPr>
          <a:lstStyle/>
          <a:p>
            <a:r>
              <a:rPr lang="fr-DZ" sz="2800" dirty="0"/>
              <a:t>A process </a:t>
            </a:r>
            <a:r>
              <a:rPr lang="fr-DZ" sz="2800" dirty="0" err="1"/>
              <a:t>is</a:t>
            </a:r>
            <a:r>
              <a:rPr lang="fr-DZ" sz="2800" dirty="0"/>
              <a:t> a program in </a:t>
            </a:r>
            <a:r>
              <a:rPr lang="fr-DZ" sz="2800" dirty="0" err="1"/>
              <a:t>execution</a:t>
            </a:r>
            <a:r>
              <a:rPr lang="fr-DZ" sz="2800" dirty="0"/>
              <a:t>. The code and data are </a:t>
            </a:r>
            <a:r>
              <a:rPr lang="fr-DZ" sz="2800" dirty="0" err="1"/>
              <a:t>loaded</a:t>
            </a:r>
            <a:r>
              <a:rPr lang="fr-DZ" sz="2800" dirty="0"/>
              <a:t> </a:t>
            </a:r>
            <a:r>
              <a:rPr lang="fr-DZ" sz="2800" dirty="0" err="1"/>
              <a:t>into</a:t>
            </a:r>
            <a:r>
              <a:rPr lang="fr-DZ" sz="2800" dirty="0"/>
              <a:t> M.C, and the instructions are </a:t>
            </a:r>
            <a:r>
              <a:rPr lang="fr-DZ" sz="2800" dirty="0" err="1"/>
              <a:t>executed</a:t>
            </a:r>
            <a:r>
              <a:rPr lang="fr-DZ" sz="2800" dirty="0"/>
              <a:t> </a:t>
            </a:r>
            <a:r>
              <a:rPr lang="fr-DZ" sz="2800" dirty="0" err="1"/>
              <a:t>sequentially</a:t>
            </a:r>
            <a:r>
              <a:rPr lang="fr-DZ" sz="2800" dirty="0"/>
              <a:t> by the processor.</a:t>
            </a:r>
            <a:endParaRPr lang="fr-CA" sz="2800" dirty="0"/>
          </a:p>
          <a:p>
            <a:endParaRPr lang="fr-CA" sz="2800" dirty="0"/>
          </a:p>
          <a:p>
            <a:r>
              <a:rPr lang="fr-DZ" sz="2800" dirty="0" err="1"/>
              <a:t>Usually</a:t>
            </a:r>
            <a:r>
              <a:rPr lang="fr-DZ" sz="2800" dirty="0"/>
              <a:t>, a process has a single </a:t>
            </a:r>
            <a:r>
              <a:rPr lang="fr-DZ" sz="2800" dirty="0" err="1"/>
              <a:t>controlling</a:t>
            </a:r>
            <a:r>
              <a:rPr lang="fr-DZ" sz="2800" dirty="0"/>
              <a:t> thread, i.e. a single set of machine instructions </a:t>
            </a:r>
            <a:r>
              <a:rPr lang="fr-DZ" sz="2800" dirty="0" err="1"/>
              <a:t>executing</a:t>
            </a:r>
            <a:r>
              <a:rPr lang="fr-DZ" sz="2800" dirty="0"/>
              <a:t> at </a:t>
            </a:r>
            <a:r>
              <a:rPr lang="fr-DZ" sz="2800" dirty="0" err="1"/>
              <a:t>any</a:t>
            </a:r>
            <a:r>
              <a:rPr lang="fr-DZ" sz="2800" dirty="0"/>
              <a:t> </a:t>
            </a:r>
            <a:r>
              <a:rPr lang="fr-DZ" sz="2800" dirty="0" err="1"/>
              <a:t>given</a:t>
            </a:r>
            <a:r>
              <a:rPr lang="fr-DZ" sz="2800" dirty="0"/>
              <a:t> time. It can </a:t>
            </a:r>
            <a:r>
              <a:rPr lang="fr-DZ" sz="2800" dirty="0" err="1"/>
              <a:t>also</a:t>
            </a:r>
            <a:r>
              <a:rPr lang="fr-DZ" sz="2800" dirty="0"/>
              <a:t> have </a:t>
            </a:r>
            <a:r>
              <a:rPr lang="fr-DZ" sz="2800" dirty="0" err="1"/>
              <a:t>several</a:t>
            </a:r>
            <a:r>
              <a:rPr lang="fr-DZ" sz="2800" dirty="0"/>
              <a:t> </a:t>
            </a:r>
            <a:r>
              <a:rPr lang="fr-DZ" sz="2800" dirty="0" err="1"/>
              <a:t>execution</a:t>
            </a:r>
            <a:r>
              <a:rPr lang="fr-DZ" sz="2800" dirty="0"/>
              <a:t> flows (</a:t>
            </a:r>
            <a:r>
              <a:rPr lang="fr-DZ" sz="2800" dirty="0" err="1"/>
              <a:t>multi-threaded</a:t>
            </a:r>
            <a:r>
              <a:rPr lang="fr-DZ" sz="2800" dirty="0"/>
              <a:t>).</a:t>
            </a:r>
          </a:p>
        </p:txBody>
      </p:sp>
      <p:sp>
        <p:nvSpPr>
          <p:cNvPr id="4" name="ZoneTexte 3">
            <a:extLst>
              <a:ext uri="{FF2B5EF4-FFF2-40B4-BE49-F238E27FC236}">
                <a16:creationId xmlns:a16="http://schemas.microsoft.com/office/drawing/2014/main" id="{CC6DCEB2-0F26-4354-F22B-8A7A1FD3CDE7}"/>
              </a:ext>
            </a:extLst>
          </p:cNvPr>
          <p:cNvSpPr txBox="1"/>
          <p:nvPr/>
        </p:nvSpPr>
        <p:spPr>
          <a:xfrm>
            <a:off x="624115" y="519276"/>
            <a:ext cx="6096000" cy="923330"/>
          </a:xfrm>
          <a:prstGeom prst="rect">
            <a:avLst/>
          </a:prstGeom>
          <a:noFill/>
        </p:spPr>
        <p:txBody>
          <a:bodyPr wrap="square">
            <a:spAutoFit/>
          </a:bodyPr>
          <a:lstStyle/>
          <a:p>
            <a:r>
              <a:rPr lang="fr-CA" sz="5400" b="1" dirty="0">
                <a:solidFill>
                  <a:srgbClr val="FF0000"/>
                </a:solidFill>
              </a:rPr>
              <a:t>Process</a:t>
            </a:r>
            <a:endParaRPr lang="fr-DZ" sz="5400" b="1" dirty="0">
              <a:solidFill>
                <a:srgbClr val="FF0000"/>
              </a:solidFill>
            </a:endParaRPr>
          </a:p>
        </p:txBody>
      </p:sp>
    </p:spTree>
    <p:extLst>
      <p:ext uri="{BB962C8B-B14F-4D97-AF65-F5344CB8AC3E}">
        <p14:creationId xmlns:p14="http://schemas.microsoft.com/office/powerpoint/2010/main" val="2154431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9267455-7997-28E6-B4E0-9BF3BC360E2A}"/>
              </a:ext>
            </a:extLst>
          </p:cNvPr>
          <p:cNvSpPr txBox="1"/>
          <p:nvPr/>
        </p:nvSpPr>
        <p:spPr>
          <a:xfrm>
            <a:off x="624115" y="519276"/>
            <a:ext cx="6096000" cy="923330"/>
          </a:xfrm>
          <a:prstGeom prst="rect">
            <a:avLst/>
          </a:prstGeom>
          <a:noFill/>
        </p:spPr>
        <p:txBody>
          <a:bodyPr wrap="square">
            <a:spAutoFit/>
          </a:bodyPr>
          <a:lstStyle/>
          <a:p>
            <a:r>
              <a:rPr lang="fr-CA" sz="5400" b="1" dirty="0">
                <a:solidFill>
                  <a:srgbClr val="FF0000"/>
                </a:solidFill>
              </a:rPr>
              <a:t>Thread </a:t>
            </a:r>
          </a:p>
        </p:txBody>
      </p:sp>
      <p:sp>
        <p:nvSpPr>
          <p:cNvPr id="6" name="ZoneTexte 5">
            <a:extLst>
              <a:ext uri="{FF2B5EF4-FFF2-40B4-BE49-F238E27FC236}">
                <a16:creationId xmlns:a16="http://schemas.microsoft.com/office/drawing/2014/main" id="{A4C23B2E-9BC0-3FDE-C147-DE85EE926872}"/>
              </a:ext>
            </a:extLst>
          </p:cNvPr>
          <p:cNvSpPr txBox="1"/>
          <p:nvPr/>
        </p:nvSpPr>
        <p:spPr>
          <a:xfrm>
            <a:off x="624115" y="1872102"/>
            <a:ext cx="11567885" cy="2677656"/>
          </a:xfrm>
          <a:prstGeom prst="rect">
            <a:avLst/>
          </a:prstGeom>
          <a:noFill/>
        </p:spPr>
        <p:txBody>
          <a:bodyPr wrap="square">
            <a:spAutoFit/>
          </a:bodyPr>
          <a:lstStyle/>
          <a:p>
            <a:pPr marL="457200" indent="-457200">
              <a:buFont typeface="Arial" panose="020B0604020202020204" pitchFamily="34" charset="0"/>
              <a:buChar char="•"/>
            </a:pPr>
            <a:r>
              <a:rPr lang="fr-DZ" sz="2800" dirty="0"/>
              <a:t>Thread (</a:t>
            </a:r>
            <a:r>
              <a:rPr lang="fr-DZ" sz="2800" dirty="0" err="1"/>
              <a:t>lightweight</a:t>
            </a:r>
            <a:r>
              <a:rPr lang="fr-DZ" sz="2800" dirty="0"/>
              <a:t> process) </a:t>
            </a:r>
            <a:r>
              <a:rPr lang="fr-DZ" sz="2800" dirty="0" err="1"/>
              <a:t>is</a:t>
            </a:r>
            <a:r>
              <a:rPr lang="fr-DZ" sz="2800" dirty="0"/>
              <a:t> a </a:t>
            </a:r>
            <a:r>
              <a:rPr lang="fr-DZ" sz="2800" dirty="0" err="1"/>
              <a:t>sequential</a:t>
            </a:r>
            <a:r>
              <a:rPr lang="fr-DZ" sz="2800" dirty="0"/>
              <a:t> </a:t>
            </a:r>
            <a:r>
              <a:rPr lang="fr-DZ" sz="2800" dirty="0" err="1"/>
              <a:t>subset</a:t>
            </a:r>
            <a:r>
              <a:rPr lang="fr-DZ" sz="2800" dirty="0"/>
              <a:t> of instructions </a:t>
            </a:r>
            <a:r>
              <a:rPr lang="fr-DZ" sz="2800" dirty="0" err="1"/>
              <a:t>within</a:t>
            </a:r>
            <a:r>
              <a:rPr lang="fr-DZ" sz="2800" dirty="0"/>
              <a:t> a process. </a:t>
            </a:r>
            <a:endParaRPr lang="fr-CA" sz="2800" dirty="0"/>
          </a:p>
          <a:p>
            <a:pPr marL="457200" indent="-457200">
              <a:buFont typeface="Arial" panose="020B0604020202020204" pitchFamily="34" charset="0"/>
              <a:buChar char="•"/>
            </a:pPr>
            <a:r>
              <a:rPr lang="fr-DZ" sz="2800" dirty="0" err="1"/>
              <a:t>Several</a:t>
            </a:r>
            <a:r>
              <a:rPr lang="fr-DZ" sz="2800" dirty="0"/>
              <a:t> threads can run at the </a:t>
            </a:r>
            <a:r>
              <a:rPr lang="fr-DZ" sz="2800" dirty="0" err="1"/>
              <a:t>same</a:t>
            </a:r>
            <a:r>
              <a:rPr lang="fr-DZ" sz="2800" dirty="0"/>
              <a:t> time (</a:t>
            </a:r>
            <a:r>
              <a:rPr lang="fr-DZ" sz="2800" dirty="0" err="1"/>
              <a:t>concurrently</a:t>
            </a:r>
            <a:r>
              <a:rPr lang="fr-DZ" sz="2800" dirty="0"/>
              <a:t> on a </a:t>
            </a:r>
            <a:r>
              <a:rPr lang="fr-DZ" sz="2800" dirty="0" err="1"/>
              <a:t>uniprocessor</a:t>
            </a:r>
            <a:r>
              <a:rPr lang="fr-DZ" sz="2800" dirty="0"/>
              <a:t> machine, in </a:t>
            </a:r>
            <a:r>
              <a:rPr lang="fr-DZ" sz="2800" dirty="0" err="1"/>
              <a:t>parallel</a:t>
            </a:r>
            <a:r>
              <a:rPr lang="fr-DZ" sz="2800" dirty="0"/>
              <a:t> on a </a:t>
            </a:r>
            <a:r>
              <a:rPr lang="fr-DZ" sz="2800" dirty="0" err="1"/>
              <a:t>multiprocessor</a:t>
            </a:r>
            <a:r>
              <a:rPr lang="fr-DZ" sz="2800" dirty="0"/>
              <a:t> machine)</a:t>
            </a:r>
            <a:endParaRPr lang="fr-CA" sz="2800" dirty="0"/>
          </a:p>
          <a:p>
            <a:pPr marL="457200" indent="-457200">
              <a:buFont typeface="Arial" panose="020B0604020202020204" pitchFamily="34" charset="0"/>
              <a:buChar char="•"/>
            </a:pPr>
            <a:r>
              <a:rPr lang="en-US" sz="2800" dirty="0"/>
              <a:t>such as the Word text editor having </a:t>
            </a:r>
            <a:r>
              <a:rPr lang="en-US" sz="2800" b="1" dirty="0"/>
              <a:t>two threads</a:t>
            </a:r>
            <a:r>
              <a:rPr lang="en-US" sz="2800" dirty="0"/>
              <a:t>: one which </a:t>
            </a:r>
            <a:r>
              <a:rPr lang="en-US" sz="2800" b="1" dirty="0"/>
              <a:t>controls the input</a:t>
            </a:r>
            <a:r>
              <a:rPr lang="en-US" sz="2800" dirty="0"/>
              <a:t>, and another thread that performs </a:t>
            </a:r>
            <a:r>
              <a:rPr lang="en-US" sz="2800" b="1" dirty="0"/>
              <a:t>periodic automatic saving</a:t>
            </a:r>
            <a:r>
              <a:rPr lang="en-US" sz="2800" dirty="0"/>
              <a:t>. </a:t>
            </a:r>
            <a:endParaRPr lang="fr-DZ" sz="2800" dirty="0"/>
          </a:p>
        </p:txBody>
      </p:sp>
    </p:spTree>
    <p:extLst>
      <p:ext uri="{BB962C8B-B14F-4D97-AF65-F5344CB8AC3E}">
        <p14:creationId xmlns:p14="http://schemas.microsoft.com/office/powerpoint/2010/main" val="432557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068FD3F1-7D85-580B-989E-18397F769DE3}"/>
              </a:ext>
            </a:extLst>
          </p:cNvPr>
          <p:cNvPicPr>
            <a:picLocks noChangeAspect="1"/>
          </p:cNvPicPr>
          <p:nvPr/>
        </p:nvPicPr>
        <p:blipFill>
          <a:blip r:embed="rId2"/>
          <a:stretch>
            <a:fillRect/>
          </a:stretch>
        </p:blipFill>
        <p:spPr>
          <a:xfrm>
            <a:off x="3009537" y="643467"/>
            <a:ext cx="6172925" cy="5571065"/>
          </a:xfrm>
          <a:prstGeom prst="rect">
            <a:avLst/>
          </a:prstGeom>
          <a:ln>
            <a:noFill/>
          </a:ln>
        </p:spPr>
      </p:pic>
    </p:spTree>
    <p:extLst>
      <p:ext uri="{BB962C8B-B14F-4D97-AF65-F5344CB8AC3E}">
        <p14:creationId xmlns:p14="http://schemas.microsoft.com/office/powerpoint/2010/main" val="206854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3273FE6-7F5A-DDA7-F632-E7EDD3EF12DA}"/>
              </a:ext>
            </a:extLst>
          </p:cNvPr>
          <p:cNvSpPr txBox="1"/>
          <p:nvPr/>
        </p:nvSpPr>
        <p:spPr>
          <a:xfrm>
            <a:off x="581378" y="515245"/>
            <a:ext cx="11029244" cy="830997"/>
          </a:xfrm>
          <a:prstGeom prst="rect">
            <a:avLst/>
          </a:prstGeom>
          <a:noFill/>
        </p:spPr>
        <p:txBody>
          <a:bodyPr wrap="square">
            <a:spAutoFit/>
          </a:bodyPr>
          <a:lstStyle/>
          <a:p>
            <a:r>
              <a:rPr lang="fr-CA" sz="4800" b="1" dirty="0">
                <a:solidFill>
                  <a:srgbClr val="FF0000"/>
                </a:solidFill>
              </a:rPr>
              <a:t>T</a:t>
            </a:r>
            <a:r>
              <a:rPr lang="fr-DZ" sz="4800" b="1" dirty="0" err="1">
                <a:solidFill>
                  <a:srgbClr val="FF0000"/>
                </a:solidFill>
              </a:rPr>
              <a:t>he</a:t>
            </a:r>
            <a:r>
              <a:rPr lang="fr-DZ" sz="4800" b="1" dirty="0">
                <a:solidFill>
                  <a:srgbClr val="FF0000"/>
                </a:solidFill>
              </a:rPr>
              <a:t> </a:t>
            </a:r>
            <a:r>
              <a:rPr lang="fr-DZ" sz="4800" b="1" dirty="0" err="1">
                <a:solidFill>
                  <a:srgbClr val="FF0000"/>
                </a:solidFill>
              </a:rPr>
              <a:t>advantages</a:t>
            </a:r>
            <a:r>
              <a:rPr lang="fr-DZ" sz="4800" b="1" dirty="0">
                <a:solidFill>
                  <a:srgbClr val="FF0000"/>
                </a:solidFill>
              </a:rPr>
              <a:t> of the thread </a:t>
            </a:r>
            <a:r>
              <a:rPr lang="fr-DZ" sz="4800" b="1" dirty="0" err="1">
                <a:solidFill>
                  <a:srgbClr val="FF0000"/>
                </a:solidFill>
              </a:rPr>
              <a:t>approach</a:t>
            </a:r>
            <a:endParaRPr lang="fr-DZ" sz="4800" b="1" dirty="0">
              <a:solidFill>
                <a:srgbClr val="FF0000"/>
              </a:solidFill>
            </a:endParaRPr>
          </a:p>
        </p:txBody>
      </p:sp>
      <p:sp>
        <p:nvSpPr>
          <p:cNvPr id="7" name="ZoneTexte 6">
            <a:extLst>
              <a:ext uri="{FF2B5EF4-FFF2-40B4-BE49-F238E27FC236}">
                <a16:creationId xmlns:a16="http://schemas.microsoft.com/office/drawing/2014/main" id="{64920B16-B64E-6344-87A9-01C84E63E65B}"/>
              </a:ext>
            </a:extLst>
          </p:cNvPr>
          <p:cNvSpPr txBox="1"/>
          <p:nvPr/>
        </p:nvSpPr>
        <p:spPr>
          <a:xfrm>
            <a:off x="778934" y="1854748"/>
            <a:ext cx="10950222" cy="2677656"/>
          </a:xfrm>
          <a:prstGeom prst="rect">
            <a:avLst/>
          </a:prstGeom>
          <a:noFill/>
        </p:spPr>
        <p:txBody>
          <a:bodyPr wrap="square">
            <a:spAutoFit/>
          </a:bodyPr>
          <a:lstStyle/>
          <a:p>
            <a:pPr marL="457200" indent="-457200">
              <a:buFont typeface="Arial" panose="020B0604020202020204" pitchFamily="34" charset="0"/>
              <a:buChar char="•"/>
            </a:pPr>
            <a:r>
              <a:rPr lang="fr-DZ" sz="2800" dirty="0"/>
              <a:t>In </a:t>
            </a:r>
            <a:r>
              <a:rPr lang="fr-DZ" sz="2800" dirty="0" err="1"/>
              <a:t>many</a:t>
            </a:r>
            <a:r>
              <a:rPr lang="fr-DZ" sz="2800" dirty="0"/>
              <a:t> applications, </a:t>
            </a:r>
            <a:r>
              <a:rPr lang="fr-DZ" sz="2800" dirty="0" err="1"/>
              <a:t>several</a:t>
            </a:r>
            <a:r>
              <a:rPr lang="fr-DZ" sz="2800" dirty="0"/>
              <a:t> </a:t>
            </a:r>
            <a:r>
              <a:rPr lang="fr-DZ" sz="2800" dirty="0" err="1"/>
              <a:t>tasks</a:t>
            </a:r>
            <a:r>
              <a:rPr lang="fr-DZ" sz="2800" dirty="0"/>
              <a:t> are </a:t>
            </a:r>
            <a:r>
              <a:rPr lang="fr-DZ" sz="2800" dirty="0" err="1"/>
              <a:t>performed</a:t>
            </a:r>
            <a:r>
              <a:rPr lang="fr-DZ" sz="2800" dirty="0"/>
              <a:t> </a:t>
            </a:r>
            <a:r>
              <a:rPr lang="fr-DZ" sz="2800" dirty="0" err="1"/>
              <a:t>simultaneously</a:t>
            </a:r>
            <a:r>
              <a:rPr lang="fr-DZ" sz="2800" dirty="0"/>
              <a:t>, </a:t>
            </a:r>
            <a:r>
              <a:rPr lang="fr-DZ" sz="2800" dirty="0" err="1"/>
              <a:t>which</a:t>
            </a:r>
            <a:r>
              <a:rPr lang="fr-DZ" sz="2800" dirty="0"/>
              <a:t> </a:t>
            </a:r>
            <a:r>
              <a:rPr lang="fr-DZ" sz="2800" dirty="0" err="1"/>
              <a:t>allows</a:t>
            </a:r>
            <a:r>
              <a:rPr lang="fr-DZ" sz="2800" dirty="0"/>
              <a:t> pseudo-</a:t>
            </a:r>
            <a:r>
              <a:rPr lang="fr-DZ" sz="2800" dirty="0" err="1"/>
              <a:t>parallelism</a:t>
            </a:r>
            <a:r>
              <a:rPr lang="fr-DZ" sz="2800" dirty="0"/>
              <a:t> (</a:t>
            </a:r>
            <a:r>
              <a:rPr lang="fr-DZ" sz="2800" dirty="0" err="1"/>
              <a:t>overlap</a:t>
            </a:r>
            <a:r>
              <a:rPr lang="fr-DZ" sz="2800" dirty="0"/>
              <a:t> </a:t>
            </a:r>
            <a:r>
              <a:rPr lang="fr-DZ" sz="2800" dirty="0" err="1"/>
              <a:t>between</a:t>
            </a:r>
            <a:r>
              <a:rPr lang="fr-DZ" sz="2800" dirty="0"/>
              <a:t> </a:t>
            </a:r>
            <a:r>
              <a:rPr lang="fr-DZ" sz="2800" dirty="0" err="1"/>
              <a:t>tasks</a:t>
            </a:r>
            <a:r>
              <a:rPr lang="fr-DZ" sz="2800" dirty="0"/>
              <a:t>), </a:t>
            </a:r>
            <a:r>
              <a:rPr lang="fr-DZ" sz="2800" dirty="0" err="1"/>
              <a:t>offering</a:t>
            </a:r>
            <a:r>
              <a:rPr lang="fr-DZ" sz="2800" dirty="0"/>
              <a:t> more </a:t>
            </a:r>
            <a:r>
              <a:rPr lang="fr-DZ" sz="2800" dirty="0" err="1"/>
              <a:t>execution</a:t>
            </a:r>
            <a:r>
              <a:rPr lang="fr-DZ" sz="2800" dirty="0"/>
              <a:t> time </a:t>
            </a:r>
            <a:r>
              <a:rPr lang="fr-DZ" sz="2800" dirty="0" err="1"/>
              <a:t>savings</a:t>
            </a:r>
            <a:r>
              <a:rPr lang="fr-DZ" sz="2800" dirty="0"/>
              <a:t>. </a:t>
            </a:r>
            <a:endParaRPr lang="fr-CA" sz="2800" dirty="0"/>
          </a:p>
          <a:p>
            <a:pPr marL="457200" indent="-457200">
              <a:buFont typeface="Arial" panose="020B0604020202020204" pitchFamily="34" charset="0"/>
              <a:buChar char="•"/>
            </a:pPr>
            <a:r>
              <a:rPr lang="fr-DZ" sz="2800" dirty="0"/>
              <a:t>Threads </a:t>
            </a:r>
            <a:r>
              <a:rPr lang="fr-DZ" sz="2800" dirty="0" err="1"/>
              <a:t>share</a:t>
            </a:r>
            <a:r>
              <a:rPr lang="fr-DZ" sz="2800" dirty="0"/>
              <a:t> </a:t>
            </a:r>
            <a:r>
              <a:rPr lang="fr-DZ" sz="2800" dirty="0" err="1"/>
              <a:t>resources</a:t>
            </a:r>
            <a:r>
              <a:rPr lang="fr-DZ" sz="2800" dirty="0"/>
              <a:t> like memory </a:t>
            </a:r>
            <a:r>
              <a:rPr lang="fr-DZ" sz="2800" dirty="0" err="1"/>
              <a:t>space</a:t>
            </a:r>
            <a:r>
              <a:rPr lang="fr-DZ" sz="2800" dirty="0"/>
              <a:t>. </a:t>
            </a:r>
            <a:endParaRPr lang="fr-CA" sz="2800" dirty="0"/>
          </a:p>
          <a:p>
            <a:pPr marL="457200" indent="-457200">
              <a:buFont typeface="Arial" panose="020B0604020202020204" pitchFamily="34" charset="0"/>
              <a:buChar char="•"/>
            </a:pPr>
            <a:r>
              <a:rPr lang="fr-DZ" sz="2800" dirty="0"/>
              <a:t>Threads are </a:t>
            </a:r>
            <a:r>
              <a:rPr lang="fr-DZ" sz="2800" dirty="0" err="1"/>
              <a:t>faster</a:t>
            </a:r>
            <a:r>
              <a:rPr lang="fr-DZ" sz="2800" dirty="0"/>
              <a:t> to </a:t>
            </a:r>
            <a:r>
              <a:rPr lang="fr-DZ" sz="2800" dirty="0" err="1"/>
              <a:t>create</a:t>
            </a:r>
            <a:r>
              <a:rPr lang="fr-DZ" sz="2800" dirty="0"/>
              <a:t> and destroy (</a:t>
            </a:r>
            <a:r>
              <a:rPr lang="fr-DZ" sz="2800" dirty="0" err="1"/>
              <a:t>lightweight</a:t>
            </a:r>
            <a:r>
              <a:rPr lang="fr-DZ" sz="2800" dirty="0"/>
              <a:t> </a:t>
            </a:r>
            <a:r>
              <a:rPr lang="fr-DZ" sz="2800" dirty="0" err="1"/>
              <a:t>processes</a:t>
            </a:r>
            <a:r>
              <a:rPr lang="fr-DZ" sz="2800" dirty="0"/>
              <a:t>).</a:t>
            </a:r>
            <a:endParaRPr lang="fr-CA" sz="2800" dirty="0"/>
          </a:p>
          <a:p>
            <a:pPr marL="457200" indent="-457200">
              <a:buFont typeface="Arial" panose="020B0604020202020204" pitchFamily="34" charset="0"/>
              <a:buChar char="•"/>
            </a:pPr>
            <a:r>
              <a:rPr lang="fr-DZ" sz="2800" dirty="0"/>
              <a:t>Threads are </a:t>
            </a:r>
            <a:r>
              <a:rPr lang="fr-DZ" sz="2800" dirty="0" err="1"/>
              <a:t>useful</a:t>
            </a:r>
            <a:r>
              <a:rPr lang="fr-DZ" sz="2800" dirty="0"/>
              <a:t> in </a:t>
            </a:r>
            <a:r>
              <a:rPr lang="fr-DZ" sz="2800" dirty="0" err="1"/>
              <a:t>multiprocessor</a:t>
            </a:r>
            <a:r>
              <a:rPr lang="fr-DZ" sz="2800" dirty="0"/>
              <a:t> </a:t>
            </a:r>
            <a:r>
              <a:rPr lang="fr-DZ" sz="2800" dirty="0" err="1"/>
              <a:t>systems</a:t>
            </a:r>
            <a:r>
              <a:rPr lang="fr-DZ" sz="2800" dirty="0"/>
              <a:t> (</a:t>
            </a:r>
            <a:r>
              <a:rPr lang="fr-DZ" sz="2800" dirty="0" err="1"/>
              <a:t>parallelism</a:t>
            </a:r>
            <a:r>
              <a:rPr lang="fr-DZ" sz="2800" dirty="0"/>
              <a:t>)</a:t>
            </a:r>
          </a:p>
        </p:txBody>
      </p:sp>
    </p:spTree>
    <p:extLst>
      <p:ext uri="{BB962C8B-B14F-4D97-AF65-F5344CB8AC3E}">
        <p14:creationId xmlns:p14="http://schemas.microsoft.com/office/powerpoint/2010/main" val="3748310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C112F3E-88F9-F4A9-0EA1-FDB4648656FC}"/>
              </a:ext>
            </a:extLst>
          </p:cNvPr>
          <p:cNvSpPr txBox="1"/>
          <p:nvPr/>
        </p:nvSpPr>
        <p:spPr>
          <a:xfrm>
            <a:off x="496711" y="323334"/>
            <a:ext cx="10148711" cy="892552"/>
          </a:xfrm>
          <a:prstGeom prst="rect">
            <a:avLst/>
          </a:prstGeom>
          <a:noFill/>
        </p:spPr>
        <p:txBody>
          <a:bodyPr wrap="square">
            <a:spAutoFit/>
          </a:bodyPr>
          <a:lstStyle/>
          <a:p>
            <a:r>
              <a:rPr lang="fr-DZ" sz="5200" b="1" dirty="0">
                <a:solidFill>
                  <a:srgbClr val="FF0000"/>
                </a:solidFill>
              </a:rPr>
              <a:t>The </a:t>
            </a:r>
            <a:r>
              <a:rPr lang="fr-DZ" sz="5200" b="1" dirty="0" err="1">
                <a:solidFill>
                  <a:srgbClr val="FF0000"/>
                </a:solidFill>
              </a:rPr>
              <a:t>different</a:t>
            </a:r>
            <a:r>
              <a:rPr lang="fr-DZ" sz="5200" b="1" dirty="0">
                <a:solidFill>
                  <a:srgbClr val="FF0000"/>
                </a:solidFill>
              </a:rPr>
              <a:t> states of a process</a:t>
            </a:r>
          </a:p>
        </p:txBody>
      </p:sp>
      <p:sp>
        <p:nvSpPr>
          <p:cNvPr id="5" name="ZoneTexte 4">
            <a:extLst>
              <a:ext uri="{FF2B5EF4-FFF2-40B4-BE49-F238E27FC236}">
                <a16:creationId xmlns:a16="http://schemas.microsoft.com/office/drawing/2014/main" id="{69F7AB66-0EF3-6F6D-172B-5DDED1AC90B9}"/>
              </a:ext>
            </a:extLst>
          </p:cNvPr>
          <p:cNvSpPr txBox="1"/>
          <p:nvPr/>
        </p:nvSpPr>
        <p:spPr>
          <a:xfrm>
            <a:off x="643467" y="1394094"/>
            <a:ext cx="10724444" cy="4708981"/>
          </a:xfrm>
          <a:prstGeom prst="rect">
            <a:avLst/>
          </a:prstGeom>
          <a:noFill/>
        </p:spPr>
        <p:txBody>
          <a:bodyPr wrap="square">
            <a:spAutoFit/>
          </a:bodyPr>
          <a:lstStyle/>
          <a:p>
            <a:pPr marL="457200" indent="-457200">
              <a:buFont typeface="Arial" panose="020B0604020202020204" pitchFamily="34" charset="0"/>
              <a:buChar char="•"/>
            </a:pPr>
            <a:r>
              <a:rPr lang="fr-DZ" sz="2800" dirty="0"/>
              <a:t>The state of a process </a:t>
            </a:r>
            <a:r>
              <a:rPr lang="fr-DZ" sz="2800" dirty="0" err="1"/>
              <a:t>determines</a:t>
            </a:r>
            <a:r>
              <a:rPr lang="fr-DZ" sz="2800" dirty="0"/>
              <a:t> </a:t>
            </a:r>
            <a:r>
              <a:rPr lang="fr-DZ" sz="2800" dirty="0" err="1"/>
              <a:t>its</a:t>
            </a:r>
            <a:r>
              <a:rPr lang="fr-DZ" sz="2800" dirty="0"/>
              <a:t> situation in the system, </a:t>
            </a:r>
            <a:r>
              <a:rPr lang="en-US" sz="2800" dirty="0"/>
              <a:t>concerning its resources.</a:t>
            </a:r>
            <a:endParaRPr lang="fr-CA" sz="2800" dirty="0"/>
          </a:p>
          <a:p>
            <a:pPr marL="457200" indent="-457200">
              <a:buFont typeface="Arial" panose="020B0604020202020204" pitchFamily="34" charset="0"/>
              <a:buChar char="•"/>
            </a:pPr>
            <a:r>
              <a:rPr lang="fr-DZ" sz="2800" dirty="0" err="1"/>
              <a:t>During</a:t>
            </a:r>
            <a:r>
              <a:rPr lang="fr-DZ" sz="2800" dirty="0"/>
              <a:t> </a:t>
            </a:r>
            <a:r>
              <a:rPr lang="fr-DZ" sz="2800" dirty="0" err="1"/>
              <a:t>its</a:t>
            </a:r>
            <a:r>
              <a:rPr lang="fr-DZ" sz="2800" dirty="0"/>
              <a:t> </a:t>
            </a:r>
            <a:r>
              <a:rPr lang="fr-DZ" sz="2800" dirty="0" err="1"/>
              <a:t>execution</a:t>
            </a:r>
            <a:r>
              <a:rPr lang="fr-DZ" sz="2800" dirty="0"/>
              <a:t>, a process (or thread) can </a:t>
            </a:r>
            <a:r>
              <a:rPr lang="fr-DZ" sz="2800" dirty="0" err="1"/>
              <a:t>be</a:t>
            </a:r>
            <a:r>
              <a:rPr lang="fr-DZ" sz="2800" dirty="0"/>
              <a:t> in one of </a:t>
            </a:r>
            <a:r>
              <a:rPr lang="fr-DZ" sz="2800" dirty="0" err="1"/>
              <a:t>these</a:t>
            </a:r>
            <a:r>
              <a:rPr lang="fr-DZ" sz="2800" dirty="0"/>
              <a:t> five states: </a:t>
            </a:r>
            <a:endParaRPr lang="fr-CA" sz="2800" dirty="0"/>
          </a:p>
          <a:p>
            <a:endParaRPr lang="fr-CA" sz="2800" dirty="0"/>
          </a:p>
          <a:p>
            <a:pPr marL="982663" indent="-457200">
              <a:buFont typeface="Wingdings" panose="05000000000000000000" pitchFamily="2" charset="2"/>
              <a:buChar char="ü"/>
            </a:pPr>
            <a:r>
              <a:rPr lang="fr-DZ" sz="2000" b="1" dirty="0"/>
              <a:t>New</a:t>
            </a:r>
            <a:r>
              <a:rPr lang="fr-FR" sz="2000" b="1" dirty="0"/>
              <a:t> (</a:t>
            </a:r>
            <a:r>
              <a:rPr lang="fr-FR" sz="2000" b="1" dirty="0" err="1"/>
              <a:t>Create</a:t>
            </a:r>
            <a:r>
              <a:rPr lang="fr-FR" sz="2000" b="1" dirty="0"/>
              <a:t>)</a:t>
            </a:r>
            <a:r>
              <a:rPr lang="fr-DZ" sz="2000" b="1" dirty="0"/>
              <a:t>: </a:t>
            </a:r>
            <a:r>
              <a:rPr lang="fr-DZ" sz="2000" dirty="0"/>
              <a:t>The process </a:t>
            </a:r>
            <a:r>
              <a:rPr lang="fr-DZ" sz="2000" dirty="0" err="1"/>
              <a:t>is</a:t>
            </a:r>
            <a:r>
              <a:rPr lang="fr-DZ" sz="2000" dirty="0"/>
              <a:t> </a:t>
            </a:r>
            <a:r>
              <a:rPr lang="fr-DZ" sz="2000" dirty="0" err="1"/>
              <a:t>created</a:t>
            </a:r>
            <a:r>
              <a:rPr lang="fr-DZ" sz="2000" dirty="0"/>
              <a:t> by the system </a:t>
            </a:r>
            <a:endParaRPr lang="fr-CA" sz="2000" dirty="0"/>
          </a:p>
          <a:p>
            <a:pPr marL="982663" indent="-457200">
              <a:buFont typeface="Wingdings" panose="05000000000000000000" pitchFamily="2" charset="2"/>
              <a:buChar char="ü"/>
            </a:pPr>
            <a:r>
              <a:rPr lang="fr-DZ" sz="2000" b="1" dirty="0" err="1"/>
              <a:t>Ready</a:t>
            </a:r>
            <a:r>
              <a:rPr lang="fr-DZ" sz="2000" b="1" dirty="0"/>
              <a:t>: </a:t>
            </a:r>
            <a:r>
              <a:rPr lang="en-US" sz="2000" dirty="0"/>
              <a:t>New -&gt; Ready to run. After the creation of a process, the process enters the ready state i.e. the process is loaded into the main memory. The process here is ready to run and is waiting to get the CPU time for its execution.</a:t>
            </a:r>
            <a:endParaRPr lang="fr-CA" sz="2000" dirty="0"/>
          </a:p>
          <a:p>
            <a:pPr marL="982663" indent="-457200">
              <a:buFont typeface="Wingdings" panose="05000000000000000000" pitchFamily="2" charset="2"/>
              <a:buChar char="ü"/>
            </a:pPr>
            <a:r>
              <a:rPr lang="fr-DZ" sz="2000" b="1" dirty="0"/>
              <a:t>Active: </a:t>
            </a:r>
            <a:r>
              <a:rPr lang="fr-DZ" sz="2000" dirty="0"/>
              <a:t>The process </a:t>
            </a:r>
            <a:r>
              <a:rPr lang="fr-DZ" sz="2000" dirty="0" err="1"/>
              <a:t>is</a:t>
            </a:r>
            <a:r>
              <a:rPr lang="fr-DZ" sz="2000" dirty="0"/>
              <a:t> in </a:t>
            </a:r>
            <a:r>
              <a:rPr lang="fr-DZ" sz="2000" dirty="0" err="1"/>
              <a:t>execution</a:t>
            </a:r>
            <a:r>
              <a:rPr lang="fr-DZ" sz="2000" dirty="0"/>
              <a:t> </a:t>
            </a:r>
            <a:endParaRPr lang="fr-CA" sz="2000" dirty="0"/>
          </a:p>
          <a:p>
            <a:pPr marL="982663" indent="-457200">
              <a:buFont typeface="Wingdings" panose="05000000000000000000" pitchFamily="2" charset="2"/>
              <a:buChar char="ü"/>
            </a:pPr>
            <a:r>
              <a:rPr lang="fr-DZ" sz="2000" b="1" dirty="0" err="1"/>
              <a:t>Blocked</a:t>
            </a:r>
            <a:r>
              <a:rPr lang="fr-DZ" sz="2000" b="1" dirty="0"/>
              <a:t>: </a:t>
            </a:r>
            <a:r>
              <a:rPr lang="fr-DZ" sz="2000" dirty="0"/>
              <a:t>The process </a:t>
            </a:r>
            <a:r>
              <a:rPr lang="fr-DZ" sz="2000" dirty="0" err="1"/>
              <a:t>is</a:t>
            </a:r>
            <a:r>
              <a:rPr lang="fr-DZ" sz="2000" dirty="0"/>
              <a:t> </a:t>
            </a:r>
            <a:r>
              <a:rPr lang="fr-DZ" sz="2000" dirty="0" err="1"/>
              <a:t>waiting</a:t>
            </a:r>
            <a:r>
              <a:rPr lang="fr-DZ" sz="2000" dirty="0"/>
              <a:t> for a </a:t>
            </a:r>
            <a:r>
              <a:rPr lang="fr-DZ" sz="2000" dirty="0" err="1"/>
              <a:t>physical</a:t>
            </a:r>
            <a:r>
              <a:rPr lang="fr-DZ" sz="2000" dirty="0"/>
              <a:t> or </a:t>
            </a:r>
            <a:r>
              <a:rPr lang="fr-DZ" sz="2000" dirty="0" err="1"/>
              <a:t>logical</a:t>
            </a:r>
            <a:r>
              <a:rPr lang="fr-DZ" sz="2000" dirty="0"/>
              <a:t> </a:t>
            </a:r>
            <a:r>
              <a:rPr lang="fr-DZ" sz="2000" dirty="0" err="1"/>
              <a:t>resource</a:t>
            </a:r>
            <a:r>
              <a:rPr lang="fr-DZ" sz="2000" dirty="0"/>
              <a:t> </a:t>
            </a:r>
            <a:r>
              <a:rPr lang="fr-DZ" sz="2000" dirty="0" err="1"/>
              <a:t>other</a:t>
            </a:r>
            <a:r>
              <a:rPr lang="fr-DZ" sz="2000" dirty="0"/>
              <a:t> </a:t>
            </a:r>
            <a:r>
              <a:rPr lang="fr-DZ" sz="2000" dirty="0" err="1"/>
              <a:t>than</a:t>
            </a:r>
            <a:r>
              <a:rPr lang="fr-DZ" sz="2000" dirty="0"/>
              <a:t> the processor to </a:t>
            </a:r>
            <a:r>
              <a:rPr lang="fr-DZ" sz="2000" dirty="0" err="1"/>
              <a:t>execute</a:t>
            </a:r>
            <a:r>
              <a:rPr lang="fr-DZ" sz="2000" dirty="0"/>
              <a:t> (end of I/O, etc.) </a:t>
            </a:r>
            <a:endParaRPr lang="fr-CA" sz="2000" dirty="0"/>
          </a:p>
          <a:p>
            <a:pPr marL="982663" indent="-457200">
              <a:buFont typeface="Wingdings" panose="05000000000000000000" pitchFamily="2" charset="2"/>
              <a:buChar char="ü"/>
            </a:pPr>
            <a:r>
              <a:rPr lang="fr-CA" sz="2000" b="1" dirty="0" err="1"/>
              <a:t>terminated</a:t>
            </a:r>
            <a:r>
              <a:rPr lang="fr-DZ" sz="2000" b="1" dirty="0"/>
              <a:t>: </a:t>
            </a:r>
            <a:r>
              <a:rPr lang="fr-DZ" sz="2000" dirty="0"/>
              <a:t>The process </a:t>
            </a:r>
            <a:r>
              <a:rPr lang="fr-DZ" sz="2000" dirty="0" err="1"/>
              <a:t>finishes</a:t>
            </a:r>
            <a:r>
              <a:rPr lang="fr-DZ" sz="2000" dirty="0"/>
              <a:t> </a:t>
            </a:r>
            <a:r>
              <a:rPr lang="fr-DZ" sz="2000" dirty="0" err="1"/>
              <a:t>its</a:t>
            </a:r>
            <a:r>
              <a:rPr lang="fr-DZ" sz="2000" dirty="0"/>
              <a:t> </a:t>
            </a:r>
            <a:r>
              <a:rPr lang="fr-CA" sz="2000" dirty="0"/>
              <a:t>running</a:t>
            </a:r>
            <a:r>
              <a:rPr lang="fr-DZ" sz="2000" dirty="0"/>
              <a:t> and </a:t>
            </a:r>
            <a:r>
              <a:rPr lang="fr-DZ" sz="2000" dirty="0" err="1"/>
              <a:t>waits</a:t>
            </a:r>
            <a:r>
              <a:rPr lang="fr-DZ" sz="2000" dirty="0"/>
              <a:t> to </a:t>
            </a:r>
            <a:r>
              <a:rPr lang="fr-DZ" sz="2000" dirty="0" err="1"/>
              <a:t>be</a:t>
            </a:r>
            <a:r>
              <a:rPr lang="fr-DZ" sz="2000" dirty="0"/>
              <a:t> </a:t>
            </a:r>
            <a:r>
              <a:rPr lang="fr-DZ" sz="2000" dirty="0" err="1"/>
              <a:t>unloaded</a:t>
            </a:r>
            <a:r>
              <a:rPr lang="fr-DZ" sz="2000" dirty="0"/>
              <a:t> </a:t>
            </a:r>
            <a:r>
              <a:rPr lang="fr-DZ" sz="2000" dirty="0" err="1"/>
              <a:t>from</a:t>
            </a:r>
            <a:r>
              <a:rPr lang="fr-DZ" sz="2000" dirty="0"/>
              <a:t> the </a:t>
            </a:r>
            <a:r>
              <a:rPr lang="fr-CA" sz="2000" dirty="0"/>
              <a:t>C</a:t>
            </a:r>
            <a:r>
              <a:rPr lang="fr-DZ" sz="2000" dirty="0"/>
              <a:t>.</a:t>
            </a:r>
            <a:r>
              <a:rPr lang="fr-CA" sz="2000" dirty="0"/>
              <a:t>M</a:t>
            </a:r>
            <a:endParaRPr lang="fr-DZ" sz="2000" dirty="0"/>
          </a:p>
        </p:txBody>
      </p:sp>
    </p:spTree>
    <p:extLst>
      <p:ext uri="{BB962C8B-B14F-4D97-AF65-F5344CB8AC3E}">
        <p14:creationId xmlns:p14="http://schemas.microsoft.com/office/powerpoint/2010/main" val="1834157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6416AA2-4CEA-50F5-511D-5552A7F17BF6}"/>
              </a:ext>
            </a:extLst>
          </p:cNvPr>
          <p:cNvPicPr>
            <a:picLocks noChangeAspect="1"/>
          </p:cNvPicPr>
          <p:nvPr/>
        </p:nvPicPr>
        <p:blipFill>
          <a:blip r:embed="rId2"/>
          <a:stretch>
            <a:fillRect/>
          </a:stretch>
        </p:blipFill>
        <p:spPr>
          <a:xfrm>
            <a:off x="1894144" y="828892"/>
            <a:ext cx="8327941" cy="3705934"/>
          </a:xfrm>
          <a:prstGeom prst="rect">
            <a:avLst/>
          </a:prstGeom>
          <a:ln>
            <a:noFill/>
          </a:ln>
        </p:spPr>
      </p:pic>
      <p:sp>
        <p:nvSpPr>
          <p:cNvPr id="5" name="ZoneTexte 4">
            <a:extLst>
              <a:ext uri="{FF2B5EF4-FFF2-40B4-BE49-F238E27FC236}">
                <a16:creationId xmlns:a16="http://schemas.microsoft.com/office/drawing/2014/main" id="{D49410C3-CBEE-31D6-4D6A-C01682718C53}"/>
              </a:ext>
            </a:extLst>
          </p:cNvPr>
          <p:cNvSpPr txBox="1"/>
          <p:nvPr/>
        </p:nvSpPr>
        <p:spPr>
          <a:xfrm>
            <a:off x="1989890" y="4811160"/>
            <a:ext cx="6101644" cy="1200329"/>
          </a:xfrm>
          <a:prstGeom prst="rect">
            <a:avLst/>
          </a:prstGeom>
          <a:noFill/>
        </p:spPr>
        <p:txBody>
          <a:bodyPr wrap="square">
            <a:spAutoFit/>
          </a:bodyPr>
          <a:lstStyle/>
          <a:p>
            <a:r>
              <a:rPr lang="fr-DZ" b="1" dirty="0"/>
              <a:t>1</a:t>
            </a:r>
            <a:r>
              <a:rPr lang="fr-CA" b="1" dirty="0"/>
              <a:t>. </a:t>
            </a:r>
            <a:r>
              <a:rPr lang="fr-DZ" b="1" dirty="0"/>
              <a:t>Process </a:t>
            </a:r>
            <a:r>
              <a:rPr lang="fr-DZ" b="1" dirty="0" err="1"/>
              <a:t>is</a:t>
            </a:r>
            <a:r>
              <a:rPr lang="fr-DZ" b="1" dirty="0"/>
              <a:t> </a:t>
            </a:r>
            <a:r>
              <a:rPr lang="fr-DZ" b="1" dirty="0" err="1"/>
              <a:t>blocked</a:t>
            </a:r>
            <a:r>
              <a:rPr lang="fr-DZ" b="1" dirty="0"/>
              <a:t> due to I/O</a:t>
            </a:r>
            <a:endParaRPr lang="fr-CA" b="1" dirty="0"/>
          </a:p>
          <a:p>
            <a:r>
              <a:rPr lang="fr-DZ" b="1" dirty="0"/>
              <a:t>2</a:t>
            </a:r>
            <a:r>
              <a:rPr lang="fr-CA" b="1" dirty="0"/>
              <a:t>. </a:t>
            </a:r>
            <a:r>
              <a:rPr lang="fr-DZ" b="1" dirty="0"/>
              <a:t>The CPU </a:t>
            </a:r>
            <a:r>
              <a:rPr lang="fr-DZ" b="1" dirty="0" err="1"/>
              <a:t>is</a:t>
            </a:r>
            <a:r>
              <a:rPr lang="fr-DZ" b="1" dirty="0"/>
              <a:t> running </a:t>
            </a:r>
            <a:r>
              <a:rPr lang="fr-DZ" b="1" dirty="0" err="1"/>
              <a:t>another</a:t>
            </a:r>
            <a:r>
              <a:rPr lang="fr-DZ" b="1" dirty="0"/>
              <a:t> process</a:t>
            </a:r>
            <a:endParaRPr lang="fr-CA" b="1" dirty="0"/>
          </a:p>
          <a:p>
            <a:r>
              <a:rPr lang="fr-DZ" b="1" dirty="0"/>
              <a:t>3</a:t>
            </a:r>
            <a:r>
              <a:rPr lang="fr-CA" b="1" dirty="0"/>
              <a:t>. </a:t>
            </a:r>
            <a:r>
              <a:rPr lang="fr-DZ" b="1" dirty="0"/>
              <a:t>The CPU </a:t>
            </a:r>
            <a:r>
              <a:rPr lang="fr-DZ" b="1" dirty="0" err="1"/>
              <a:t>takes</a:t>
            </a:r>
            <a:r>
              <a:rPr lang="fr-DZ" b="1" dirty="0"/>
              <a:t> over the process</a:t>
            </a:r>
            <a:endParaRPr lang="fr-CA" b="1" dirty="0"/>
          </a:p>
          <a:p>
            <a:r>
              <a:rPr lang="fr-DZ" b="1" dirty="0"/>
              <a:t>4</a:t>
            </a:r>
            <a:r>
              <a:rPr lang="fr-CA" b="1" dirty="0"/>
              <a:t>. </a:t>
            </a:r>
            <a:r>
              <a:rPr lang="fr-DZ" b="1" dirty="0"/>
              <a:t>I/O </a:t>
            </a:r>
            <a:r>
              <a:rPr lang="fr-DZ" b="1" dirty="0" err="1"/>
              <a:t>is</a:t>
            </a:r>
            <a:r>
              <a:rPr lang="fr-DZ" b="1" dirty="0"/>
              <a:t> </a:t>
            </a:r>
            <a:r>
              <a:rPr lang="fr-DZ" b="1" dirty="0" err="1"/>
              <a:t>available</a:t>
            </a:r>
            <a:endParaRPr lang="fr-DZ" b="1" dirty="0"/>
          </a:p>
        </p:txBody>
      </p:sp>
    </p:spTree>
    <p:extLst>
      <p:ext uri="{BB962C8B-B14F-4D97-AF65-F5344CB8AC3E}">
        <p14:creationId xmlns:p14="http://schemas.microsoft.com/office/powerpoint/2010/main" val="3787142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ABA42-2697-1266-0E43-F9EEC56A3E0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0A584675-A3A1-2D36-4CDF-BF9DF37A4BC2}"/>
              </a:ext>
            </a:extLst>
          </p:cNvPr>
          <p:cNvPicPr>
            <a:picLocks noChangeAspect="1"/>
          </p:cNvPicPr>
          <p:nvPr/>
        </p:nvPicPr>
        <p:blipFill rotWithShape="1">
          <a:blip r:embed="rId2"/>
          <a:srcRect t="4610"/>
          <a:stretch/>
        </p:blipFill>
        <p:spPr>
          <a:xfrm>
            <a:off x="457200" y="457200"/>
            <a:ext cx="11277600" cy="5943600"/>
          </a:xfrm>
          <a:prstGeom prst="rect">
            <a:avLst/>
          </a:prstGeom>
        </p:spPr>
      </p:pic>
    </p:spTree>
    <p:extLst>
      <p:ext uri="{BB962C8B-B14F-4D97-AF65-F5344CB8AC3E}">
        <p14:creationId xmlns:p14="http://schemas.microsoft.com/office/powerpoint/2010/main" val="275824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04BB-B6B4-565E-B7DD-1D4D29A9AAE9}"/>
              </a:ext>
            </a:extLst>
          </p:cNvPr>
          <p:cNvSpPr>
            <a:spLocks noGrp="1"/>
          </p:cNvSpPr>
          <p:nvPr>
            <p:ph type="title"/>
          </p:nvPr>
        </p:nvSpPr>
        <p:spPr>
          <a:xfrm>
            <a:off x="838200" y="649865"/>
            <a:ext cx="10515600" cy="1325563"/>
          </a:xfrm>
        </p:spPr>
        <p:txBody>
          <a:bodyPr/>
          <a:lstStyle/>
          <a:p>
            <a:r>
              <a:rPr lang="en-US" b="1" dirty="0"/>
              <a:t>Task Systems</a:t>
            </a:r>
            <a:br>
              <a:rPr lang="en-US" b="1" dirty="0"/>
            </a:br>
            <a:endParaRPr lang="fr-DZ" dirty="0"/>
          </a:p>
        </p:txBody>
      </p:sp>
      <p:sp>
        <p:nvSpPr>
          <p:cNvPr id="3" name="Content Placeholder 2">
            <a:extLst>
              <a:ext uri="{FF2B5EF4-FFF2-40B4-BE49-F238E27FC236}">
                <a16:creationId xmlns:a16="http://schemas.microsoft.com/office/drawing/2014/main" id="{E6DD4CD9-86BC-22EE-B4C7-B6BA1B99533B}"/>
              </a:ext>
            </a:extLst>
          </p:cNvPr>
          <p:cNvSpPr>
            <a:spLocks noGrp="1"/>
          </p:cNvSpPr>
          <p:nvPr>
            <p:ph idx="1"/>
          </p:nvPr>
        </p:nvSpPr>
        <p:spPr>
          <a:xfrm>
            <a:off x="838200" y="1856797"/>
            <a:ext cx="10515600" cy="4351338"/>
          </a:xfrm>
        </p:spPr>
        <p:txBody>
          <a:bodyPr/>
          <a:lstStyle/>
          <a:p>
            <a:pPr marL="0" indent="0">
              <a:buNone/>
            </a:pPr>
            <a:r>
              <a:rPr lang="en-US" dirty="0"/>
              <a:t>A task system is an abstract model of computations to be executed. It consists of multiple tasks that can be executed </a:t>
            </a:r>
            <a:r>
              <a:rPr lang="en-US" b="1" dirty="0">
                <a:solidFill>
                  <a:schemeClr val="accent1">
                    <a:lumMod val="75000"/>
                  </a:schemeClr>
                </a:solidFill>
              </a:rPr>
              <a:t>sequentially </a:t>
            </a:r>
            <a:r>
              <a:rPr lang="en-US" dirty="0"/>
              <a:t>or in </a:t>
            </a:r>
            <a:r>
              <a:rPr lang="en-US" b="1" dirty="0">
                <a:solidFill>
                  <a:schemeClr val="accent1">
                    <a:lumMod val="75000"/>
                  </a:schemeClr>
                </a:solidFill>
              </a:rPr>
              <a:t>parallel</a:t>
            </a:r>
            <a:r>
              <a:rPr lang="en-US" dirty="0"/>
              <a:t>. </a:t>
            </a:r>
          </a:p>
          <a:p>
            <a:pPr marL="0" indent="0">
              <a:buNone/>
            </a:pPr>
            <a:r>
              <a:rPr lang="en-US" dirty="0"/>
              <a:t>Each task has a state, an execution duration, and possible dependencies on other tasks.</a:t>
            </a:r>
          </a:p>
          <a:p>
            <a:endParaRPr lang="fr-DZ" dirty="0"/>
          </a:p>
        </p:txBody>
      </p:sp>
      <p:sp>
        <p:nvSpPr>
          <p:cNvPr id="4" name="Slide Number Placeholder 3">
            <a:extLst>
              <a:ext uri="{FF2B5EF4-FFF2-40B4-BE49-F238E27FC236}">
                <a16:creationId xmlns:a16="http://schemas.microsoft.com/office/drawing/2014/main" id="{9C99F306-84F6-5550-D3F7-54662C8585C2}"/>
              </a:ext>
            </a:extLst>
          </p:cNvPr>
          <p:cNvSpPr>
            <a:spLocks noGrp="1"/>
          </p:cNvSpPr>
          <p:nvPr>
            <p:ph type="sldNum" sz="quarter" idx="12"/>
          </p:nvPr>
        </p:nvSpPr>
        <p:spPr/>
        <p:txBody>
          <a:bodyPr/>
          <a:lstStyle/>
          <a:p>
            <a:fld id="{AE542B33-DB44-41E8-8F43-C86F545B5A10}" type="slidenum">
              <a:rPr lang="fr-DZ" smtClean="0"/>
              <a:t>15</a:t>
            </a:fld>
            <a:endParaRPr lang="fr-DZ"/>
          </a:p>
        </p:txBody>
      </p:sp>
    </p:spTree>
    <p:extLst>
      <p:ext uri="{BB962C8B-B14F-4D97-AF65-F5344CB8AC3E}">
        <p14:creationId xmlns:p14="http://schemas.microsoft.com/office/powerpoint/2010/main" val="432340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F22FDA-02FC-1F3E-202C-12F75FC5E941}"/>
              </a:ext>
            </a:extLst>
          </p:cNvPr>
          <p:cNvSpPr>
            <a:spLocks noGrp="1"/>
          </p:cNvSpPr>
          <p:nvPr>
            <p:ph type="sldNum" sz="quarter" idx="12"/>
          </p:nvPr>
        </p:nvSpPr>
        <p:spPr/>
        <p:txBody>
          <a:bodyPr/>
          <a:lstStyle/>
          <a:p>
            <a:fld id="{AE542B33-DB44-41E8-8F43-C86F545B5A10}" type="slidenum">
              <a:rPr lang="fr-DZ" smtClean="0"/>
              <a:t>16</a:t>
            </a:fld>
            <a:endParaRPr lang="fr-DZ"/>
          </a:p>
        </p:txBody>
      </p:sp>
      <p:pic>
        <p:nvPicPr>
          <p:cNvPr id="6" name="Picture 5">
            <a:extLst>
              <a:ext uri="{FF2B5EF4-FFF2-40B4-BE49-F238E27FC236}">
                <a16:creationId xmlns:a16="http://schemas.microsoft.com/office/drawing/2014/main" id="{BCE28849-D9D3-D6AC-F9CC-E8BF7235D720}"/>
              </a:ext>
            </a:extLst>
          </p:cNvPr>
          <p:cNvPicPr>
            <a:picLocks noChangeAspect="1"/>
          </p:cNvPicPr>
          <p:nvPr/>
        </p:nvPicPr>
        <p:blipFill>
          <a:blip r:embed="rId2"/>
          <a:stretch>
            <a:fillRect/>
          </a:stretch>
        </p:blipFill>
        <p:spPr>
          <a:xfrm>
            <a:off x="2927928" y="2289753"/>
            <a:ext cx="6075939" cy="3169064"/>
          </a:xfrm>
          <a:prstGeom prst="rect">
            <a:avLst/>
          </a:prstGeom>
        </p:spPr>
      </p:pic>
      <p:sp>
        <p:nvSpPr>
          <p:cNvPr id="8" name="Rectangle 7">
            <a:extLst>
              <a:ext uri="{FF2B5EF4-FFF2-40B4-BE49-F238E27FC236}">
                <a16:creationId xmlns:a16="http://schemas.microsoft.com/office/drawing/2014/main" id="{83E64341-21FD-96A5-EEC3-7A9CBB40D598}"/>
              </a:ext>
            </a:extLst>
          </p:cNvPr>
          <p:cNvSpPr/>
          <p:nvPr/>
        </p:nvSpPr>
        <p:spPr>
          <a:xfrm>
            <a:off x="3888508" y="503625"/>
            <a:ext cx="3575172" cy="1107996"/>
          </a:xfrm>
          <a:prstGeom prst="rect">
            <a:avLst/>
          </a:prstGeom>
          <a:noFill/>
        </p:spPr>
        <p:txBody>
          <a:bodyPr wrap="square" lIns="91440" tIns="45720" rIns="91440" bIns="45720">
            <a:spAutoFit/>
          </a:bodyPr>
          <a:lstStyle/>
          <a:p>
            <a:pPr algn="ctr"/>
            <a:r>
              <a:rPr lang="fr-FR" sz="6600" b="1" dirty="0" err="1">
                <a:ln w="0"/>
                <a:solidFill>
                  <a:srgbClr val="FF0000"/>
                </a:solidFill>
                <a:effectLst>
                  <a:outerShdw blurRad="38100" dist="38100" dir="2700000" algn="tl">
                    <a:srgbClr val="000000">
                      <a:alpha val="43137"/>
                    </a:srgbClr>
                  </a:outerShdw>
                  <a:reflection blurRad="6350" stA="53000" endA="300" endPos="35500" dir="5400000" sy="-90000" algn="bl" rotWithShape="0"/>
                </a:effectLst>
              </a:rPr>
              <a:t>T</a:t>
            </a:r>
            <a:r>
              <a:rPr lang="fr-FR" sz="6600" b="1" cap="none" spc="0" dirty="0" err="1">
                <a:ln w="0"/>
                <a:solidFill>
                  <a:srgbClr val="FF0000"/>
                </a:solidFill>
                <a:effectLst>
                  <a:outerShdw blurRad="38100" dist="38100" dir="2700000" algn="tl">
                    <a:srgbClr val="000000">
                      <a:alpha val="43137"/>
                    </a:srgbClr>
                  </a:outerShdw>
                  <a:reflection blurRad="6350" stA="53000" endA="300" endPos="35500" dir="5400000" sy="-90000" algn="bl" rotWithShape="0"/>
                </a:effectLst>
              </a:rPr>
              <a:t>asks</a:t>
            </a:r>
            <a:endParaRPr lang="fr-DZ" sz="6600" b="1" cap="none" spc="0" dirty="0">
              <a:ln w="0"/>
              <a:solidFill>
                <a:srgbClr val="FF0000"/>
              </a:solidFill>
              <a:effectLst>
                <a:outerShdw blurRad="38100" dist="38100" dir="2700000" algn="tl">
                  <a:srgbClr val="000000">
                    <a:alpha val="43137"/>
                  </a:srgbClr>
                </a:outerShdw>
                <a:reflection blurRad="6350" stA="53000" endA="300" endPos="35500" dir="5400000" sy="-90000" algn="bl" rotWithShape="0"/>
              </a:effectLst>
            </a:endParaRPr>
          </a:p>
        </p:txBody>
      </p:sp>
    </p:spTree>
    <p:extLst>
      <p:ext uri="{BB962C8B-B14F-4D97-AF65-F5344CB8AC3E}">
        <p14:creationId xmlns:p14="http://schemas.microsoft.com/office/powerpoint/2010/main" val="3804049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57CB-3EAB-C32D-9AF9-8B1711F955B4}"/>
              </a:ext>
            </a:extLst>
          </p:cNvPr>
          <p:cNvSpPr>
            <a:spLocks noGrp="1"/>
          </p:cNvSpPr>
          <p:nvPr>
            <p:ph type="title"/>
          </p:nvPr>
        </p:nvSpPr>
        <p:spPr>
          <a:xfrm>
            <a:off x="720436" y="183000"/>
            <a:ext cx="10515600" cy="1325563"/>
          </a:xfrm>
        </p:spPr>
        <p:txBody>
          <a:bodyPr/>
          <a:lstStyle/>
          <a:p>
            <a:r>
              <a:rPr lang="fr-FR" b="1" dirty="0"/>
              <a:t>Notion of </a:t>
            </a:r>
            <a:r>
              <a:rPr lang="fr-FR" b="1" dirty="0" err="1"/>
              <a:t>tasks</a:t>
            </a:r>
            <a:endParaRPr lang="fr-DZ" b="1" dirty="0"/>
          </a:p>
        </p:txBody>
      </p:sp>
      <p:sp>
        <p:nvSpPr>
          <p:cNvPr id="4" name="Slide Number Placeholder 3">
            <a:extLst>
              <a:ext uri="{FF2B5EF4-FFF2-40B4-BE49-F238E27FC236}">
                <a16:creationId xmlns:a16="http://schemas.microsoft.com/office/drawing/2014/main" id="{D3110424-BD97-7956-F7E9-BBF34535E0B8}"/>
              </a:ext>
            </a:extLst>
          </p:cNvPr>
          <p:cNvSpPr>
            <a:spLocks noGrp="1"/>
          </p:cNvSpPr>
          <p:nvPr>
            <p:ph type="sldNum" sz="quarter" idx="12"/>
          </p:nvPr>
        </p:nvSpPr>
        <p:spPr/>
        <p:txBody>
          <a:bodyPr/>
          <a:lstStyle/>
          <a:p>
            <a:fld id="{AE542B33-DB44-41E8-8F43-C86F545B5A10}" type="slidenum">
              <a:rPr lang="fr-DZ" smtClean="0"/>
              <a:t>17</a:t>
            </a:fld>
            <a:endParaRPr lang="fr-DZ"/>
          </a:p>
        </p:txBody>
      </p:sp>
      <p:sp>
        <p:nvSpPr>
          <p:cNvPr id="7" name="Rectangle 2">
            <a:extLst>
              <a:ext uri="{FF2B5EF4-FFF2-40B4-BE49-F238E27FC236}">
                <a16:creationId xmlns:a16="http://schemas.microsoft.com/office/drawing/2014/main" id="{8A08C0C2-6B22-DF84-EA7C-2A2E2321FBF0}"/>
              </a:ext>
            </a:extLst>
          </p:cNvPr>
          <p:cNvSpPr>
            <a:spLocks noGrp="1" noChangeArrowheads="1"/>
          </p:cNvSpPr>
          <p:nvPr>
            <p:ph idx="1"/>
          </p:nvPr>
        </p:nvSpPr>
        <p:spPr bwMode="auto">
          <a:xfrm>
            <a:off x="661554" y="1012954"/>
            <a:ext cx="1063336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b="0" i="0" u="none" strike="noStrike" cap="none" normalizeH="0" baseline="0" dirty="0">
                <a:ln>
                  <a:noFill/>
                </a:ln>
                <a:solidFill>
                  <a:schemeClr val="tx1"/>
                </a:solidFill>
                <a:effectLst/>
              </a:rPr>
              <a:t>A </a:t>
            </a:r>
            <a:r>
              <a:rPr kumimoji="0" lang="fr-DZ" altLang="fr-DZ" b="1" i="0" u="none" strike="noStrike" cap="none" normalizeH="0" baseline="0" dirty="0" err="1">
                <a:ln>
                  <a:noFill/>
                </a:ln>
                <a:solidFill>
                  <a:schemeClr val="tx1"/>
                </a:solidFill>
                <a:effectLst/>
              </a:rPr>
              <a:t>task</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is</a:t>
            </a:r>
            <a:r>
              <a:rPr kumimoji="0" lang="fr-DZ" altLang="fr-DZ" b="0" i="0" u="none" strike="noStrike" cap="none" normalizeH="0" baseline="0" dirty="0">
                <a:ln>
                  <a:noFill/>
                </a:ln>
                <a:solidFill>
                  <a:schemeClr val="tx1"/>
                </a:solidFill>
                <a:effectLst/>
              </a:rPr>
              <a:t> an </a:t>
            </a:r>
            <a:r>
              <a:rPr kumimoji="0" lang="fr-DZ" altLang="fr-DZ" b="0" i="0" u="none" strike="noStrike" cap="none" normalizeH="0" baseline="0" dirty="0" err="1">
                <a:ln>
                  <a:noFill/>
                </a:ln>
                <a:solidFill>
                  <a:schemeClr val="tx1"/>
                </a:solidFill>
                <a:effectLst/>
              </a:rPr>
              <a:t>elementary</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processing</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entity</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that</a:t>
            </a:r>
            <a:r>
              <a:rPr kumimoji="0" lang="fr-DZ" altLang="fr-DZ" b="0" i="0" u="none" strike="noStrike" cap="none" normalizeH="0" baseline="0" dirty="0">
                <a:ln>
                  <a:noFill/>
                </a:ln>
                <a:solidFill>
                  <a:schemeClr val="tx1"/>
                </a:solidFill>
                <a:effectLst/>
              </a:rPr>
              <a:t> has </a:t>
            </a:r>
            <a:r>
              <a:rPr kumimoji="0" lang="fr-DZ" altLang="fr-DZ" b="1" i="0" u="none" strike="noStrike" cap="none" normalizeH="0" baseline="0" dirty="0" err="1">
                <a:ln>
                  <a:noFill/>
                </a:ln>
                <a:solidFill>
                  <a:schemeClr val="tx1"/>
                </a:solidFill>
                <a:effectLst/>
              </a:rPr>
              <a:t>logical</a:t>
            </a:r>
            <a:r>
              <a:rPr kumimoji="0" lang="fr-DZ" altLang="fr-DZ" b="1" i="0" u="none" strike="noStrike" cap="none" normalizeH="0" baseline="0" dirty="0">
                <a:ln>
                  <a:noFill/>
                </a:ln>
                <a:solidFill>
                  <a:schemeClr val="tx1"/>
                </a:solidFill>
                <a:effectLst/>
              </a:rPr>
              <a:t> </a:t>
            </a:r>
            <a:r>
              <a:rPr kumimoji="0" lang="fr-DZ" altLang="fr-DZ" b="1" i="0" u="none" strike="noStrike" cap="none" normalizeH="0" baseline="0" dirty="0" err="1">
                <a:ln>
                  <a:noFill/>
                </a:ln>
                <a:solidFill>
                  <a:schemeClr val="tx1"/>
                </a:solidFill>
                <a:effectLst/>
              </a:rPr>
              <a:t>coherence</a:t>
            </a:r>
            <a:r>
              <a:rPr kumimoji="0" lang="fr-DZ" altLang="fr-DZ" b="0" i="0" u="none" strike="noStrike" cap="none" normalizeH="0" baseline="0" dirty="0">
                <a:ln>
                  <a:noFill/>
                </a:ln>
                <a:solidFill>
                  <a:schemeClr val="tx1"/>
                </a:solidFill>
                <a:effectLst/>
              </a:rPr>
              <a:t> and </a:t>
            </a:r>
            <a:r>
              <a:rPr kumimoji="0" lang="fr-DZ" altLang="fr-DZ" b="0" i="0" u="none" strike="noStrike" cap="none" normalizeH="0" baseline="0" dirty="0" err="1">
                <a:ln>
                  <a:noFill/>
                </a:ln>
                <a:solidFill>
                  <a:schemeClr val="tx1"/>
                </a:solidFill>
                <a:effectLst/>
              </a:rPr>
              <a:t>performs</a:t>
            </a:r>
            <a:r>
              <a:rPr kumimoji="0" lang="fr-DZ" altLang="fr-DZ" b="0" i="0" u="none" strike="noStrike" cap="none" normalizeH="0" baseline="0" dirty="0">
                <a:ln>
                  <a:noFill/>
                </a:ln>
                <a:solidFill>
                  <a:schemeClr val="tx1"/>
                </a:solidFill>
                <a:effectLst/>
              </a:rPr>
              <a:t> a </a:t>
            </a:r>
            <a:r>
              <a:rPr kumimoji="0" lang="fr-DZ" altLang="fr-DZ" b="0" i="0" u="none" strike="noStrike" cap="none" normalizeH="0" baseline="0" dirty="0" err="1">
                <a:ln>
                  <a:noFill/>
                </a:ln>
                <a:solidFill>
                  <a:schemeClr val="tx1"/>
                </a:solidFill>
                <a:effectLst/>
              </a:rPr>
              <a:t>specific</a:t>
            </a:r>
            <a:r>
              <a:rPr kumimoji="0" lang="fr-DZ" altLang="fr-DZ" b="0" i="0" u="none" strike="noStrike" cap="none" normalizeH="0" baseline="0" dirty="0">
                <a:ln>
                  <a:noFill/>
                </a:ln>
                <a:solidFill>
                  <a:schemeClr val="tx1"/>
                </a:solidFill>
                <a:effectLst/>
              </a:rPr>
              <a:t> part of a program.</a:t>
            </a:r>
            <a:endParaRPr kumimoji="0" lang="fr-CA" altLang="fr-DZ"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fr-DZ" altLang="fr-DZ"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b="0" i="0" u="none" strike="noStrike" cap="none" normalizeH="0" baseline="0" dirty="0">
                <a:ln>
                  <a:noFill/>
                </a:ln>
                <a:solidFill>
                  <a:schemeClr val="tx1"/>
                </a:solidFill>
                <a:effectLst/>
              </a:rPr>
              <a:t>A </a:t>
            </a:r>
            <a:r>
              <a:rPr kumimoji="0" lang="fr-DZ" altLang="fr-DZ" b="1" i="0" u="none" strike="noStrike" cap="none" normalizeH="0" baseline="0" dirty="0">
                <a:ln>
                  <a:noFill/>
                </a:ln>
                <a:solidFill>
                  <a:schemeClr val="tx1"/>
                </a:solidFill>
                <a:effectLst/>
              </a:rPr>
              <a:t>process (P)</a:t>
            </a:r>
            <a:r>
              <a:rPr kumimoji="0" lang="fr-DZ" altLang="fr-DZ" b="0" i="0" u="none" strike="noStrike" cap="none" normalizeH="0" baseline="0" dirty="0">
                <a:ln>
                  <a:noFill/>
                </a:ln>
                <a:solidFill>
                  <a:schemeClr val="tx1"/>
                </a:solidFill>
                <a:effectLst/>
              </a:rPr>
              <a:t> can </a:t>
            </a:r>
            <a:r>
              <a:rPr kumimoji="0" lang="fr-DZ" altLang="fr-DZ" b="0" i="0" u="none" strike="noStrike" cap="none" normalizeH="0" baseline="0" dirty="0" err="1">
                <a:ln>
                  <a:noFill/>
                </a:ln>
                <a:solidFill>
                  <a:schemeClr val="tx1"/>
                </a:solidFill>
                <a:effectLst/>
              </a:rPr>
              <a:t>be</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composed</a:t>
            </a:r>
            <a:r>
              <a:rPr kumimoji="0" lang="fr-DZ" altLang="fr-DZ" b="0" i="0" u="none" strike="noStrike" cap="none" normalizeH="0" baseline="0" dirty="0">
                <a:ln>
                  <a:noFill/>
                </a:ln>
                <a:solidFill>
                  <a:schemeClr val="tx1"/>
                </a:solidFill>
                <a:effectLst/>
              </a:rPr>
              <a:t> of a </a:t>
            </a:r>
            <a:r>
              <a:rPr kumimoji="0" lang="fr-DZ" altLang="fr-DZ" b="1" i="0" u="none" strike="noStrike" cap="none" normalizeH="0" baseline="0" dirty="0" err="1">
                <a:ln>
                  <a:noFill/>
                </a:ln>
                <a:solidFill>
                  <a:schemeClr val="tx1"/>
                </a:solidFill>
                <a:effectLst/>
              </a:rPr>
              <a:t>sequence</a:t>
            </a:r>
            <a:r>
              <a:rPr kumimoji="0" lang="fr-DZ" altLang="fr-DZ" b="1" i="0" u="none" strike="noStrike" cap="none" normalizeH="0" baseline="0" dirty="0">
                <a:ln>
                  <a:noFill/>
                </a:ln>
                <a:solidFill>
                  <a:schemeClr val="tx1"/>
                </a:solidFill>
                <a:effectLst/>
              </a:rPr>
              <a:t> of </a:t>
            </a:r>
            <a:r>
              <a:rPr kumimoji="0" lang="fr-DZ" altLang="fr-DZ" b="1" i="0" u="none" strike="noStrike" cap="none" normalizeH="0" baseline="0" dirty="0" err="1">
                <a:ln>
                  <a:noFill/>
                </a:ln>
                <a:solidFill>
                  <a:schemeClr val="tx1"/>
                </a:solidFill>
                <a:effectLst/>
              </a:rPr>
              <a:t>tasks</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executed</a:t>
            </a:r>
            <a:r>
              <a:rPr kumimoji="0" lang="fr-DZ" altLang="fr-DZ" b="0" i="0" u="none" strike="noStrike" cap="none" normalizeH="0" baseline="0" dirty="0">
                <a:ln>
                  <a:noFill/>
                </a:ln>
                <a:solidFill>
                  <a:schemeClr val="tx1"/>
                </a:solidFill>
                <a:effectLst/>
              </a:rPr>
              <a:t> in a </a:t>
            </a:r>
            <a:r>
              <a:rPr kumimoji="0" lang="fr-DZ" altLang="fr-DZ" b="0" i="0" u="none" strike="noStrike" cap="none" normalizeH="0" baseline="0" dirty="0" err="1">
                <a:ln>
                  <a:noFill/>
                </a:ln>
                <a:solidFill>
                  <a:schemeClr val="tx1"/>
                </a:solidFill>
                <a:effectLst/>
              </a:rPr>
              <a:t>specific</a:t>
            </a:r>
            <a:r>
              <a:rPr kumimoji="0" lang="fr-DZ" altLang="fr-DZ" b="0" i="0" u="none" strike="noStrike" cap="none" normalizeH="0" baseline="0" dirty="0">
                <a:ln>
                  <a:noFill/>
                </a:ln>
                <a:solidFill>
                  <a:schemeClr val="tx1"/>
                </a:solidFill>
                <a:effectLst/>
              </a:rPr>
              <a:t> </a:t>
            </a:r>
            <a:r>
              <a:rPr kumimoji="0" lang="fr-DZ" altLang="fr-DZ" b="0" i="0" u="none" strike="noStrike" cap="none" normalizeH="0" baseline="0" dirty="0" err="1">
                <a:ln>
                  <a:noFill/>
                </a:ln>
                <a:solidFill>
                  <a:schemeClr val="tx1"/>
                </a:solidFill>
                <a:effectLst/>
              </a:rPr>
              <a:t>order</a:t>
            </a:r>
            <a:r>
              <a:rPr kumimoji="0" lang="fr-DZ" altLang="fr-DZ" b="0" i="0" u="none" strike="noStrike" cap="none" normalizeH="0" baseline="0" dirty="0">
                <a:ln>
                  <a:noFill/>
                </a:ln>
                <a:solidFill>
                  <a:schemeClr val="tx1"/>
                </a:solidFill>
                <a:effectLst/>
              </a:rPr>
              <a:t>: </a:t>
            </a:r>
            <a:endParaRPr lang="fr-CA" altLang="fr-DZ" dirty="0"/>
          </a:p>
          <a:p>
            <a:pPr marL="0" marR="0" lvl="0" indent="0" algn="l" defTabSz="914400" rtl="0" eaLnBrk="0" fontAlgn="base" latinLnBrk="0" hangingPunct="0">
              <a:lnSpc>
                <a:spcPct val="100000"/>
              </a:lnSpc>
              <a:spcBef>
                <a:spcPct val="0"/>
              </a:spcBef>
              <a:spcAft>
                <a:spcPct val="0"/>
              </a:spcAft>
              <a:buClrTx/>
              <a:buSzTx/>
              <a:buNone/>
              <a:tabLst/>
            </a:pPr>
            <a:endParaRPr lang="en-US" dirty="0"/>
          </a:p>
          <a:p>
            <a:pPr marL="0" marR="0" lvl="0" indent="0" algn="l" defTabSz="914400" rtl="0" eaLnBrk="0" fontAlgn="base" latinLnBrk="0" hangingPunct="0">
              <a:lnSpc>
                <a:spcPct val="100000"/>
              </a:lnSpc>
              <a:spcBef>
                <a:spcPct val="0"/>
              </a:spcBef>
              <a:spcAft>
                <a:spcPct val="0"/>
              </a:spcAft>
              <a:buClrTx/>
              <a:buSzTx/>
              <a:buNone/>
              <a:tabLst/>
            </a:pPr>
            <a:endParaRPr lang="en-US" dirty="0"/>
          </a:p>
          <a:p>
            <a:pPr marL="0" marR="0" lvl="0" indent="0" algn="l" defTabSz="914400" rtl="0" eaLnBrk="0" fontAlgn="base" latinLnBrk="0" hangingPunct="0">
              <a:lnSpc>
                <a:spcPct val="100000"/>
              </a:lnSpc>
              <a:spcBef>
                <a:spcPct val="0"/>
              </a:spcBef>
              <a:spcAft>
                <a:spcPct val="0"/>
              </a:spcAft>
              <a:buClrTx/>
              <a:buSzTx/>
              <a:buNone/>
              <a:tabLst/>
            </a:pPr>
            <a:endParaRPr lang="en-US" dirty="0"/>
          </a:p>
          <a:p>
            <a:pPr marL="0" marR="0" lvl="0" indent="0" algn="l" defTabSz="914400" rtl="0" eaLnBrk="0" fontAlgn="base" latinLnBrk="0" hangingPunct="0">
              <a:lnSpc>
                <a:spcPct val="100000"/>
              </a:lnSpc>
              <a:spcBef>
                <a:spcPct val="0"/>
              </a:spcBef>
              <a:spcAft>
                <a:spcPct val="0"/>
              </a:spcAft>
              <a:buClrTx/>
              <a:buSzTx/>
              <a:buNone/>
              <a:tabLst/>
            </a:pPr>
            <a:endParaRPr lang="en-US" dirty="0"/>
          </a:p>
          <a:p>
            <a:pPr marL="0" marR="0" lvl="0" indent="0" algn="l" defTabSz="914400" rtl="0" eaLnBrk="0" fontAlgn="base" latinLnBrk="0" hangingPunct="0">
              <a:lnSpc>
                <a:spcPct val="100000"/>
              </a:lnSpc>
              <a:spcBef>
                <a:spcPct val="0"/>
              </a:spcBef>
              <a:spcAft>
                <a:spcPct val="0"/>
              </a:spcAft>
              <a:buClrTx/>
              <a:buSzTx/>
              <a:buNone/>
              <a:tabLst/>
            </a:pPr>
            <a:r>
              <a:rPr lang="en-US" dirty="0"/>
              <a:t>means that </a:t>
            </a:r>
            <a:r>
              <a:rPr lang="en-US" b="1" dirty="0"/>
              <a:t>P</a:t>
            </a:r>
            <a:r>
              <a:rPr lang="en-US" dirty="0"/>
              <a:t> consists of the sequential execution of tasks </a:t>
            </a:r>
            <a:r>
              <a:rPr lang="en-US" b="1" dirty="0"/>
              <a:t>T1, T2, ..., Tn</a:t>
            </a:r>
            <a:r>
              <a:rPr lang="en-US" dirty="0"/>
              <a:t>.</a:t>
            </a:r>
            <a:endParaRPr kumimoji="0" lang="fr-DZ" altLang="fr-DZ" b="0" i="0" u="none" strike="noStrike" cap="none" normalizeH="0" baseline="0" dirty="0">
              <a:ln>
                <a:noFill/>
              </a:ln>
              <a:solidFill>
                <a:schemeClr val="tx1"/>
              </a:solidFill>
              <a:effectLst/>
            </a:endParaRPr>
          </a:p>
        </p:txBody>
      </p:sp>
      <p:pic>
        <p:nvPicPr>
          <p:cNvPr id="3" name="Picture 2">
            <a:extLst>
              <a:ext uri="{FF2B5EF4-FFF2-40B4-BE49-F238E27FC236}">
                <a16:creationId xmlns:a16="http://schemas.microsoft.com/office/drawing/2014/main" id="{1113D7FD-F6F9-EE49-8FF4-99E771B0D514}"/>
              </a:ext>
            </a:extLst>
          </p:cNvPr>
          <p:cNvPicPr>
            <a:picLocks noChangeAspect="1"/>
          </p:cNvPicPr>
          <p:nvPr/>
        </p:nvPicPr>
        <p:blipFill>
          <a:blip r:embed="rId2"/>
          <a:stretch>
            <a:fillRect/>
          </a:stretch>
        </p:blipFill>
        <p:spPr>
          <a:xfrm>
            <a:off x="1774893" y="4079166"/>
            <a:ext cx="1990725" cy="1162050"/>
          </a:xfrm>
          <a:prstGeom prst="rect">
            <a:avLst/>
          </a:prstGeom>
        </p:spPr>
      </p:pic>
      <p:pic>
        <p:nvPicPr>
          <p:cNvPr id="5" name="Picture 4">
            <a:extLst>
              <a:ext uri="{FF2B5EF4-FFF2-40B4-BE49-F238E27FC236}">
                <a16:creationId xmlns:a16="http://schemas.microsoft.com/office/drawing/2014/main" id="{4ADDDFCF-9618-6762-8431-8ABCF4D9DE13}"/>
              </a:ext>
            </a:extLst>
          </p:cNvPr>
          <p:cNvPicPr>
            <a:picLocks noChangeAspect="1"/>
          </p:cNvPicPr>
          <p:nvPr/>
        </p:nvPicPr>
        <p:blipFill>
          <a:blip r:embed="rId3"/>
          <a:stretch>
            <a:fillRect/>
          </a:stretch>
        </p:blipFill>
        <p:spPr>
          <a:xfrm>
            <a:off x="4432259" y="4193466"/>
            <a:ext cx="1181100" cy="1047750"/>
          </a:xfrm>
          <a:prstGeom prst="rect">
            <a:avLst/>
          </a:prstGeom>
        </p:spPr>
      </p:pic>
      <p:pic>
        <p:nvPicPr>
          <p:cNvPr id="6" name="Picture 5">
            <a:extLst>
              <a:ext uri="{FF2B5EF4-FFF2-40B4-BE49-F238E27FC236}">
                <a16:creationId xmlns:a16="http://schemas.microsoft.com/office/drawing/2014/main" id="{E5C40822-6D27-E340-B3E9-9BBF1D0E349E}"/>
              </a:ext>
            </a:extLst>
          </p:cNvPr>
          <p:cNvPicPr>
            <a:picLocks noChangeAspect="1"/>
          </p:cNvPicPr>
          <p:nvPr/>
        </p:nvPicPr>
        <p:blipFill>
          <a:blip r:embed="rId4"/>
          <a:stretch>
            <a:fillRect/>
          </a:stretch>
        </p:blipFill>
        <p:spPr>
          <a:xfrm>
            <a:off x="5765541" y="4174416"/>
            <a:ext cx="1095375" cy="1104900"/>
          </a:xfrm>
          <a:prstGeom prst="rect">
            <a:avLst/>
          </a:prstGeom>
        </p:spPr>
      </p:pic>
      <p:pic>
        <p:nvPicPr>
          <p:cNvPr id="9" name="Picture 8">
            <a:extLst>
              <a:ext uri="{FF2B5EF4-FFF2-40B4-BE49-F238E27FC236}">
                <a16:creationId xmlns:a16="http://schemas.microsoft.com/office/drawing/2014/main" id="{7B59B8D6-66BD-4A2D-09B8-9542EB263DAD}"/>
              </a:ext>
            </a:extLst>
          </p:cNvPr>
          <p:cNvPicPr>
            <a:picLocks noChangeAspect="1"/>
          </p:cNvPicPr>
          <p:nvPr/>
        </p:nvPicPr>
        <p:blipFill>
          <a:blip r:embed="rId5"/>
          <a:stretch>
            <a:fillRect/>
          </a:stretch>
        </p:blipFill>
        <p:spPr>
          <a:xfrm>
            <a:off x="7000644" y="4231566"/>
            <a:ext cx="1066800" cy="1047750"/>
          </a:xfrm>
          <a:prstGeom prst="rect">
            <a:avLst/>
          </a:prstGeom>
        </p:spPr>
      </p:pic>
      <p:pic>
        <p:nvPicPr>
          <p:cNvPr id="11" name="Picture 10">
            <a:extLst>
              <a:ext uri="{FF2B5EF4-FFF2-40B4-BE49-F238E27FC236}">
                <a16:creationId xmlns:a16="http://schemas.microsoft.com/office/drawing/2014/main" id="{AC65C815-3DDC-D9C6-13E7-6D791090A45B}"/>
              </a:ext>
            </a:extLst>
          </p:cNvPr>
          <p:cNvPicPr>
            <a:picLocks noChangeAspect="1"/>
          </p:cNvPicPr>
          <p:nvPr/>
        </p:nvPicPr>
        <p:blipFill>
          <a:blip r:embed="rId6"/>
          <a:stretch>
            <a:fillRect/>
          </a:stretch>
        </p:blipFill>
        <p:spPr>
          <a:xfrm>
            <a:off x="8194198" y="4212516"/>
            <a:ext cx="1743075" cy="1028700"/>
          </a:xfrm>
          <a:prstGeom prst="rect">
            <a:avLst/>
          </a:prstGeom>
        </p:spPr>
      </p:pic>
    </p:spTree>
    <p:extLst>
      <p:ext uri="{BB962C8B-B14F-4D97-AF65-F5344CB8AC3E}">
        <p14:creationId xmlns:p14="http://schemas.microsoft.com/office/powerpoint/2010/main" val="28065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instructions&#10;&#10;Description automatically generated">
            <a:extLst>
              <a:ext uri="{FF2B5EF4-FFF2-40B4-BE49-F238E27FC236}">
                <a16:creationId xmlns:a16="http://schemas.microsoft.com/office/drawing/2014/main" id="{13696748-2506-81A3-F1E7-8B12905F2B90}"/>
              </a:ext>
            </a:extLst>
          </p:cNvPr>
          <p:cNvPicPr>
            <a:picLocks noChangeAspect="1"/>
          </p:cNvPicPr>
          <p:nvPr/>
        </p:nvPicPr>
        <p:blipFill>
          <a:blip r:embed="rId2"/>
          <a:srcRect r="307" b="2"/>
          <a:stretch/>
        </p:blipFill>
        <p:spPr>
          <a:xfrm>
            <a:off x="1639323" y="944507"/>
            <a:ext cx="3870530" cy="4451621"/>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Slide Number Placeholder 3">
            <a:extLst>
              <a:ext uri="{FF2B5EF4-FFF2-40B4-BE49-F238E27FC236}">
                <a16:creationId xmlns:a16="http://schemas.microsoft.com/office/drawing/2014/main" id="{F24BBBB9-6087-B02B-1E84-4E986C184647}"/>
              </a:ext>
            </a:extLst>
          </p:cNvPr>
          <p:cNvSpPr>
            <a:spLocks noGrp="1"/>
          </p:cNvSpPr>
          <p:nvPr>
            <p:ph type="sldNum" sz="quarter" idx="12"/>
          </p:nvPr>
        </p:nvSpPr>
        <p:spPr>
          <a:xfrm>
            <a:off x="8610600" y="6356350"/>
            <a:ext cx="2743200" cy="365125"/>
          </a:xfrm>
        </p:spPr>
        <p:txBody>
          <a:bodyPr>
            <a:normAutofit/>
          </a:bodyPr>
          <a:lstStyle/>
          <a:p>
            <a:pPr>
              <a:spcAft>
                <a:spcPts val="600"/>
              </a:spcAft>
            </a:pPr>
            <a:fld id="{AE542B33-DB44-41E8-8F43-C86F545B5A10}" type="slidenum">
              <a:rPr lang="fr-DZ">
                <a:solidFill>
                  <a:srgbClr val="FFFFFF"/>
                </a:solidFill>
              </a:rPr>
              <a:pPr>
                <a:spcAft>
                  <a:spcPts val="600"/>
                </a:spcAft>
              </a:pPr>
              <a:t>18</a:t>
            </a:fld>
            <a:endParaRPr lang="fr-DZ">
              <a:solidFill>
                <a:srgbClr val="FFFFFF"/>
              </a:solidFill>
            </a:endParaRPr>
          </a:p>
        </p:txBody>
      </p:sp>
      <p:sp>
        <p:nvSpPr>
          <p:cNvPr id="7" name="Rectangle 1">
            <a:extLst>
              <a:ext uri="{FF2B5EF4-FFF2-40B4-BE49-F238E27FC236}">
                <a16:creationId xmlns:a16="http://schemas.microsoft.com/office/drawing/2014/main" id="{04E30BE8-DF9A-DDBF-854A-F61825180A43}"/>
              </a:ext>
            </a:extLst>
          </p:cNvPr>
          <p:cNvSpPr>
            <a:spLocks noChangeArrowheads="1"/>
          </p:cNvSpPr>
          <p:nvPr/>
        </p:nvSpPr>
        <p:spPr bwMode="auto">
          <a:xfrm>
            <a:off x="5688149" y="2254845"/>
            <a:ext cx="52661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1800" b="1" i="0" u="none" strike="noStrike" cap="none" normalizeH="0" baseline="0" dirty="0">
                <a:ln>
                  <a:noFill/>
                </a:ln>
                <a:solidFill>
                  <a:schemeClr val="tx1"/>
                </a:solidFill>
                <a:effectLst/>
                <a:latin typeface="Arial" panose="020B0604020202020204" pitchFamily="34" charset="0"/>
              </a:rPr>
              <a:t>Thread of </a:t>
            </a:r>
            <a:r>
              <a:rPr kumimoji="0" lang="fr-DZ" altLang="fr-DZ" sz="1800" b="1" i="0" u="none" strike="noStrike" cap="none" normalizeH="0" baseline="0" dirty="0" err="1">
                <a:ln>
                  <a:noFill/>
                </a:ln>
                <a:solidFill>
                  <a:schemeClr val="tx1"/>
                </a:solidFill>
                <a:effectLst/>
                <a:latin typeface="Arial" panose="020B0604020202020204" pitchFamily="34" charset="0"/>
              </a:rPr>
              <a:t>execution</a:t>
            </a:r>
            <a:r>
              <a:rPr kumimoji="0" lang="fr-DZ" altLang="fr-DZ" sz="1800" b="1" i="0" u="none" strike="noStrike" cap="none" normalizeH="0" baseline="0" dirty="0">
                <a:ln>
                  <a:noFill/>
                </a:ln>
                <a:solidFill>
                  <a:schemeClr val="tx1"/>
                </a:solidFill>
                <a:effectLst/>
                <a:latin typeface="Arial" panose="020B0604020202020204" pitchFamily="34" charset="0"/>
              </a:rPr>
              <a:t> of a set of instructions</a:t>
            </a:r>
            <a:endParaRPr kumimoji="0" lang="fr-DZ" altLang="fr-DZ"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CA" altLang="fr-DZ"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1800" b="1" i="0" u="none" strike="noStrike" cap="none" normalizeH="0" baseline="0" dirty="0">
                <a:ln>
                  <a:noFill/>
                </a:ln>
                <a:solidFill>
                  <a:schemeClr val="tx1"/>
                </a:solidFill>
                <a:effectLst/>
                <a:latin typeface="Arial" panose="020B0604020202020204" pitchFamily="34" charset="0"/>
              </a:rPr>
              <a:t>Basic </a:t>
            </a:r>
            <a:r>
              <a:rPr kumimoji="0" lang="fr-DZ" altLang="fr-DZ" sz="1800" b="1" i="0" u="none" strike="noStrike" cap="none" normalizeH="0" baseline="0" dirty="0" err="1">
                <a:ln>
                  <a:noFill/>
                </a:ln>
                <a:solidFill>
                  <a:schemeClr val="tx1"/>
                </a:solidFill>
                <a:effectLst/>
                <a:latin typeface="Arial" panose="020B0604020202020204" pitchFamily="34" charset="0"/>
              </a:rPr>
              <a:t>processing</a:t>
            </a:r>
            <a:r>
              <a:rPr kumimoji="0" lang="fr-DZ" altLang="fr-DZ" sz="1800" b="1" i="0" u="none" strike="noStrike" cap="none" normalizeH="0" baseline="0" dirty="0">
                <a:ln>
                  <a:noFill/>
                </a:ln>
                <a:solidFill>
                  <a:schemeClr val="tx1"/>
                </a:solidFill>
                <a:effectLst/>
                <a:latin typeface="Arial" panose="020B0604020202020204" pitchFamily="34" charset="0"/>
              </a:rPr>
              <a:t> unit </a:t>
            </a:r>
            <a:r>
              <a:rPr kumimoji="0" lang="fr-DZ" altLang="fr-DZ" sz="1800" b="1" i="0" u="none" strike="noStrike" cap="none" normalizeH="0" baseline="0" dirty="0" err="1">
                <a:ln>
                  <a:noFill/>
                </a:ln>
                <a:solidFill>
                  <a:schemeClr val="tx1"/>
                </a:solidFill>
                <a:effectLst/>
                <a:latin typeface="Arial" panose="020B0604020202020204" pitchFamily="34" charset="0"/>
              </a:rPr>
              <a:t>with</a:t>
            </a:r>
            <a:r>
              <a:rPr kumimoji="0" lang="fr-DZ" altLang="fr-DZ" sz="1800" b="1" i="0" u="none" strike="noStrike" cap="none" normalizeH="0" baseline="0" dirty="0">
                <a:ln>
                  <a:noFill/>
                </a:ln>
                <a:solidFill>
                  <a:schemeClr val="tx1"/>
                </a:solidFill>
                <a:effectLst/>
                <a:latin typeface="Arial" panose="020B0604020202020204" pitchFamily="34" charset="0"/>
              </a:rPr>
              <a:t> </a:t>
            </a:r>
            <a:r>
              <a:rPr kumimoji="0" lang="fr-DZ" altLang="fr-DZ" sz="1800" b="1" i="0" u="none" strike="noStrike" cap="none" normalizeH="0" baseline="0" dirty="0" err="1">
                <a:ln>
                  <a:noFill/>
                </a:ln>
                <a:solidFill>
                  <a:schemeClr val="tx1"/>
                </a:solidFill>
                <a:effectLst/>
                <a:latin typeface="Arial" panose="020B0604020202020204" pitchFamily="34" charset="0"/>
              </a:rPr>
              <a:t>logical</a:t>
            </a:r>
            <a:r>
              <a:rPr kumimoji="0" lang="fr-DZ" altLang="fr-DZ" sz="1800" b="1" i="0" u="none" strike="noStrike" cap="none" normalizeH="0" baseline="0" dirty="0">
                <a:ln>
                  <a:noFill/>
                </a:ln>
                <a:solidFill>
                  <a:schemeClr val="tx1"/>
                </a:solidFill>
                <a:effectLst/>
                <a:latin typeface="Arial" panose="020B0604020202020204" pitchFamily="34" charset="0"/>
              </a:rPr>
              <a:t> </a:t>
            </a:r>
            <a:r>
              <a:rPr kumimoji="0" lang="fr-DZ" altLang="fr-DZ" sz="1800" b="1" i="0" u="none" strike="noStrike" cap="none" normalizeH="0" baseline="0" dirty="0" err="1">
                <a:ln>
                  <a:noFill/>
                </a:ln>
                <a:solidFill>
                  <a:schemeClr val="tx1"/>
                </a:solidFill>
                <a:effectLst/>
                <a:latin typeface="Arial" panose="020B0604020202020204" pitchFamily="34" charset="0"/>
              </a:rPr>
              <a:t>coherence</a:t>
            </a:r>
            <a:r>
              <a:rPr kumimoji="0" lang="fr-DZ" altLang="fr-DZ"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486128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DB85-7A28-3BBC-8FD8-46242E412928}"/>
              </a:ext>
            </a:extLst>
          </p:cNvPr>
          <p:cNvSpPr>
            <a:spLocks noGrp="1"/>
          </p:cNvSpPr>
          <p:nvPr>
            <p:ph type="title"/>
          </p:nvPr>
        </p:nvSpPr>
        <p:spPr>
          <a:xfrm>
            <a:off x="3592689" y="265309"/>
            <a:ext cx="10515600" cy="1325563"/>
          </a:xfrm>
        </p:spPr>
        <p:txBody>
          <a:bodyPr/>
          <a:lstStyle/>
          <a:p>
            <a:r>
              <a:rPr lang="fr-FR" b="1" dirty="0" err="1">
                <a:latin typeface="Arial" panose="020B0604020202020204" pitchFamily="34" charset="0"/>
                <a:cs typeface="Arial" panose="020B0604020202020204" pitchFamily="34" charset="0"/>
              </a:rPr>
              <a:t>Task</a:t>
            </a:r>
            <a:r>
              <a:rPr lang="fr-FR" b="1" dirty="0">
                <a:latin typeface="Arial" panose="020B0604020202020204" pitchFamily="34" charset="0"/>
                <a:cs typeface="Arial" panose="020B0604020202020204" pitchFamily="34" charset="0"/>
              </a:rPr>
              <a:t> system</a:t>
            </a:r>
            <a:endParaRPr lang="fr-DZ"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345917-B8A8-1AAA-F2C2-916305BF66CD}"/>
              </a:ext>
            </a:extLst>
          </p:cNvPr>
          <p:cNvSpPr>
            <a:spLocks noGrp="1"/>
          </p:cNvSpPr>
          <p:nvPr>
            <p:ph type="sldNum" sz="quarter" idx="12"/>
          </p:nvPr>
        </p:nvSpPr>
        <p:spPr/>
        <p:txBody>
          <a:bodyPr/>
          <a:lstStyle/>
          <a:p>
            <a:fld id="{AE542B33-DB44-41E8-8F43-C86F545B5A10}" type="slidenum">
              <a:rPr lang="fr-DZ" smtClean="0"/>
              <a:t>19</a:t>
            </a:fld>
            <a:endParaRPr lang="fr-DZ"/>
          </a:p>
        </p:txBody>
      </p:sp>
      <p:pic>
        <p:nvPicPr>
          <p:cNvPr id="6" name="Picture 5">
            <a:extLst>
              <a:ext uri="{FF2B5EF4-FFF2-40B4-BE49-F238E27FC236}">
                <a16:creationId xmlns:a16="http://schemas.microsoft.com/office/drawing/2014/main" id="{EC2B04B4-576D-CA76-4141-34EB7723361D}"/>
              </a:ext>
            </a:extLst>
          </p:cNvPr>
          <p:cNvPicPr>
            <a:picLocks noChangeAspect="1"/>
          </p:cNvPicPr>
          <p:nvPr/>
        </p:nvPicPr>
        <p:blipFill>
          <a:blip r:embed="rId2"/>
          <a:stretch>
            <a:fillRect/>
          </a:stretch>
        </p:blipFill>
        <p:spPr>
          <a:xfrm>
            <a:off x="7282825" y="1657262"/>
            <a:ext cx="3381375" cy="3971925"/>
          </a:xfrm>
          <a:prstGeom prst="rect">
            <a:avLst/>
          </a:prstGeom>
        </p:spPr>
      </p:pic>
      <p:pic>
        <p:nvPicPr>
          <p:cNvPr id="8" name="Picture 7">
            <a:extLst>
              <a:ext uri="{FF2B5EF4-FFF2-40B4-BE49-F238E27FC236}">
                <a16:creationId xmlns:a16="http://schemas.microsoft.com/office/drawing/2014/main" id="{4D3BACC5-4EA4-84DA-7C20-B09B72808A83}"/>
              </a:ext>
            </a:extLst>
          </p:cNvPr>
          <p:cNvPicPr>
            <a:picLocks noChangeAspect="1"/>
          </p:cNvPicPr>
          <p:nvPr/>
        </p:nvPicPr>
        <p:blipFill>
          <a:blip r:embed="rId3"/>
          <a:stretch>
            <a:fillRect/>
          </a:stretch>
        </p:blipFill>
        <p:spPr>
          <a:xfrm>
            <a:off x="6346883" y="1306088"/>
            <a:ext cx="585507" cy="585507"/>
          </a:xfrm>
          <a:prstGeom prst="rect">
            <a:avLst/>
          </a:prstGeom>
        </p:spPr>
      </p:pic>
      <p:sp>
        <p:nvSpPr>
          <p:cNvPr id="15" name="Rectangle 14">
            <a:extLst>
              <a:ext uri="{FF2B5EF4-FFF2-40B4-BE49-F238E27FC236}">
                <a16:creationId xmlns:a16="http://schemas.microsoft.com/office/drawing/2014/main" id="{419CB2C2-864A-0FF4-E1B9-59757B407D3C}"/>
              </a:ext>
            </a:extLst>
          </p:cNvPr>
          <p:cNvSpPr/>
          <p:nvPr/>
        </p:nvSpPr>
        <p:spPr>
          <a:xfrm>
            <a:off x="1059420" y="2024374"/>
            <a:ext cx="5872970" cy="1323439"/>
          </a:xfrm>
          <a:prstGeom prst="rect">
            <a:avLst/>
          </a:prstGeom>
          <a:noFill/>
        </p:spPr>
        <p:txBody>
          <a:bodyPr wrap="square" lIns="91440" tIns="45720" rIns="91440" bIns="45720">
            <a:spAutoFit/>
          </a:bodyPr>
          <a:lstStyle/>
          <a:p>
            <a:pPr algn="ctr"/>
            <a:r>
              <a:rPr lang="fr-FR" sz="33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set of </a:t>
            </a:r>
            <a:r>
              <a:rPr lang="fr-FR" sz="3300" b="1" cap="none" spc="0"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tasks</a:t>
            </a:r>
            <a:r>
              <a:rPr lang="fr-FR" sz="33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a:t>
            </a:r>
            <a:r>
              <a:rPr lang="en-US" sz="3600" dirty="0"/>
              <a:t>: </a:t>
            </a:r>
            <a:r>
              <a:rPr lang="en-US" sz="2200" dirty="0"/>
              <a:t>A group of independent or dependent tasks that need to be completed within a system.</a:t>
            </a:r>
            <a:endParaRPr lang="fr-DZ" sz="2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8" name="Rectangle 17">
            <a:extLst>
              <a:ext uri="{FF2B5EF4-FFF2-40B4-BE49-F238E27FC236}">
                <a16:creationId xmlns:a16="http://schemas.microsoft.com/office/drawing/2014/main" id="{6DD94F28-B5F6-9703-7F7C-9C3A37847C67}"/>
              </a:ext>
            </a:extLst>
          </p:cNvPr>
          <p:cNvSpPr/>
          <p:nvPr/>
        </p:nvSpPr>
        <p:spPr>
          <a:xfrm>
            <a:off x="868882" y="3923915"/>
            <a:ext cx="6254045" cy="1615827"/>
          </a:xfrm>
          <a:prstGeom prst="rect">
            <a:avLst/>
          </a:prstGeom>
          <a:noFill/>
        </p:spPr>
        <p:txBody>
          <a:bodyPr wrap="square" lIns="91440" tIns="45720" rIns="91440" bIns="45720">
            <a:spAutoFit/>
          </a:bodyPr>
          <a:lstStyle/>
          <a:p>
            <a:pPr algn="ctr"/>
            <a:r>
              <a:rPr lang="fr-FR" sz="3300" b="1" cap="none" spc="0" dirty="0" err="1">
                <a:ln w="9525">
                  <a:solidFill>
                    <a:schemeClr val="bg1"/>
                  </a:solidFill>
                  <a:prstDash val="solid"/>
                </a:ln>
                <a:solidFill>
                  <a:schemeClr val="tx1"/>
                </a:solidFill>
                <a:effectLst>
                  <a:outerShdw blurRad="38100" dist="38100" dir="2700000" algn="tl">
                    <a:srgbClr val="000000">
                      <a:alpha val="43137"/>
                    </a:srgbClr>
                  </a:outerShdw>
                </a:effectLst>
              </a:rPr>
              <a:t>Precedence</a:t>
            </a:r>
            <a:r>
              <a:rPr lang="fr-FR" sz="3300" b="1" cap="none" spc="0" dirty="0">
                <a:ln w="9525">
                  <a:solidFill>
                    <a:schemeClr val="bg1"/>
                  </a:solidFill>
                  <a:prstDash val="solid"/>
                </a:ln>
                <a:solidFill>
                  <a:schemeClr val="tx1"/>
                </a:solidFill>
                <a:effectLst>
                  <a:outerShdw blurRad="38100" dist="38100" dir="2700000" algn="tl">
                    <a:srgbClr val="000000">
                      <a:alpha val="43137"/>
                    </a:srgbClr>
                  </a:outerShdw>
                </a:effectLst>
              </a:rPr>
              <a:t> Relation</a:t>
            </a:r>
            <a:r>
              <a:rPr lang="fr-FR" sz="2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2200" dirty="0"/>
              <a:t>A constraint that defines the execution order between tasks, meaning that a task </a:t>
            </a:r>
            <a:r>
              <a:rPr lang="en-US" sz="2200" b="1" dirty="0"/>
              <a:t>T2</a:t>
            </a:r>
            <a:r>
              <a:rPr lang="en-US" sz="2200" dirty="0"/>
              <a:t> cannot start before </a:t>
            </a:r>
            <a:r>
              <a:rPr lang="en-US" sz="2200" b="1" dirty="0"/>
              <a:t>T1</a:t>
            </a:r>
            <a:r>
              <a:rPr lang="en-US" sz="2200" dirty="0"/>
              <a:t> is completed if </a:t>
            </a:r>
            <a:r>
              <a:rPr lang="en-US" sz="2200" b="1" dirty="0"/>
              <a:t>T1 → T2</a:t>
            </a:r>
            <a:r>
              <a:rPr lang="en-US" sz="2200" dirty="0"/>
              <a:t> (T1 precedes T2).</a:t>
            </a:r>
            <a:endParaRPr lang="fr-DZ" sz="2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05145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20935-2F23-D4F4-5B10-0F705B1360B7}"/>
              </a:ext>
            </a:extLst>
          </p:cNvPr>
          <p:cNvSpPr>
            <a:spLocks noGrp="1"/>
          </p:cNvSpPr>
          <p:nvPr>
            <p:ph type="title"/>
          </p:nvPr>
        </p:nvSpPr>
        <p:spPr>
          <a:xfrm>
            <a:off x="3352800" y="-260812"/>
            <a:ext cx="10515600" cy="1325563"/>
          </a:xfrm>
        </p:spPr>
        <p:txBody>
          <a:bodyPr/>
          <a:lstStyle/>
          <a:p>
            <a:r>
              <a:rPr lang="fr-FR" sz="4400" b="1" cap="none" spc="0" dirty="0" err="1">
                <a:ln w="9525">
                  <a:solidFill>
                    <a:schemeClr val="bg1"/>
                  </a:solidFill>
                  <a:prstDash val="solid"/>
                </a:ln>
                <a:solidFill>
                  <a:schemeClr val="tx1"/>
                </a:solidFill>
                <a:latin typeface="+mn-lt"/>
              </a:rPr>
              <a:t>Precedence</a:t>
            </a:r>
            <a:r>
              <a:rPr lang="fr-FR" sz="4400" b="1" cap="none" spc="0" dirty="0">
                <a:ln w="9525">
                  <a:solidFill>
                    <a:schemeClr val="bg1"/>
                  </a:solidFill>
                  <a:prstDash val="solid"/>
                </a:ln>
                <a:solidFill>
                  <a:schemeClr val="tx1"/>
                </a:solidFill>
                <a:latin typeface="+mn-lt"/>
              </a:rPr>
              <a:t> Relation</a:t>
            </a:r>
            <a:endParaRPr lang="fr-DZ" b="1" dirty="0">
              <a:latin typeface="+mn-lt"/>
            </a:endParaRPr>
          </a:p>
        </p:txBody>
      </p:sp>
      <p:sp>
        <p:nvSpPr>
          <p:cNvPr id="3" name="Content Placeholder 2">
            <a:extLst>
              <a:ext uri="{FF2B5EF4-FFF2-40B4-BE49-F238E27FC236}">
                <a16:creationId xmlns:a16="http://schemas.microsoft.com/office/drawing/2014/main" id="{7CF93D1E-FCC4-AB86-D329-913D9BE0F582}"/>
              </a:ext>
            </a:extLst>
          </p:cNvPr>
          <p:cNvSpPr>
            <a:spLocks noGrp="1"/>
          </p:cNvSpPr>
          <p:nvPr>
            <p:ph idx="1"/>
          </p:nvPr>
        </p:nvSpPr>
        <p:spPr>
          <a:xfrm>
            <a:off x="838200" y="1072444"/>
            <a:ext cx="10566708" cy="5104519"/>
          </a:xfrm>
        </p:spPr>
        <p:txBody>
          <a:bodyPr/>
          <a:lstStyle/>
          <a:p>
            <a:r>
              <a:rPr lang="fr-FR" dirty="0" err="1">
                <a:latin typeface="Amasis MT Pro Black" panose="020F0502020204030204" pitchFamily="18" charset="0"/>
              </a:rPr>
              <a:t>Irreflexive</a:t>
            </a:r>
            <a:endParaRPr lang="fr-FR" dirty="0">
              <a:latin typeface="Amasis MT Pro Black" panose="020F0502020204030204" pitchFamily="18" charset="0"/>
            </a:endParaRPr>
          </a:p>
          <a:p>
            <a:endParaRPr lang="fr-FR" dirty="0">
              <a:latin typeface="Amasis MT Pro Black" panose="020F0502020204030204" pitchFamily="18" charset="0"/>
            </a:endParaRPr>
          </a:p>
          <a:p>
            <a:endParaRPr lang="fr-FR" dirty="0">
              <a:latin typeface="Amasis MT Pro Black" panose="020F0502020204030204" pitchFamily="18" charset="0"/>
            </a:endParaRPr>
          </a:p>
          <a:p>
            <a:r>
              <a:rPr lang="fr-FR" dirty="0" err="1">
                <a:latin typeface="Amasis MT Pro Black" panose="020F0502020204030204" pitchFamily="18" charset="0"/>
              </a:rPr>
              <a:t>Asymmetric</a:t>
            </a:r>
            <a:endParaRPr lang="fr-FR" dirty="0">
              <a:latin typeface="Amasis MT Pro Black" panose="020F0502020204030204" pitchFamily="18" charset="0"/>
            </a:endParaRPr>
          </a:p>
          <a:p>
            <a:endParaRPr lang="fr-FR" dirty="0">
              <a:latin typeface="Amasis MT Pro Black" panose="020F0502020204030204" pitchFamily="18" charset="0"/>
            </a:endParaRPr>
          </a:p>
          <a:p>
            <a:endParaRPr lang="fr-FR" dirty="0">
              <a:latin typeface="Amasis MT Pro Black" panose="020F0502020204030204" pitchFamily="18" charset="0"/>
            </a:endParaRPr>
          </a:p>
          <a:p>
            <a:r>
              <a:rPr lang="fr-FR" dirty="0">
                <a:latin typeface="Amasis MT Pro Black" panose="020F0502020204030204" pitchFamily="18" charset="0"/>
              </a:rPr>
              <a:t>Transitive</a:t>
            </a:r>
            <a:endParaRPr lang="fr-DZ" dirty="0">
              <a:latin typeface="Amasis MT Pro Black" panose="020F0502020204030204" pitchFamily="18" charset="0"/>
            </a:endParaRPr>
          </a:p>
        </p:txBody>
      </p:sp>
      <p:sp>
        <p:nvSpPr>
          <p:cNvPr id="4" name="Slide Number Placeholder 3">
            <a:extLst>
              <a:ext uri="{FF2B5EF4-FFF2-40B4-BE49-F238E27FC236}">
                <a16:creationId xmlns:a16="http://schemas.microsoft.com/office/drawing/2014/main" id="{0DFEC52F-2498-D1F9-7FF0-FDC01319231A}"/>
              </a:ext>
            </a:extLst>
          </p:cNvPr>
          <p:cNvSpPr>
            <a:spLocks noGrp="1"/>
          </p:cNvSpPr>
          <p:nvPr>
            <p:ph type="sldNum" sz="quarter" idx="12"/>
          </p:nvPr>
        </p:nvSpPr>
        <p:spPr/>
        <p:txBody>
          <a:bodyPr/>
          <a:lstStyle/>
          <a:p>
            <a:fld id="{AE542B33-DB44-41E8-8F43-C86F545B5A10}" type="slidenum">
              <a:rPr lang="fr-DZ" smtClean="0"/>
              <a:t>20</a:t>
            </a:fld>
            <a:endParaRPr lang="fr-DZ" dirty="0"/>
          </a:p>
        </p:txBody>
      </p:sp>
      <p:pic>
        <p:nvPicPr>
          <p:cNvPr id="6" name="Picture 5">
            <a:extLst>
              <a:ext uri="{FF2B5EF4-FFF2-40B4-BE49-F238E27FC236}">
                <a16:creationId xmlns:a16="http://schemas.microsoft.com/office/drawing/2014/main" id="{2F465559-F32A-51E0-761A-F6CB833EFFC2}"/>
              </a:ext>
            </a:extLst>
          </p:cNvPr>
          <p:cNvPicPr>
            <a:picLocks noChangeAspect="1"/>
          </p:cNvPicPr>
          <p:nvPr/>
        </p:nvPicPr>
        <p:blipFill>
          <a:blip r:embed="rId2"/>
          <a:stretch>
            <a:fillRect/>
          </a:stretch>
        </p:blipFill>
        <p:spPr>
          <a:xfrm>
            <a:off x="838200" y="1825625"/>
            <a:ext cx="2657475" cy="504825"/>
          </a:xfrm>
          <a:prstGeom prst="rect">
            <a:avLst/>
          </a:prstGeom>
        </p:spPr>
      </p:pic>
      <p:pic>
        <p:nvPicPr>
          <p:cNvPr id="8" name="Picture 7">
            <a:extLst>
              <a:ext uri="{FF2B5EF4-FFF2-40B4-BE49-F238E27FC236}">
                <a16:creationId xmlns:a16="http://schemas.microsoft.com/office/drawing/2014/main" id="{1858B586-3CDD-F9E3-A257-C41886AB4C73}"/>
              </a:ext>
            </a:extLst>
          </p:cNvPr>
          <p:cNvPicPr>
            <a:picLocks noChangeAspect="1"/>
          </p:cNvPicPr>
          <p:nvPr/>
        </p:nvPicPr>
        <p:blipFill>
          <a:blip r:embed="rId3"/>
          <a:stretch>
            <a:fillRect/>
          </a:stretch>
        </p:blipFill>
        <p:spPr>
          <a:xfrm>
            <a:off x="4267200" y="1493014"/>
            <a:ext cx="1828800" cy="1019175"/>
          </a:xfrm>
          <a:prstGeom prst="rect">
            <a:avLst/>
          </a:prstGeom>
        </p:spPr>
      </p:pic>
      <p:pic>
        <p:nvPicPr>
          <p:cNvPr id="10" name="Picture 9">
            <a:extLst>
              <a:ext uri="{FF2B5EF4-FFF2-40B4-BE49-F238E27FC236}">
                <a16:creationId xmlns:a16="http://schemas.microsoft.com/office/drawing/2014/main" id="{3E39CD82-2F3D-EA06-E8A5-C4180A9118FD}"/>
              </a:ext>
            </a:extLst>
          </p:cNvPr>
          <p:cNvPicPr>
            <a:picLocks noChangeAspect="1"/>
          </p:cNvPicPr>
          <p:nvPr/>
        </p:nvPicPr>
        <p:blipFill>
          <a:blip r:embed="rId4"/>
          <a:stretch>
            <a:fillRect/>
          </a:stretch>
        </p:blipFill>
        <p:spPr>
          <a:xfrm>
            <a:off x="838200" y="3025147"/>
            <a:ext cx="4619625" cy="476250"/>
          </a:xfrm>
          <a:prstGeom prst="rect">
            <a:avLst/>
          </a:prstGeom>
        </p:spPr>
      </p:pic>
      <p:pic>
        <p:nvPicPr>
          <p:cNvPr id="12" name="Picture 11">
            <a:extLst>
              <a:ext uri="{FF2B5EF4-FFF2-40B4-BE49-F238E27FC236}">
                <a16:creationId xmlns:a16="http://schemas.microsoft.com/office/drawing/2014/main" id="{10691577-94C5-6AAE-AC56-9EC7ED1DB4AF}"/>
              </a:ext>
            </a:extLst>
          </p:cNvPr>
          <p:cNvPicPr>
            <a:picLocks noChangeAspect="1"/>
          </p:cNvPicPr>
          <p:nvPr/>
        </p:nvPicPr>
        <p:blipFill>
          <a:blip r:embed="rId5"/>
          <a:stretch>
            <a:fillRect/>
          </a:stretch>
        </p:blipFill>
        <p:spPr>
          <a:xfrm>
            <a:off x="6557125" y="2401259"/>
            <a:ext cx="1790700" cy="1724025"/>
          </a:xfrm>
          <a:prstGeom prst="rect">
            <a:avLst/>
          </a:prstGeom>
        </p:spPr>
      </p:pic>
      <p:pic>
        <p:nvPicPr>
          <p:cNvPr id="14" name="Picture 13">
            <a:extLst>
              <a:ext uri="{FF2B5EF4-FFF2-40B4-BE49-F238E27FC236}">
                <a16:creationId xmlns:a16="http://schemas.microsoft.com/office/drawing/2014/main" id="{568CFB75-5A26-3408-DB82-E14F308B5E8D}"/>
              </a:ext>
            </a:extLst>
          </p:cNvPr>
          <p:cNvPicPr>
            <a:picLocks noChangeAspect="1"/>
          </p:cNvPicPr>
          <p:nvPr/>
        </p:nvPicPr>
        <p:blipFill>
          <a:blip r:embed="rId6"/>
          <a:stretch>
            <a:fillRect/>
          </a:stretch>
        </p:blipFill>
        <p:spPr>
          <a:xfrm>
            <a:off x="787092" y="4527551"/>
            <a:ext cx="6438901" cy="438150"/>
          </a:xfrm>
          <a:prstGeom prst="rect">
            <a:avLst/>
          </a:prstGeom>
        </p:spPr>
      </p:pic>
      <p:pic>
        <p:nvPicPr>
          <p:cNvPr id="16" name="Picture 15">
            <a:extLst>
              <a:ext uri="{FF2B5EF4-FFF2-40B4-BE49-F238E27FC236}">
                <a16:creationId xmlns:a16="http://schemas.microsoft.com/office/drawing/2014/main" id="{ED9AB531-173E-45B3-DAC4-6EE0FB80630A}"/>
              </a:ext>
            </a:extLst>
          </p:cNvPr>
          <p:cNvPicPr>
            <a:picLocks noChangeAspect="1"/>
          </p:cNvPicPr>
          <p:nvPr/>
        </p:nvPicPr>
        <p:blipFill>
          <a:blip r:embed="rId7"/>
          <a:stretch>
            <a:fillRect/>
          </a:stretch>
        </p:blipFill>
        <p:spPr>
          <a:xfrm>
            <a:off x="7225992" y="4470964"/>
            <a:ext cx="4274108" cy="745994"/>
          </a:xfrm>
          <a:prstGeom prst="rect">
            <a:avLst/>
          </a:prstGeom>
        </p:spPr>
      </p:pic>
      <p:pic>
        <p:nvPicPr>
          <p:cNvPr id="18" name="Picture 17">
            <a:extLst>
              <a:ext uri="{FF2B5EF4-FFF2-40B4-BE49-F238E27FC236}">
                <a16:creationId xmlns:a16="http://schemas.microsoft.com/office/drawing/2014/main" id="{5C6560C3-0862-FEC4-512C-095D44869260}"/>
              </a:ext>
            </a:extLst>
          </p:cNvPr>
          <p:cNvPicPr>
            <a:picLocks noChangeAspect="1"/>
          </p:cNvPicPr>
          <p:nvPr/>
        </p:nvPicPr>
        <p:blipFill>
          <a:blip r:embed="rId8"/>
          <a:stretch>
            <a:fillRect/>
          </a:stretch>
        </p:blipFill>
        <p:spPr>
          <a:xfrm>
            <a:off x="9052517" y="5188041"/>
            <a:ext cx="431537" cy="616482"/>
          </a:xfrm>
          <a:prstGeom prst="rect">
            <a:avLst/>
          </a:prstGeom>
        </p:spPr>
      </p:pic>
      <p:pic>
        <p:nvPicPr>
          <p:cNvPr id="20" name="Picture 19">
            <a:extLst>
              <a:ext uri="{FF2B5EF4-FFF2-40B4-BE49-F238E27FC236}">
                <a16:creationId xmlns:a16="http://schemas.microsoft.com/office/drawing/2014/main" id="{7B7619B4-D032-C1C1-AA31-8370DB357683}"/>
              </a:ext>
            </a:extLst>
          </p:cNvPr>
          <p:cNvPicPr>
            <a:picLocks noChangeAspect="1"/>
          </p:cNvPicPr>
          <p:nvPr/>
        </p:nvPicPr>
        <p:blipFill>
          <a:blip r:embed="rId9"/>
          <a:stretch>
            <a:fillRect/>
          </a:stretch>
        </p:blipFill>
        <p:spPr>
          <a:xfrm>
            <a:off x="8444089" y="5834626"/>
            <a:ext cx="1538111" cy="659190"/>
          </a:xfrm>
          <a:prstGeom prst="rect">
            <a:avLst/>
          </a:prstGeom>
        </p:spPr>
      </p:pic>
    </p:spTree>
    <p:extLst>
      <p:ext uri="{BB962C8B-B14F-4D97-AF65-F5344CB8AC3E}">
        <p14:creationId xmlns:p14="http://schemas.microsoft.com/office/powerpoint/2010/main" val="219419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horizontal)">
                                      <p:cBhvr>
                                        <p:cTn id="13" dur="500"/>
                                        <p:tgtEl>
                                          <p:spTgt spid="10"/>
                                        </p:tgtEl>
                                      </p:cBhvr>
                                    </p:animEffect>
                                  </p:childTnLst>
                                </p:cTn>
                              </p:par>
                              <p:par>
                                <p:cTn id="14" presetID="14" presetClass="entr" presetSubtype="1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heel(1)">
                                      <p:cBhvr>
                                        <p:cTn id="31" dur="2000"/>
                                        <p:tgtEl>
                                          <p:spTgt spid="18"/>
                                        </p:tgtEl>
                                      </p:cBhvr>
                                    </p:animEffect>
                                  </p:childTnLst>
                                </p:cTn>
                              </p:par>
                              <p:par>
                                <p:cTn id="32" presetID="21" presetClass="entr" presetSubtype="1"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heel(1)">
                                      <p:cBhvr>
                                        <p:cTn id="34"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59AD-AA38-EDD6-9FAD-002B9C086EB5}"/>
              </a:ext>
            </a:extLst>
          </p:cNvPr>
          <p:cNvSpPr>
            <a:spLocks noGrp="1"/>
          </p:cNvSpPr>
          <p:nvPr>
            <p:ph type="title"/>
          </p:nvPr>
        </p:nvSpPr>
        <p:spPr>
          <a:xfrm>
            <a:off x="662709" y="266383"/>
            <a:ext cx="10515600" cy="1325563"/>
          </a:xfrm>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b="1" dirty="0"/>
          </a:p>
        </p:txBody>
      </p:sp>
      <p:sp>
        <p:nvSpPr>
          <p:cNvPr id="4" name="Slide Number Placeholder 3">
            <a:extLst>
              <a:ext uri="{FF2B5EF4-FFF2-40B4-BE49-F238E27FC236}">
                <a16:creationId xmlns:a16="http://schemas.microsoft.com/office/drawing/2014/main" id="{8C5AB907-8986-FD0D-CB40-9E13931D0F4D}"/>
              </a:ext>
            </a:extLst>
          </p:cNvPr>
          <p:cNvSpPr>
            <a:spLocks noGrp="1"/>
          </p:cNvSpPr>
          <p:nvPr>
            <p:ph type="sldNum" sz="quarter" idx="12"/>
          </p:nvPr>
        </p:nvSpPr>
        <p:spPr/>
        <p:txBody>
          <a:bodyPr/>
          <a:lstStyle/>
          <a:p>
            <a:fld id="{AE542B33-DB44-41E8-8F43-C86F545B5A10}" type="slidenum">
              <a:rPr lang="fr-DZ" smtClean="0"/>
              <a:t>21</a:t>
            </a:fld>
            <a:endParaRPr lang="fr-DZ"/>
          </a:p>
        </p:txBody>
      </p:sp>
      <p:sp>
        <p:nvSpPr>
          <p:cNvPr id="6" name="TextBox 5">
            <a:extLst>
              <a:ext uri="{FF2B5EF4-FFF2-40B4-BE49-F238E27FC236}">
                <a16:creationId xmlns:a16="http://schemas.microsoft.com/office/drawing/2014/main" id="{A9A85B98-2B0D-4805-C8C4-459936679CEA}"/>
              </a:ext>
            </a:extLst>
          </p:cNvPr>
          <p:cNvSpPr txBox="1"/>
          <p:nvPr/>
        </p:nvSpPr>
        <p:spPr>
          <a:xfrm>
            <a:off x="1749413" y="2098325"/>
            <a:ext cx="6096000" cy="430887"/>
          </a:xfrm>
          <a:prstGeom prst="rect">
            <a:avLst/>
          </a:prstGeom>
          <a:noFill/>
        </p:spPr>
        <p:txBody>
          <a:bodyPr wrap="square">
            <a:spAutoFit/>
          </a:bodyPr>
          <a:lstStyle/>
          <a:p>
            <a:r>
              <a:rPr lang="fr-FR" sz="2200" b="1" dirty="0" err="1">
                <a:latin typeface="Arial" panose="020B0604020202020204" pitchFamily="34" charset="0"/>
                <a:cs typeface="Arial" panose="020B0604020202020204" pitchFamily="34" charset="0"/>
              </a:rPr>
              <a:t>Task</a:t>
            </a:r>
            <a:r>
              <a:rPr lang="fr-FR" sz="2200" b="1" dirty="0">
                <a:latin typeface="Arial" panose="020B0604020202020204" pitchFamily="34" charset="0"/>
                <a:cs typeface="Arial" panose="020B0604020202020204" pitchFamily="34" charset="0"/>
              </a:rPr>
              <a:t> system</a:t>
            </a:r>
            <a:endParaRPr lang="fr-DZ" sz="2200" dirty="0"/>
          </a:p>
        </p:txBody>
      </p:sp>
      <p:pic>
        <p:nvPicPr>
          <p:cNvPr id="8" name="Picture 7">
            <a:extLst>
              <a:ext uri="{FF2B5EF4-FFF2-40B4-BE49-F238E27FC236}">
                <a16:creationId xmlns:a16="http://schemas.microsoft.com/office/drawing/2014/main" id="{4BEA45D9-F058-9D4D-6502-D76E4A34DDCC}"/>
              </a:ext>
            </a:extLst>
          </p:cNvPr>
          <p:cNvPicPr>
            <a:picLocks noChangeAspect="1"/>
          </p:cNvPicPr>
          <p:nvPr/>
        </p:nvPicPr>
        <p:blipFill>
          <a:blip r:embed="rId2"/>
          <a:stretch>
            <a:fillRect/>
          </a:stretch>
        </p:blipFill>
        <p:spPr>
          <a:xfrm>
            <a:off x="1670755" y="2567516"/>
            <a:ext cx="1914525" cy="2400300"/>
          </a:xfrm>
          <a:prstGeom prst="rect">
            <a:avLst/>
          </a:prstGeom>
        </p:spPr>
      </p:pic>
      <p:sp>
        <p:nvSpPr>
          <p:cNvPr id="9" name="Arrow: Right 8">
            <a:extLst>
              <a:ext uri="{FF2B5EF4-FFF2-40B4-BE49-F238E27FC236}">
                <a16:creationId xmlns:a16="http://schemas.microsoft.com/office/drawing/2014/main" id="{E8BF811E-CA2F-9164-A9CE-7E6C55A4E3D9}"/>
              </a:ext>
            </a:extLst>
          </p:cNvPr>
          <p:cNvSpPr/>
          <p:nvPr/>
        </p:nvSpPr>
        <p:spPr>
          <a:xfrm>
            <a:off x="4621162" y="3109212"/>
            <a:ext cx="2074606" cy="7964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err="1"/>
              <a:t>represented</a:t>
            </a:r>
            <a:r>
              <a:rPr lang="fr-FR" b="1" dirty="0"/>
              <a:t> by</a:t>
            </a:r>
            <a:endParaRPr lang="fr-DZ" b="1" dirty="0"/>
          </a:p>
        </p:txBody>
      </p:sp>
      <p:sp>
        <p:nvSpPr>
          <p:cNvPr id="11" name="TextBox 10">
            <a:extLst>
              <a:ext uri="{FF2B5EF4-FFF2-40B4-BE49-F238E27FC236}">
                <a16:creationId xmlns:a16="http://schemas.microsoft.com/office/drawing/2014/main" id="{53B0FA64-6C21-87D3-F1A1-F3FAC0CD2306}"/>
              </a:ext>
            </a:extLst>
          </p:cNvPr>
          <p:cNvSpPr txBox="1"/>
          <p:nvPr/>
        </p:nvSpPr>
        <p:spPr>
          <a:xfrm>
            <a:off x="7473245" y="2198184"/>
            <a:ext cx="6096000" cy="369332"/>
          </a:xfrm>
          <a:prstGeom prst="rect">
            <a:avLst/>
          </a:prstGeom>
          <a:noFill/>
        </p:spPr>
        <p:txBody>
          <a:bodyPr wrap="square">
            <a:spAutoFit/>
          </a:bodyPr>
          <a:lstStyle/>
          <a:p>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pic>
        <p:nvPicPr>
          <p:cNvPr id="13" name="Picture 12">
            <a:extLst>
              <a:ext uri="{FF2B5EF4-FFF2-40B4-BE49-F238E27FC236}">
                <a16:creationId xmlns:a16="http://schemas.microsoft.com/office/drawing/2014/main" id="{5D6B1483-47FB-D013-0195-2B80F18997D1}"/>
              </a:ext>
            </a:extLst>
          </p:cNvPr>
          <p:cNvPicPr>
            <a:picLocks noChangeAspect="1"/>
          </p:cNvPicPr>
          <p:nvPr/>
        </p:nvPicPr>
        <p:blipFill>
          <a:blip r:embed="rId3"/>
          <a:stretch>
            <a:fillRect/>
          </a:stretch>
        </p:blipFill>
        <p:spPr>
          <a:xfrm>
            <a:off x="7168447" y="2667375"/>
            <a:ext cx="2876550" cy="2476500"/>
          </a:xfrm>
          <a:prstGeom prst="rect">
            <a:avLst/>
          </a:prstGeom>
        </p:spPr>
      </p:pic>
    </p:spTree>
    <p:extLst>
      <p:ext uri="{BB962C8B-B14F-4D97-AF65-F5344CB8AC3E}">
        <p14:creationId xmlns:p14="http://schemas.microsoft.com/office/powerpoint/2010/main" val="210125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arn(inVertical)">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2561F-58A6-27C5-E5F1-8D791B087B44}"/>
              </a:ext>
            </a:extLst>
          </p:cNvPr>
          <p:cNvSpPr>
            <a:spLocks noGrp="1"/>
          </p:cNvSpPr>
          <p:nvPr>
            <p:ph type="title"/>
          </p:nvPr>
        </p:nvSpPr>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4" name="Slide Number Placeholder 3">
            <a:extLst>
              <a:ext uri="{FF2B5EF4-FFF2-40B4-BE49-F238E27FC236}">
                <a16:creationId xmlns:a16="http://schemas.microsoft.com/office/drawing/2014/main" id="{93AB25D0-72B1-B193-2C00-A23F37D68AC2}"/>
              </a:ext>
            </a:extLst>
          </p:cNvPr>
          <p:cNvSpPr>
            <a:spLocks noGrp="1"/>
          </p:cNvSpPr>
          <p:nvPr>
            <p:ph type="sldNum" sz="quarter" idx="12"/>
          </p:nvPr>
        </p:nvSpPr>
        <p:spPr/>
        <p:txBody>
          <a:bodyPr/>
          <a:lstStyle/>
          <a:p>
            <a:fld id="{AE542B33-DB44-41E8-8F43-C86F545B5A10}" type="slidenum">
              <a:rPr lang="fr-DZ" smtClean="0"/>
              <a:t>22</a:t>
            </a:fld>
            <a:endParaRPr lang="fr-DZ"/>
          </a:p>
        </p:txBody>
      </p:sp>
      <p:sp>
        <p:nvSpPr>
          <p:cNvPr id="6" name="TextBox 5">
            <a:extLst>
              <a:ext uri="{FF2B5EF4-FFF2-40B4-BE49-F238E27FC236}">
                <a16:creationId xmlns:a16="http://schemas.microsoft.com/office/drawing/2014/main" id="{AAAEFB12-B76C-9AFA-256F-784A9AAA570E}"/>
              </a:ext>
            </a:extLst>
          </p:cNvPr>
          <p:cNvSpPr txBox="1"/>
          <p:nvPr/>
        </p:nvSpPr>
        <p:spPr>
          <a:xfrm>
            <a:off x="1726943" y="2340588"/>
            <a:ext cx="1848465" cy="369332"/>
          </a:xfrm>
          <a:prstGeom prst="rect">
            <a:avLst/>
          </a:prstGeom>
          <a:noFill/>
        </p:spPr>
        <p:txBody>
          <a:bodyPr wrap="square">
            <a:spAutoFit/>
          </a:bodyPr>
          <a:lstStyle/>
          <a:p>
            <a:r>
              <a:rPr lang="fr-FR" b="1" dirty="0"/>
              <a:t>P</a:t>
            </a:r>
            <a:r>
              <a:rPr lang="fr-DZ" b="1" dirty="0" err="1"/>
              <a:t>redecessor</a:t>
            </a:r>
            <a:r>
              <a:rPr lang="fr-CA" b="1" dirty="0"/>
              <a:t> of</a:t>
            </a:r>
            <a:endParaRPr lang="fr-DZ" b="1" dirty="0"/>
          </a:p>
        </p:txBody>
      </p:sp>
      <p:sp>
        <p:nvSpPr>
          <p:cNvPr id="8" name="TextBox 7">
            <a:extLst>
              <a:ext uri="{FF2B5EF4-FFF2-40B4-BE49-F238E27FC236}">
                <a16:creationId xmlns:a16="http://schemas.microsoft.com/office/drawing/2014/main" id="{F75CB5C3-7F0A-080F-F789-47C2467E9458}"/>
              </a:ext>
            </a:extLst>
          </p:cNvPr>
          <p:cNvSpPr txBox="1"/>
          <p:nvPr/>
        </p:nvSpPr>
        <p:spPr>
          <a:xfrm>
            <a:off x="6499123" y="2286916"/>
            <a:ext cx="6096000" cy="369332"/>
          </a:xfrm>
          <a:prstGeom prst="rect">
            <a:avLst/>
          </a:prstGeom>
          <a:noFill/>
        </p:spPr>
        <p:txBody>
          <a:bodyPr wrap="square">
            <a:spAutoFit/>
          </a:bodyPr>
          <a:lstStyle/>
          <a:p>
            <a:r>
              <a:rPr lang="fr-CA" b="1" dirty="0" err="1"/>
              <a:t>Successor</a:t>
            </a:r>
            <a:r>
              <a:rPr lang="fr-DZ" b="1" dirty="0"/>
              <a:t> of</a:t>
            </a:r>
          </a:p>
        </p:txBody>
      </p:sp>
      <p:pic>
        <p:nvPicPr>
          <p:cNvPr id="10" name="Picture 9">
            <a:extLst>
              <a:ext uri="{FF2B5EF4-FFF2-40B4-BE49-F238E27FC236}">
                <a16:creationId xmlns:a16="http://schemas.microsoft.com/office/drawing/2014/main" id="{315B0113-F0E5-573A-BA84-6DAAF9D9F815}"/>
              </a:ext>
            </a:extLst>
          </p:cNvPr>
          <p:cNvPicPr>
            <a:picLocks noChangeAspect="1"/>
          </p:cNvPicPr>
          <p:nvPr/>
        </p:nvPicPr>
        <p:blipFill>
          <a:blip r:embed="rId2"/>
          <a:stretch>
            <a:fillRect/>
          </a:stretch>
        </p:blipFill>
        <p:spPr>
          <a:xfrm>
            <a:off x="2651176" y="2727046"/>
            <a:ext cx="590550" cy="561975"/>
          </a:xfrm>
          <a:prstGeom prst="rect">
            <a:avLst/>
          </a:prstGeom>
        </p:spPr>
      </p:pic>
      <p:pic>
        <p:nvPicPr>
          <p:cNvPr id="11" name="Picture 10">
            <a:extLst>
              <a:ext uri="{FF2B5EF4-FFF2-40B4-BE49-F238E27FC236}">
                <a16:creationId xmlns:a16="http://schemas.microsoft.com/office/drawing/2014/main" id="{53ABF135-782E-28E6-2EAD-92A046977CEE}"/>
              </a:ext>
            </a:extLst>
          </p:cNvPr>
          <p:cNvPicPr>
            <a:picLocks noChangeAspect="1"/>
          </p:cNvPicPr>
          <p:nvPr/>
        </p:nvPicPr>
        <p:blipFill>
          <a:blip r:embed="rId2"/>
          <a:stretch>
            <a:fillRect/>
          </a:stretch>
        </p:blipFill>
        <p:spPr>
          <a:xfrm>
            <a:off x="7545949" y="2727047"/>
            <a:ext cx="590550" cy="561975"/>
          </a:xfrm>
          <a:prstGeom prst="rect">
            <a:avLst/>
          </a:prstGeom>
        </p:spPr>
      </p:pic>
      <p:pic>
        <p:nvPicPr>
          <p:cNvPr id="13" name="Picture 12">
            <a:extLst>
              <a:ext uri="{FF2B5EF4-FFF2-40B4-BE49-F238E27FC236}">
                <a16:creationId xmlns:a16="http://schemas.microsoft.com/office/drawing/2014/main" id="{14DBCE62-4BEE-4BCA-D3B4-63BC51E37037}"/>
              </a:ext>
            </a:extLst>
          </p:cNvPr>
          <p:cNvPicPr>
            <a:picLocks noChangeAspect="1"/>
          </p:cNvPicPr>
          <p:nvPr/>
        </p:nvPicPr>
        <p:blipFill>
          <a:blip r:embed="rId3"/>
          <a:stretch>
            <a:fillRect/>
          </a:stretch>
        </p:blipFill>
        <p:spPr>
          <a:xfrm>
            <a:off x="2733675" y="3289022"/>
            <a:ext cx="6410325" cy="1276350"/>
          </a:xfrm>
          <a:prstGeom prst="rect">
            <a:avLst/>
          </a:prstGeom>
        </p:spPr>
      </p:pic>
      <p:pic>
        <p:nvPicPr>
          <p:cNvPr id="15" name="Picture 14">
            <a:extLst>
              <a:ext uri="{FF2B5EF4-FFF2-40B4-BE49-F238E27FC236}">
                <a16:creationId xmlns:a16="http://schemas.microsoft.com/office/drawing/2014/main" id="{674BD93B-7FC9-5551-9203-5F1C74BAFA0B}"/>
              </a:ext>
            </a:extLst>
          </p:cNvPr>
          <p:cNvPicPr>
            <a:picLocks noChangeAspect="1"/>
          </p:cNvPicPr>
          <p:nvPr/>
        </p:nvPicPr>
        <p:blipFill>
          <a:blip r:embed="rId4"/>
          <a:stretch>
            <a:fillRect/>
          </a:stretch>
        </p:blipFill>
        <p:spPr>
          <a:xfrm>
            <a:off x="5591558" y="4565372"/>
            <a:ext cx="694557" cy="1598334"/>
          </a:xfrm>
          <a:prstGeom prst="rect">
            <a:avLst/>
          </a:prstGeom>
        </p:spPr>
      </p:pic>
      <p:sp>
        <p:nvSpPr>
          <p:cNvPr id="17" name="TextBox 16">
            <a:extLst>
              <a:ext uri="{FF2B5EF4-FFF2-40B4-BE49-F238E27FC236}">
                <a16:creationId xmlns:a16="http://schemas.microsoft.com/office/drawing/2014/main" id="{69C5B764-6EFA-3DA6-230C-C88FE15F6DB8}"/>
              </a:ext>
            </a:extLst>
          </p:cNvPr>
          <p:cNvSpPr txBox="1"/>
          <p:nvPr/>
        </p:nvSpPr>
        <p:spPr>
          <a:xfrm>
            <a:off x="3241726" y="5091529"/>
            <a:ext cx="6096000" cy="369332"/>
          </a:xfrm>
          <a:prstGeom prst="rect">
            <a:avLst/>
          </a:prstGeom>
          <a:noFill/>
        </p:spPr>
        <p:txBody>
          <a:bodyPr wrap="square">
            <a:spAutoFit/>
          </a:bodyPr>
          <a:lstStyle/>
          <a:p>
            <a:r>
              <a:rPr lang="fr-CA" b="1" dirty="0" err="1"/>
              <a:t>immediate</a:t>
            </a:r>
            <a:r>
              <a:rPr lang="fr-DZ" b="1" dirty="0"/>
              <a:t> </a:t>
            </a:r>
            <a:r>
              <a:rPr lang="fr-DZ" b="1" dirty="0" err="1"/>
              <a:t>successor</a:t>
            </a:r>
            <a:r>
              <a:rPr lang="fr-DZ" b="1" dirty="0"/>
              <a:t> of</a:t>
            </a:r>
          </a:p>
        </p:txBody>
      </p:sp>
    </p:spTree>
    <p:extLst>
      <p:ext uri="{BB962C8B-B14F-4D97-AF65-F5344CB8AC3E}">
        <p14:creationId xmlns:p14="http://schemas.microsoft.com/office/powerpoint/2010/main" val="1937614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F0C3-419F-2D5C-A60C-B51C3FF03C59}"/>
              </a:ext>
            </a:extLst>
          </p:cNvPr>
          <p:cNvSpPr>
            <a:spLocks noGrp="1"/>
          </p:cNvSpPr>
          <p:nvPr>
            <p:ph type="title"/>
          </p:nvPr>
        </p:nvSpPr>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a:t>
            </a:r>
            <a:endParaRPr lang="fr-DZ" dirty="0"/>
          </a:p>
        </p:txBody>
      </p:sp>
      <p:sp>
        <p:nvSpPr>
          <p:cNvPr id="4" name="Slide Number Placeholder 3">
            <a:extLst>
              <a:ext uri="{FF2B5EF4-FFF2-40B4-BE49-F238E27FC236}">
                <a16:creationId xmlns:a16="http://schemas.microsoft.com/office/drawing/2014/main" id="{CCE269C2-D19E-564D-45E3-8A59A49259AA}"/>
              </a:ext>
            </a:extLst>
          </p:cNvPr>
          <p:cNvSpPr>
            <a:spLocks noGrp="1"/>
          </p:cNvSpPr>
          <p:nvPr>
            <p:ph type="sldNum" sz="quarter" idx="12"/>
          </p:nvPr>
        </p:nvSpPr>
        <p:spPr/>
        <p:txBody>
          <a:bodyPr/>
          <a:lstStyle/>
          <a:p>
            <a:fld id="{AE542B33-DB44-41E8-8F43-C86F545B5A10}" type="slidenum">
              <a:rPr lang="fr-DZ" smtClean="0"/>
              <a:t>23</a:t>
            </a:fld>
            <a:endParaRPr lang="fr-DZ"/>
          </a:p>
        </p:txBody>
      </p:sp>
      <p:pic>
        <p:nvPicPr>
          <p:cNvPr id="6" name="Picture 5">
            <a:extLst>
              <a:ext uri="{FF2B5EF4-FFF2-40B4-BE49-F238E27FC236}">
                <a16:creationId xmlns:a16="http://schemas.microsoft.com/office/drawing/2014/main" id="{5B5FAA82-1ACD-5BFB-BCC6-86D5958CF96D}"/>
              </a:ext>
            </a:extLst>
          </p:cNvPr>
          <p:cNvPicPr>
            <a:picLocks noChangeAspect="1"/>
          </p:cNvPicPr>
          <p:nvPr/>
        </p:nvPicPr>
        <p:blipFill>
          <a:blip r:embed="rId2"/>
          <a:stretch>
            <a:fillRect/>
          </a:stretch>
        </p:blipFill>
        <p:spPr>
          <a:xfrm>
            <a:off x="3162090" y="1878652"/>
            <a:ext cx="5867819" cy="3100695"/>
          </a:xfrm>
          <a:prstGeom prst="rect">
            <a:avLst/>
          </a:prstGeom>
        </p:spPr>
      </p:pic>
    </p:spTree>
    <p:extLst>
      <p:ext uri="{BB962C8B-B14F-4D97-AF65-F5344CB8AC3E}">
        <p14:creationId xmlns:p14="http://schemas.microsoft.com/office/powerpoint/2010/main" val="961184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89C81-7A72-9538-545F-EA664EBB47BD}"/>
              </a:ext>
            </a:extLst>
          </p:cNvPr>
          <p:cNvSpPr>
            <a:spLocks noGrp="1"/>
          </p:cNvSpPr>
          <p:nvPr>
            <p:ph type="title"/>
          </p:nvPr>
        </p:nvSpPr>
        <p:spPr>
          <a:xfrm>
            <a:off x="838200" y="217343"/>
            <a:ext cx="10515600" cy="1325563"/>
          </a:xfrm>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4" name="Slide Number Placeholder 3">
            <a:extLst>
              <a:ext uri="{FF2B5EF4-FFF2-40B4-BE49-F238E27FC236}">
                <a16:creationId xmlns:a16="http://schemas.microsoft.com/office/drawing/2014/main" id="{A30A779A-0277-2B4F-4AF3-8B6DCB5AB2AF}"/>
              </a:ext>
            </a:extLst>
          </p:cNvPr>
          <p:cNvSpPr>
            <a:spLocks noGrp="1"/>
          </p:cNvSpPr>
          <p:nvPr>
            <p:ph type="sldNum" sz="quarter" idx="12"/>
          </p:nvPr>
        </p:nvSpPr>
        <p:spPr/>
        <p:txBody>
          <a:bodyPr/>
          <a:lstStyle/>
          <a:p>
            <a:fld id="{AE542B33-DB44-41E8-8F43-C86F545B5A10}" type="slidenum">
              <a:rPr lang="fr-DZ" smtClean="0"/>
              <a:t>24</a:t>
            </a:fld>
            <a:endParaRPr lang="fr-DZ"/>
          </a:p>
        </p:txBody>
      </p:sp>
      <p:pic>
        <p:nvPicPr>
          <p:cNvPr id="6" name="Picture 5">
            <a:extLst>
              <a:ext uri="{FF2B5EF4-FFF2-40B4-BE49-F238E27FC236}">
                <a16:creationId xmlns:a16="http://schemas.microsoft.com/office/drawing/2014/main" id="{70AA865E-204A-F8AE-7DA4-AB713A91017A}"/>
              </a:ext>
            </a:extLst>
          </p:cNvPr>
          <p:cNvPicPr>
            <a:picLocks noChangeAspect="1"/>
          </p:cNvPicPr>
          <p:nvPr/>
        </p:nvPicPr>
        <p:blipFill>
          <a:blip r:embed="rId2"/>
          <a:stretch>
            <a:fillRect/>
          </a:stretch>
        </p:blipFill>
        <p:spPr>
          <a:xfrm>
            <a:off x="3286053" y="1913337"/>
            <a:ext cx="5619894" cy="3308415"/>
          </a:xfrm>
          <a:prstGeom prst="rect">
            <a:avLst/>
          </a:prstGeom>
        </p:spPr>
      </p:pic>
      <p:sp>
        <p:nvSpPr>
          <p:cNvPr id="8" name="TextBox 7">
            <a:extLst>
              <a:ext uri="{FF2B5EF4-FFF2-40B4-BE49-F238E27FC236}">
                <a16:creationId xmlns:a16="http://schemas.microsoft.com/office/drawing/2014/main" id="{53BB83B7-B3C1-68A8-42C4-A0B64EA5FEF9}"/>
              </a:ext>
            </a:extLst>
          </p:cNvPr>
          <p:cNvSpPr txBox="1"/>
          <p:nvPr/>
        </p:nvSpPr>
        <p:spPr>
          <a:xfrm>
            <a:off x="4621659" y="5407517"/>
            <a:ext cx="6096000" cy="369332"/>
          </a:xfrm>
          <a:prstGeom prst="rect">
            <a:avLst/>
          </a:prstGeom>
          <a:noFill/>
        </p:spPr>
        <p:txBody>
          <a:bodyPr wrap="square">
            <a:spAutoFit/>
          </a:bodyPr>
          <a:lstStyle/>
          <a:p>
            <a:r>
              <a:rPr lang="fr-DZ" b="1" dirty="0" err="1"/>
              <a:t>Elimination</a:t>
            </a:r>
            <a:r>
              <a:rPr lang="fr-DZ" b="1" dirty="0"/>
              <a:t> of </a:t>
            </a:r>
            <a:r>
              <a:rPr lang="fr-DZ" b="1" dirty="0" err="1"/>
              <a:t>redundancy</a:t>
            </a:r>
            <a:endParaRPr lang="fr-DZ" b="1" dirty="0"/>
          </a:p>
        </p:txBody>
      </p:sp>
    </p:spTree>
    <p:extLst>
      <p:ext uri="{BB962C8B-B14F-4D97-AF65-F5344CB8AC3E}">
        <p14:creationId xmlns:p14="http://schemas.microsoft.com/office/powerpoint/2010/main" val="4254715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1D962-2FF8-3015-4E64-E5217E046716}"/>
              </a:ext>
            </a:extLst>
          </p:cNvPr>
          <p:cNvSpPr>
            <a:spLocks noGrp="1"/>
          </p:cNvSpPr>
          <p:nvPr>
            <p:ph type="title"/>
          </p:nvPr>
        </p:nvSpPr>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4" name="Slide Number Placeholder 3">
            <a:extLst>
              <a:ext uri="{FF2B5EF4-FFF2-40B4-BE49-F238E27FC236}">
                <a16:creationId xmlns:a16="http://schemas.microsoft.com/office/drawing/2014/main" id="{A2E6779E-A9C0-E2A2-0D83-D013F9596F2C}"/>
              </a:ext>
            </a:extLst>
          </p:cNvPr>
          <p:cNvSpPr>
            <a:spLocks noGrp="1"/>
          </p:cNvSpPr>
          <p:nvPr>
            <p:ph type="sldNum" sz="quarter" idx="12"/>
          </p:nvPr>
        </p:nvSpPr>
        <p:spPr/>
        <p:txBody>
          <a:bodyPr/>
          <a:lstStyle/>
          <a:p>
            <a:fld id="{AE542B33-DB44-41E8-8F43-C86F545B5A10}" type="slidenum">
              <a:rPr lang="fr-DZ" smtClean="0"/>
              <a:t>25</a:t>
            </a:fld>
            <a:endParaRPr lang="fr-DZ"/>
          </a:p>
        </p:txBody>
      </p:sp>
      <p:pic>
        <p:nvPicPr>
          <p:cNvPr id="6" name="Picture 5">
            <a:extLst>
              <a:ext uri="{FF2B5EF4-FFF2-40B4-BE49-F238E27FC236}">
                <a16:creationId xmlns:a16="http://schemas.microsoft.com/office/drawing/2014/main" id="{12427FEE-56C1-104D-02F3-C44F7510AFBC}"/>
              </a:ext>
            </a:extLst>
          </p:cNvPr>
          <p:cNvPicPr>
            <a:picLocks noChangeAspect="1"/>
          </p:cNvPicPr>
          <p:nvPr/>
        </p:nvPicPr>
        <p:blipFill>
          <a:blip r:embed="rId2"/>
          <a:stretch>
            <a:fillRect/>
          </a:stretch>
        </p:blipFill>
        <p:spPr>
          <a:xfrm>
            <a:off x="4366346" y="2066131"/>
            <a:ext cx="2905125" cy="3914775"/>
          </a:xfrm>
          <a:prstGeom prst="rect">
            <a:avLst/>
          </a:prstGeom>
        </p:spPr>
      </p:pic>
      <p:sp>
        <p:nvSpPr>
          <p:cNvPr id="8" name="TextBox 7">
            <a:extLst>
              <a:ext uri="{FF2B5EF4-FFF2-40B4-BE49-F238E27FC236}">
                <a16:creationId xmlns:a16="http://schemas.microsoft.com/office/drawing/2014/main" id="{7D673B2C-988F-19A2-49D2-1E37B3AEC605}"/>
              </a:ext>
            </a:extLst>
          </p:cNvPr>
          <p:cNvSpPr txBox="1"/>
          <p:nvPr/>
        </p:nvSpPr>
        <p:spPr>
          <a:xfrm>
            <a:off x="2274599" y="2376775"/>
            <a:ext cx="2749983" cy="769441"/>
          </a:xfrm>
          <a:prstGeom prst="rect">
            <a:avLst/>
          </a:prstGeom>
          <a:noFill/>
        </p:spPr>
        <p:txBody>
          <a:bodyPr wrap="square">
            <a:spAutoFit/>
          </a:bodyPr>
          <a:lstStyle/>
          <a:p>
            <a:r>
              <a:rPr lang="fr-DZ" sz="2200" b="1" dirty="0"/>
              <a:t>Identification of </a:t>
            </a:r>
            <a:r>
              <a:rPr lang="fr-DZ" sz="2200" b="1" dirty="0" err="1"/>
              <a:t>redundant</a:t>
            </a:r>
            <a:r>
              <a:rPr lang="fr-DZ" sz="2200" b="1" dirty="0"/>
              <a:t> arcs</a:t>
            </a:r>
          </a:p>
        </p:txBody>
      </p:sp>
    </p:spTree>
    <p:extLst>
      <p:ext uri="{BB962C8B-B14F-4D97-AF65-F5344CB8AC3E}">
        <p14:creationId xmlns:p14="http://schemas.microsoft.com/office/powerpoint/2010/main" val="2018779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49126-D258-3B30-3A4A-6A71E336AAF8}"/>
              </a:ext>
            </a:extLst>
          </p:cNvPr>
          <p:cNvSpPr>
            <a:spLocks noGrp="1"/>
          </p:cNvSpPr>
          <p:nvPr>
            <p:ph type="title"/>
          </p:nvPr>
        </p:nvSpPr>
        <p:spPr>
          <a:xfrm>
            <a:off x="727364" y="288099"/>
            <a:ext cx="10515600" cy="1325563"/>
          </a:xfrm>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4" name="Slide Number Placeholder 3">
            <a:extLst>
              <a:ext uri="{FF2B5EF4-FFF2-40B4-BE49-F238E27FC236}">
                <a16:creationId xmlns:a16="http://schemas.microsoft.com/office/drawing/2014/main" id="{0F42BAF1-BCB1-33D5-CFF3-821D4EE6A4DE}"/>
              </a:ext>
            </a:extLst>
          </p:cNvPr>
          <p:cNvSpPr>
            <a:spLocks noGrp="1"/>
          </p:cNvSpPr>
          <p:nvPr>
            <p:ph type="sldNum" sz="quarter" idx="12"/>
          </p:nvPr>
        </p:nvSpPr>
        <p:spPr/>
        <p:txBody>
          <a:bodyPr/>
          <a:lstStyle/>
          <a:p>
            <a:fld id="{AE542B33-DB44-41E8-8F43-C86F545B5A10}" type="slidenum">
              <a:rPr lang="fr-DZ" smtClean="0"/>
              <a:t>26</a:t>
            </a:fld>
            <a:endParaRPr lang="fr-DZ"/>
          </a:p>
        </p:txBody>
      </p:sp>
      <p:pic>
        <p:nvPicPr>
          <p:cNvPr id="6" name="Picture 5">
            <a:extLst>
              <a:ext uri="{FF2B5EF4-FFF2-40B4-BE49-F238E27FC236}">
                <a16:creationId xmlns:a16="http://schemas.microsoft.com/office/drawing/2014/main" id="{C3A48309-F1AC-2580-BB3F-7F9298B727E8}"/>
              </a:ext>
            </a:extLst>
          </p:cNvPr>
          <p:cNvPicPr>
            <a:picLocks noChangeAspect="1"/>
          </p:cNvPicPr>
          <p:nvPr/>
        </p:nvPicPr>
        <p:blipFill>
          <a:blip r:embed="rId2"/>
          <a:stretch>
            <a:fillRect/>
          </a:stretch>
        </p:blipFill>
        <p:spPr>
          <a:xfrm>
            <a:off x="5506604" y="2391783"/>
            <a:ext cx="4016087" cy="3790950"/>
          </a:xfrm>
          <a:prstGeom prst="rect">
            <a:avLst/>
          </a:prstGeom>
        </p:spPr>
      </p:pic>
      <p:pic>
        <p:nvPicPr>
          <p:cNvPr id="8" name="Picture 7">
            <a:extLst>
              <a:ext uri="{FF2B5EF4-FFF2-40B4-BE49-F238E27FC236}">
                <a16:creationId xmlns:a16="http://schemas.microsoft.com/office/drawing/2014/main" id="{E328FEBA-DD00-B191-3ECE-1F686E055FD9}"/>
              </a:ext>
            </a:extLst>
          </p:cNvPr>
          <p:cNvPicPr>
            <a:picLocks noChangeAspect="1"/>
          </p:cNvPicPr>
          <p:nvPr/>
        </p:nvPicPr>
        <p:blipFill>
          <a:blip r:embed="rId3"/>
          <a:stretch>
            <a:fillRect/>
          </a:stretch>
        </p:blipFill>
        <p:spPr>
          <a:xfrm>
            <a:off x="2351023" y="2391783"/>
            <a:ext cx="2886075" cy="3781425"/>
          </a:xfrm>
          <a:prstGeom prst="rect">
            <a:avLst/>
          </a:prstGeom>
        </p:spPr>
      </p:pic>
      <p:sp>
        <p:nvSpPr>
          <p:cNvPr id="10" name="TextBox 9">
            <a:extLst>
              <a:ext uri="{FF2B5EF4-FFF2-40B4-BE49-F238E27FC236}">
                <a16:creationId xmlns:a16="http://schemas.microsoft.com/office/drawing/2014/main" id="{5B200E27-CDEA-65DE-29D5-890FD931EC76}"/>
              </a:ext>
            </a:extLst>
          </p:cNvPr>
          <p:cNvSpPr txBox="1"/>
          <p:nvPr/>
        </p:nvSpPr>
        <p:spPr>
          <a:xfrm>
            <a:off x="838200" y="1787279"/>
            <a:ext cx="6096000" cy="430887"/>
          </a:xfrm>
          <a:prstGeom prst="rect">
            <a:avLst/>
          </a:prstGeom>
          <a:noFill/>
        </p:spPr>
        <p:txBody>
          <a:bodyPr wrap="square">
            <a:spAutoFit/>
          </a:bodyPr>
          <a:lstStyle/>
          <a:p>
            <a:r>
              <a:rPr lang="fr-DZ" sz="2200" b="1" dirty="0" err="1"/>
              <a:t>Elimination</a:t>
            </a:r>
            <a:r>
              <a:rPr lang="fr-DZ" sz="2200" b="1" dirty="0"/>
              <a:t> of </a:t>
            </a:r>
            <a:r>
              <a:rPr lang="fr-DZ" sz="2200" b="1" dirty="0" err="1"/>
              <a:t>redundancy</a:t>
            </a:r>
            <a:endParaRPr lang="fr-DZ" sz="2200" b="1" dirty="0"/>
          </a:p>
        </p:txBody>
      </p:sp>
    </p:spTree>
    <p:extLst>
      <p:ext uri="{BB962C8B-B14F-4D97-AF65-F5344CB8AC3E}">
        <p14:creationId xmlns:p14="http://schemas.microsoft.com/office/powerpoint/2010/main" val="113207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93D5-9605-BC0F-3869-72C13B63EAD2}"/>
              </a:ext>
            </a:extLst>
          </p:cNvPr>
          <p:cNvSpPr>
            <a:spLocks noGrp="1"/>
          </p:cNvSpPr>
          <p:nvPr>
            <p:ph type="title"/>
          </p:nvPr>
        </p:nvSpPr>
        <p:spPr/>
        <p:txBody>
          <a:bodyPr/>
          <a:lstStyle/>
          <a:p>
            <a:pPr algn="ctr"/>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4" name="Slide Number Placeholder 3">
            <a:extLst>
              <a:ext uri="{FF2B5EF4-FFF2-40B4-BE49-F238E27FC236}">
                <a16:creationId xmlns:a16="http://schemas.microsoft.com/office/drawing/2014/main" id="{8FC89921-ECBE-FF38-7082-C42F261D11FC}"/>
              </a:ext>
            </a:extLst>
          </p:cNvPr>
          <p:cNvSpPr>
            <a:spLocks noGrp="1"/>
          </p:cNvSpPr>
          <p:nvPr>
            <p:ph type="sldNum" sz="quarter" idx="12"/>
          </p:nvPr>
        </p:nvSpPr>
        <p:spPr/>
        <p:txBody>
          <a:bodyPr/>
          <a:lstStyle/>
          <a:p>
            <a:fld id="{AE542B33-DB44-41E8-8F43-C86F545B5A10}" type="slidenum">
              <a:rPr lang="fr-DZ" smtClean="0"/>
              <a:t>27</a:t>
            </a:fld>
            <a:endParaRPr lang="fr-DZ"/>
          </a:p>
        </p:txBody>
      </p:sp>
      <p:sp>
        <p:nvSpPr>
          <p:cNvPr id="6" name="TextBox 5">
            <a:extLst>
              <a:ext uri="{FF2B5EF4-FFF2-40B4-BE49-F238E27FC236}">
                <a16:creationId xmlns:a16="http://schemas.microsoft.com/office/drawing/2014/main" id="{9CD6E0D3-BECE-F058-F816-EB6F3A320CA6}"/>
              </a:ext>
            </a:extLst>
          </p:cNvPr>
          <p:cNvSpPr txBox="1"/>
          <p:nvPr/>
        </p:nvSpPr>
        <p:spPr>
          <a:xfrm>
            <a:off x="7148945" y="2159236"/>
            <a:ext cx="6096000" cy="369332"/>
          </a:xfrm>
          <a:prstGeom prst="rect">
            <a:avLst/>
          </a:prstGeom>
          <a:noFill/>
        </p:spPr>
        <p:txBody>
          <a:bodyPr wrap="square">
            <a:spAutoFit/>
          </a:bodyPr>
          <a:lstStyle/>
          <a:p>
            <a:r>
              <a:rPr lang="fr-FR" b="1" dirty="0" err="1">
                <a:latin typeface="Arial" panose="020B0604020202020204" pitchFamily="34" charset="0"/>
              </a:rPr>
              <a:t>P</a:t>
            </a:r>
            <a:r>
              <a:rPr lang="fr-FR" b="1" i="0" dirty="0" err="1">
                <a:effectLst/>
                <a:latin typeface="Arial" panose="020B0604020202020204" pitchFamily="34" charset="0"/>
              </a:rPr>
              <a:t>recedence</a:t>
            </a:r>
            <a:r>
              <a:rPr lang="fr-FR" b="1" i="0" dirty="0">
                <a:effectLst/>
                <a:latin typeface="Arial" panose="020B0604020202020204" pitchFamily="34" charset="0"/>
              </a:rPr>
              <a:t> graph </a:t>
            </a:r>
            <a:endParaRPr lang="fr-DZ" dirty="0"/>
          </a:p>
        </p:txBody>
      </p:sp>
      <p:sp>
        <p:nvSpPr>
          <p:cNvPr id="8" name="TextBox 7">
            <a:extLst>
              <a:ext uri="{FF2B5EF4-FFF2-40B4-BE49-F238E27FC236}">
                <a16:creationId xmlns:a16="http://schemas.microsoft.com/office/drawing/2014/main" id="{BCED1C36-4E95-932F-53AC-82A99B6E1EC0}"/>
              </a:ext>
            </a:extLst>
          </p:cNvPr>
          <p:cNvSpPr txBox="1"/>
          <p:nvPr/>
        </p:nvSpPr>
        <p:spPr>
          <a:xfrm>
            <a:off x="2637271" y="2159236"/>
            <a:ext cx="6931890" cy="369332"/>
          </a:xfrm>
          <a:prstGeom prst="rect">
            <a:avLst/>
          </a:prstGeom>
          <a:noFill/>
        </p:spPr>
        <p:txBody>
          <a:bodyPr wrap="square">
            <a:spAutoFit/>
          </a:bodyPr>
          <a:lstStyle/>
          <a:p>
            <a:r>
              <a:rPr lang="fr-FR" b="1" dirty="0">
                <a:latin typeface="Arial" panose="020B0604020202020204" pitchFamily="34" charset="0"/>
              </a:rPr>
              <a:t>G</a:t>
            </a:r>
            <a:r>
              <a:rPr lang="fr-FR" b="1" i="0" dirty="0">
                <a:effectLst/>
                <a:latin typeface="Arial" panose="020B0604020202020204" pitchFamily="34" charset="0"/>
              </a:rPr>
              <a:t>raph </a:t>
            </a:r>
            <a:endParaRPr lang="fr-DZ" dirty="0"/>
          </a:p>
        </p:txBody>
      </p:sp>
      <p:pic>
        <p:nvPicPr>
          <p:cNvPr id="10" name="Picture 9">
            <a:extLst>
              <a:ext uri="{FF2B5EF4-FFF2-40B4-BE49-F238E27FC236}">
                <a16:creationId xmlns:a16="http://schemas.microsoft.com/office/drawing/2014/main" id="{2BDB2572-7B09-4FE3-C28D-8F03DD950B46}"/>
              </a:ext>
            </a:extLst>
          </p:cNvPr>
          <p:cNvPicPr>
            <a:picLocks noChangeAspect="1"/>
          </p:cNvPicPr>
          <p:nvPr/>
        </p:nvPicPr>
        <p:blipFill>
          <a:blip r:embed="rId2"/>
          <a:stretch>
            <a:fillRect/>
          </a:stretch>
        </p:blipFill>
        <p:spPr>
          <a:xfrm>
            <a:off x="2234911" y="2528568"/>
            <a:ext cx="7334250" cy="3705225"/>
          </a:xfrm>
          <a:prstGeom prst="rect">
            <a:avLst/>
          </a:prstGeom>
        </p:spPr>
      </p:pic>
    </p:spTree>
    <p:extLst>
      <p:ext uri="{BB962C8B-B14F-4D97-AF65-F5344CB8AC3E}">
        <p14:creationId xmlns:p14="http://schemas.microsoft.com/office/powerpoint/2010/main" val="340252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CC4A1-BD0C-F921-D5C2-784043FFA033}"/>
              </a:ext>
            </a:extLst>
          </p:cNvPr>
          <p:cNvSpPr>
            <a:spLocks noGrp="1"/>
          </p:cNvSpPr>
          <p:nvPr>
            <p:ph type="title"/>
          </p:nvPr>
        </p:nvSpPr>
        <p:spPr/>
        <p:txBody>
          <a:bodyPr/>
          <a:lstStyle/>
          <a:p>
            <a:r>
              <a:rPr lang="fr-FR" b="1" dirty="0"/>
              <a:t>Types of </a:t>
            </a:r>
            <a:r>
              <a:rPr lang="fr-FR" b="1" dirty="0" err="1"/>
              <a:t>Task</a:t>
            </a:r>
            <a:r>
              <a:rPr lang="fr-FR" b="1" dirty="0"/>
              <a:t> </a:t>
            </a:r>
            <a:r>
              <a:rPr lang="fr-FR" b="1" dirty="0" err="1"/>
              <a:t>Systems</a:t>
            </a:r>
            <a:r>
              <a:rPr lang="fr-FR" b="1" dirty="0"/>
              <a:t> (1)</a:t>
            </a:r>
            <a:br>
              <a:rPr lang="fr-FR" b="1" dirty="0"/>
            </a:br>
            <a:endParaRPr lang="fr-DZ" dirty="0"/>
          </a:p>
        </p:txBody>
      </p:sp>
      <p:sp>
        <p:nvSpPr>
          <p:cNvPr id="4" name="Slide Number Placeholder 3">
            <a:extLst>
              <a:ext uri="{FF2B5EF4-FFF2-40B4-BE49-F238E27FC236}">
                <a16:creationId xmlns:a16="http://schemas.microsoft.com/office/drawing/2014/main" id="{978ABA00-F403-B129-C791-D1CE7AEFED10}"/>
              </a:ext>
            </a:extLst>
          </p:cNvPr>
          <p:cNvSpPr>
            <a:spLocks noGrp="1"/>
          </p:cNvSpPr>
          <p:nvPr>
            <p:ph type="sldNum" sz="quarter" idx="12"/>
          </p:nvPr>
        </p:nvSpPr>
        <p:spPr/>
        <p:txBody>
          <a:bodyPr/>
          <a:lstStyle/>
          <a:p>
            <a:fld id="{AE542B33-DB44-41E8-8F43-C86F545B5A10}" type="slidenum">
              <a:rPr lang="fr-DZ" smtClean="0"/>
              <a:t>28</a:t>
            </a:fld>
            <a:endParaRPr lang="fr-DZ"/>
          </a:p>
        </p:txBody>
      </p:sp>
      <p:sp>
        <p:nvSpPr>
          <p:cNvPr id="5" name="Rectangle 1">
            <a:extLst>
              <a:ext uri="{FF2B5EF4-FFF2-40B4-BE49-F238E27FC236}">
                <a16:creationId xmlns:a16="http://schemas.microsoft.com/office/drawing/2014/main" id="{277BDEAA-452A-872D-6DBE-037926CFEBFF}"/>
              </a:ext>
            </a:extLst>
          </p:cNvPr>
          <p:cNvSpPr>
            <a:spLocks noGrp="1" noChangeArrowheads="1"/>
          </p:cNvSpPr>
          <p:nvPr>
            <p:ph idx="1"/>
          </p:nvPr>
        </p:nvSpPr>
        <p:spPr bwMode="auto">
          <a:xfrm>
            <a:off x="1066800" y="1543869"/>
            <a:ext cx="9112624"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1" i="0" u="none" strike="noStrike" cap="none" normalizeH="0" baseline="0" dirty="0" err="1">
                <a:ln>
                  <a:noFill/>
                </a:ln>
                <a:solidFill>
                  <a:schemeClr val="tx1"/>
                </a:solidFill>
                <a:effectLst/>
                <a:latin typeface="Arial" panose="020B0604020202020204" pitchFamily="34" charset="0"/>
              </a:rPr>
              <a:t>Sequential</a:t>
            </a:r>
            <a:r>
              <a:rPr kumimoji="0" lang="fr-DZ" altLang="fr-DZ" sz="2500" b="1" i="0" u="none" strike="noStrike" cap="none" normalizeH="0" baseline="0" dirty="0">
                <a:ln>
                  <a:noFill/>
                </a:ln>
                <a:solidFill>
                  <a:schemeClr val="tx1"/>
                </a:solidFill>
                <a:effectLst/>
                <a:latin typeface="Arial" panose="020B0604020202020204" pitchFamily="34" charset="0"/>
              </a:rPr>
              <a:t> System</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Only</a:t>
            </a:r>
            <a:r>
              <a:rPr kumimoji="0" lang="fr-DZ" altLang="fr-DZ" sz="2500" b="0" i="0" u="none" strike="noStrike" cap="none" normalizeH="0" baseline="0" dirty="0">
                <a:ln>
                  <a:noFill/>
                </a:ln>
                <a:solidFill>
                  <a:schemeClr val="tx1"/>
                </a:solidFill>
                <a:effectLst/>
                <a:latin typeface="Arial" panose="020B0604020202020204" pitchFamily="34" charset="0"/>
              </a:rPr>
              <a:t> one </a:t>
            </a:r>
            <a:r>
              <a:rPr kumimoji="0" lang="fr-DZ" altLang="fr-DZ" sz="2500" b="0" i="0" u="none" strike="noStrike" cap="none" normalizeH="0" baseline="0" dirty="0" err="1">
                <a:ln>
                  <a:noFill/>
                </a:ln>
                <a:solidFill>
                  <a:schemeClr val="tx1"/>
                </a:solidFill>
                <a:effectLst/>
                <a:latin typeface="Arial" panose="020B0604020202020204" pitchFamily="34" charset="0"/>
              </a:rPr>
              <a:t>task</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is</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executed</a:t>
            </a:r>
            <a:r>
              <a:rPr kumimoji="0" lang="fr-DZ" altLang="fr-DZ" sz="2500" b="0" i="0" u="none" strike="noStrike" cap="none" normalizeH="0" baseline="0" dirty="0">
                <a:ln>
                  <a:noFill/>
                </a:ln>
                <a:solidFill>
                  <a:schemeClr val="tx1"/>
                </a:solidFill>
                <a:effectLst/>
                <a:latin typeface="Arial" panose="020B0604020202020204" pitchFamily="34" charset="0"/>
              </a:rPr>
              <a:t> at a time.</a:t>
            </a:r>
          </a:p>
          <a:p>
            <a:pPr marL="363538"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0" i="1" u="none" strike="noStrike" cap="none" normalizeH="0" baseline="0" dirty="0">
                <a:ln>
                  <a:noFill/>
                </a:ln>
                <a:solidFill>
                  <a:schemeClr val="tx1"/>
                </a:solidFill>
                <a:effectLst/>
                <a:latin typeface="Arial" panose="020B0604020202020204" pitchFamily="34" charset="0"/>
              </a:rPr>
              <a:t>Example</a:t>
            </a:r>
            <a:r>
              <a:rPr kumimoji="0" lang="fr-DZ" altLang="fr-DZ" sz="2500" b="0" i="0" u="none" strike="noStrike" cap="none" normalizeH="0" baseline="0" dirty="0">
                <a:ln>
                  <a:noFill/>
                </a:ln>
                <a:solidFill>
                  <a:schemeClr val="tx1"/>
                </a:solidFill>
                <a:effectLst/>
                <a:latin typeface="Arial" panose="020B0604020202020204" pitchFamily="34" charset="0"/>
              </a:rPr>
              <a:t>: A program </a:t>
            </a:r>
            <a:r>
              <a:rPr kumimoji="0" lang="fr-DZ" altLang="fr-DZ" sz="2500" b="0" i="0" u="none" strike="noStrike" cap="none" normalizeH="0" baseline="0" dirty="0" err="1">
                <a:ln>
                  <a:noFill/>
                </a:ln>
                <a:solidFill>
                  <a:schemeClr val="tx1"/>
                </a:solidFill>
                <a:effectLst/>
                <a:latin typeface="Arial" panose="020B0604020202020204" pitchFamily="34" charset="0"/>
              </a:rPr>
              <a:t>that</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reads</a:t>
            </a:r>
            <a:r>
              <a:rPr kumimoji="0" lang="fr-DZ" altLang="fr-DZ" sz="2500" b="0" i="0" u="none" strike="noStrike" cap="none" normalizeH="0" baseline="0" dirty="0">
                <a:ln>
                  <a:noFill/>
                </a:ln>
                <a:solidFill>
                  <a:schemeClr val="tx1"/>
                </a:solidFill>
                <a:effectLst/>
                <a:latin typeface="Arial" panose="020B0604020202020204" pitchFamily="34" charset="0"/>
              </a:rPr>
              <a:t> a file line by line and </a:t>
            </a:r>
            <a:r>
              <a:rPr kumimoji="0" lang="fr-DZ" altLang="fr-DZ" sz="2500" b="0" i="0" u="none" strike="noStrike" cap="none" normalizeH="0" baseline="0" dirty="0" err="1">
                <a:ln>
                  <a:noFill/>
                </a:ln>
                <a:solidFill>
                  <a:schemeClr val="tx1"/>
                </a:solidFill>
                <a:effectLst/>
                <a:latin typeface="Arial" panose="020B0604020202020204" pitchFamily="34" charset="0"/>
              </a:rPr>
              <a:t>processes</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each</a:t>
            </a:r>
            <a:r>
              <a:rPr kumimoji="0" lang="fr-DZ" altLang="fr-DZ" sz="2500" b="0" i="0" u="none" strike="noStrike" cap="none" normalizeH="0" baseline="0" dirty="0">
                <a:ln>
                  <a:noFill/>
                </a:ln>
                <a:solidFill>
                  <a:schemeClr val="tx1"/>
                </a:solidFill>
                <a:effectLst/>
                <a:latin typeface="Arial" panose="020B0604020202020204" pitchFamily="34" charset="0"/>
              </a:rPr>
              <a:t> line </a:t>
            </a:r>
            <a:r>
              <a:rPr kumimoji="0" lang="fr-DZ" altLang="fr-DZ" sz="2500" b="0" i="0" u="none" strike="noStrike" cap="none" normalizeH="0" baseline="0" dirty="0" err="1">
                <a:ln>
                  <a:noFill/>
                </a:ln>
                <a:solidFill>
                  <a:schemeClr val="tx1"/>
                </a:solidFill>
                <a:effectLst/>
                <a:latin typeface="Arial" panose="020B0604020202020204" pitchFamily="34" charset="0"/>
              </a:rPr>
              <a:t>before</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moving</a:t>
            </a:r>
            <a:r>
              <a:rPr kumimoji="0" lang="fr-DZ" altLang="fr-DZ" sz="2500" b="0" i="0" u="none" strike="noStrike" cap="none" normalizeH="0" baseline="0" dirty="0">
                <a:ln>
                  <a:noFill/>
                </a:ln>
                <a:solidFill>
                  <a:schemeClr val="tx1"/>
                </a:solidFill>
                <a:effectLst/>
                <a:latin typeface="Arial" panose="020B0604020202020204" pitchFamily="34" charset="0"/>
              </a:rPr>
              <a:t> to the </a:t>
            </a:r>
            <a:r>
              <a:rPr kumimoji="0" lang="fr-DZ" altLang="fr-DZ" sz="2500" b="0" i="0" u="none" strike="noStrike" cap="none" normalizeH="0" baseline="0" dirty="0" err="1">
                <a:ln>
                  <a:noFill/>
                </a:ln>
                <a:solidFill>
                  <a:schemeClr val="tx1"/>
                </a:solidFill>
                <a:effectLst/>
                <a:latin typeface="Arial" panose="020B0604020202020204" pitchFamily="34" charset="0"/>
              </a:rPr>
              <a:t>next</a:t>
            </a:r>
            <a:r>
              <a:rPr kumimoji="0" lang="fr-DZ" altLang="fr-DZ" sz="2500" b="0" i="0" u="none" strike="noStrike" cap="none" normalizeH="0" baseline="0" dirty="0">
                <a:ln>
                  <a:noFill/>
                </a:ln>
                <a:solidFill>
                  <a:schemeClr val="tx1"/>
                </a:solidFill>
                <a:effectLst/>
                <a:latin typeface="Arial" panose="020B0604020202020204" pitchFamily="34" charset="0"/>
              </a:rPr>
              <a:t>.</a:t>
            </a:r>
            <a:endParaRPr kumimoji="0" lang="fr-CA" altLang="fr-DZ" sz="2500" b="0" i="0" u="none" strike="noStrike" cap="none" normalizeH="0" baseline="0" dirty="0">
              <a:ln>
                <a:noFill/>
              </a:ln>
              <a:solidFill>
                <a:schemeClr val="tx1"/>
              </a:solidFill>
              <a:effectLst/>
              <a:latin typeface="Arial" panose="020B0604020202020204" pitchFamily="34" charset="0"/>
            </a:endParaRPr>
          </a:p>
          <a:p>
            <a:pPr marL="363538" marR="0" lvl="0" indent="0" algn="l" defTabSz="914400" rtl="0" eaLnBrk="0" fontAlgn="base" latinLnBrk="0" hangingPunct="0">
              <a:lnSpc>
                <a:spcPct val="100000"/>
              </a:lnSpc>
              <a:spcBef>
                <a:spcPct val="0"/>
              </a:spcBef>
              <a:spcAft>
                <a:spcPct val="0"/>
              </a:spcAft>
              <a:buClrTx/>
              <a:buSzTx/>
              <a:buFontTx/>
              <a:buChar char="•"/>
              <a:tabLst/>
            </a:pPr>
            <a:endParaRPr kumimoji="0" lang="fr-DZ" altLang="fr-DZ"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0" i="1" u="none" strike="noStrike" cap="none" normalizeH="0" baseline="0" dirty="0">
                <a:ln>
                  <a:noFill/>
                </a:ln>
                <a:solidFill>
                  <a:schemeClr val="tx1"/>
                </a:solidFill>
                <a:effectLst/>
                <a:latin typeface="Arial" panose="020B0604020202020204" pitchFamily="34" charset="0"/>
              </a:rPr>
              <a:t>Illustration</a:t>
            </a:r>
            <a:r>
              <a:rPr kumimoji="0" lang="fr-DZ" altLang="fr-DZ"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ECF1640C-4F54-0AE5-962A-4EE03C088A3B}"/>
              </a:ext>
            </a:extLst>
          </p:cNvPr>
          <p:cNvPicPr>
            <a:picLocks noChangeAspect="1"/>
          </p:cNvPicPr>
          <p:nvPr/>
        </p:nvPicPr>
        <p:blipFill>
          <a:blip r:embed="rId2"/>
          <a:stretch>
            <a:fillRect/>
          </a:stretch>
        </p:blipFill>
        <p:spPr>
          <a:xfrm>
            <a:off x="2815605" y="3644444"/>
            <a:ext cx="4317780" cy="890016"/>
          </a:xfrm>
          <a:prstGeom prst="rect">
            <a:avLst/>
          </a:prstGeom>
        </p:spPr>
      </p:pic>
    </p:spTree>
    <p:extLst>
      <p:ext uri="{BB962C8B-B14F-4D97-AF65-F5344CB8AC3E}">
        <p14:creationId xmlns:p14="http://schemas.microsoft.com/office/powerpoint/2010/main" val="2794613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3109FF-37A0-B58D-B346-E05020C4F83B}"/>
              </a:ext>
            </a:extLst>
          </p:cNvPr>
          <p:cNvSpPr>
            <a:spLocks noGrp="1"/>
          </p:cNvSpPr>
          <p:nvPr>
            <p:ph type="sldNum" sz="quarter" idx="12"/>
          </p:nvPr>
        </p:nvSpPr>
        <p:spPr/>
        <p:txBody>
          <a:bodyPr/>
          <a:lstStyle/>
          <a:p>
            <a:fld id="{AE542B33-DB44-41E8-8F43-C86F545B5A10}" type="slidenum">
              <a:rPr lang="fr-DZ" smtClean="0"/>
              <a:t>29</a:t>
            </a:fld>
            <a:endParaRPr lang="fr-DZ"/>
          </a:p>
        </p:txBody>
      </p:sp>
      <p:sp>
        <p:nvSpPr>
          <p:cNvPr id="5" name="Rectangle 1">
            <a:extLst>
              <a:ext uri="{FF2B5EF4-FFF2-40B4-BE49-F238E27FC236}">
                <a16:creationId xmlns:a16="http://schemas.microsoft.com/office/drawing/2014/main" id="{B276E446-52D2-E807-7B20-6E4E435A121C}"/>
              </a:ext>
            </a:extLst>
          </p:cNvPr>
          <p:cNvSpPr>
            <a:spLocks noGrp="1" noChangeArrowheads="1"/>
          </p:cNvSpPr>
          <p:nvPr>
            <p:ph idx="1"/>
          </p:nvPr>
        </p:nvSpPr>
        <p:spPr bwMode="auto">
          <a:xfrm>
            <a:off x="1210235" y="2115062"/>
            <a:ext cx="10143565"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1" i="0" u="none" strike="noStrike" cap="none" normalizeH="0" baseline="0" dirty="0" err="1">
                <a:ln>
                  <a:noFill/>
                </a:ln>
                <a:solidFill>
                  <a:schemeClr val="tx1"/>
                </a:solidFill>
                <a:effectLst/>
                <a:latin typeface="Arial" panose="020B0604020202020204" pitchFamily="34" charset="0"/>
              </a:rPr>
              <a:t>Parallel</a:t>
            </a:r>
            <a:r>
              <a:rPr kumimoji="0" lang="fr-DZ" altLang="fr-DZ" sz="2500" b="1" i="0" u="none" strike="noStrike" cap="none" normalizeH="0" baseline="0" dirty="0">
                <a:ln>
                  <a:noFill/>
                </a:ln>
                <a:solidFill>
                  <a:schemeClr val="tx1"/>
                </a:solidFill>
                <a:effectLst/>
                <a:latin typeface="Arial" panose="020B0604020202020204" pitchFamily="34" charset="0"/>
              </a:rPr>
              <a:t> System</a:t>
            </a:r>
            <a:r>
              <a:rPr kumimoji="0" lang="fr-DZ" altLang="fr-DZ" sz="2500" b="0" i="0" u="none" strike="noStrike" cap="none" normalizeH="0" baseline="0" dirty="0">
                <a:ln>
                  <a:noFill/>
                </a:ln>
                <a:solidFill>
                  <a:schemeClr val="tx1"/>
                </a:solidFill>
                <a:effectLst/>
                <a:latin typeface="Arial" panose="020B0604020202020204" pitchFamily="34" charset="0"/>
              </a:rPr>
              <a:t>: Multiple </a:t>
            </a:r>
            <a:r>
              <a:rPr kumimoji="0" lang="fr-DZ" altLang="fr-DZ" sz="2500" b="0" i="0" u="none" strike="noStrike" cap="none" normalizeH="0" baseline="0" dirty="0" err="1">
                <a:ln>
                  <a:noFill/>
                </a:ln>
                <a:solidFill>
                  <a:schemeClr val="tx1"/>
                </a:solidFill>
                <a:effectLst/>
                <a:latin typeface="Arial" panose="020B0604020202020204" pitchFamily="34" charset="0"/>
              </a:rPr>
              <a:t>tasks</a:t>
            </a:r>
            <a:r>
              <a:rPr kumimoji="0" lang="fr-DZ" altLang="fr-DZ" sz="2500" b="0" i="0" u="none" strike="noStrike" cap="none" normalizeH="0" baseline="0" dirty="0">
                <a:ln>
                  <a:noFill/>
                </a:ln>
                <a:solidFill>
                  <a:schemeClr val="tx1"/>
                </a:solidFill>
                <a:effectLst/>
                <a:latin typeface="Arial" panose="020B0604020202020204" pitchFamily="34" charset="0"/>
              </a:rPr>
              <a:t> can run </a:t>
            </a:r>
            <a:r>
              <a:rPr kumimoji="0" lang="fr-DZ" altLang="fr-DZ" sz="2500" b="0" i="0" u="none" strike="noStrike" cap="none" normalizeH="0" baseline="0" dirty="0" err="1">
                <a:ln>
                  <a:noFill/>
                </a:ln>
                <a:solidFill>
                  <a:schemeClr val="tx1"/>
                </a:solidFill>
                <a:effectLst/>
                <a:latin typeface="Arial" panose="020B0604020202020204" pitchFamily="34" charset="0"/>
              </a:rPr>
              <a:t>simultaneously</a:t>
            </a:r>
            <a:r>
              <a:rPr kumimoji="0" lang="fr-DZ" altLang="fr-DZ" sz="2500" b="0" i="0" u="none" strike="noStrike" cap="none" normalizeH="0" baseline="0" dirty="0">
                <a:ln>
                  <a:noFill/>
                </a:ln>
                <a:solidFill>
                  <a:schemeClr val="tx1"/>
                </a:solidFill>
                <a:effectLst/>
                <a:latin typeface="Arial" panose="020B0604020202020204" pitchFamily="34" charset="0"/>
              </a:rPr>
              <a:t>, leveraging hardware </a:t>
            </a:r>
            <a:r>
              <a:rPr kumimoji="0" lang="fr-DZ" altLang="fr-DZ" sz="2500" b="0" i="0" u="none" strike="noStrike" cap="none" normalizeH="0" baseline="0" dirty="0" err="1">
                <a:ln>
                  <a:noFill/>
                </a:ln>
                <a:solidFill>
                  <a:schemeClr val="tx1"/>
                </a:solidFill>
                <a:effectLst/>
                <a:latin typeface="Arial" panose="020B0604020202020204" pitchFamily="34" charset="0"/>
              </a:rPr>
              <a:t>resources</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such</a:t>
            </a:r>
            <a:r>
              <a:rPr kumimoji="0" lang="fr-DZ" altLang="fr-DZ" sz="2500" b="0" i="0" u="none" strike="noStrike" cap="none" normalizeH="0" baseline="0" dirty="0">
                <a:ln>
                  <a:noFill/>
                </a:ln>
                <a:solidFill>
                  <a:schemeClr val="tx1"/>
                </a:solidFill>
                <a:effectLst/>
                <a:latin typeface="Arial" panose="020B0604020202020204" pitchFamily="34" charset="0"/>
              </a:rPr>
              <a:t> as multi-</a:t>
            </a:r>
            <a:r>
              <a:rPr kumimoji="0" lang="fr-DZ" altLang="fr-DZ" sz="2500" b="0" i="0" u="none" strike="noStrike" cap="none" normalizeH="0" baseline="0" dirty="0" err="1">
                <a:ln>
                  <a:noFill/>
                </a:ln>
                <a:solidFill>
                  <a:schemeClr val="tx1"/>
                </a:solidFill>
                <a:effectLst/>
                <a:latin typeface="Arial" panose="020B0604020202020204" pitchFamily="34" charset="0"/>
              </a:rPr>
              <a:t>core</a:t>
            </a:r>
            <a:r>
              <a:rPr kumimoji="0" lang="fr-DZ" altLang="fr-DZ" sz="2500" b="0" i="0" u="none" strike="noStrike" cap="none" normalizeH="0" baseline="0" dirty="0">
                <a:ln>
                  <a:noFill/>
                </a:ln>
                <a:solidFill>
                  <a:schemeClr val="tx1"/>
                </a:solidFill>
                <a:effectLst/>
                <a:latin typeface="Arial" panose="020B0604020202020204" pitchFamily="34" charset="0"/>
              </a:rPr>
              <a:t> processors.</a:t>
            </a:r>
            <a:endParaRPr kumimoji="0" lang="fr-CA" altLang="fr-DZ"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DZ" altLang="fr-DZ"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0" i="1" u="none" strike="noStrike" cap="none" normalizeH="0" baseline="0" dirty="0">
                <a:ln>
                  <a:noFill/>
                </a:ln>
                <a:solidFill>
                  <a:schemeClr val="tx1"/>
                </a:solidFill>
                <a:effectLst/>
                <a:latin typeface="Arial" panose="020B0604020202020204" pitchFamily="34" charset="0"/>
              </a:rPr>
              <a:t>Illustration</a:t>
            </a:r>
            <a:r>
              <a:rPr kumimoji="0" lang="fr-DZ" altLang="fr-DZ"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E6CC51E-5F79-3A93-AB1D-19786A790236}"/>
              </a:ext>
            </a:extLst>
          </p:cNvPr>
          <p:cNvPicPr>
            <a:picLocks noChangeAspect="1"/>
          </p:cNvPicPr>
          <p:nvPr/>
        </p:nvPicPr>
        <p:blipFill>
          <a:blip r:embed="rId2"/>
          <a:stretch>
            <a:fillRect/>
          </a:stretch>
        </p:blipFill>
        <p:spPr>
          <a:xfrm>
            <a:off x="2909822" y="4330194"/>
            <a:ext cx="5542317" cy="1285175"/>
          </a:xfrm>
          <a:prstGeom prst="rect">
            <a:avLst/>
          </a:prstGeom>
        </p:spPr>
      </p:pic>
      <p:sp>
        <p:nvSpPr>
          <p:cNvPr id="8" name="Title 1">
            <a:extLst>
              <a:ext uri="{FF2B5EF4-FFF2-40B4-BE49-F238E27FC236}">
                <a16:creationId xmlns:a16="http://schemas.microsoft.com/office/drawing/2014/main" id="{7E2D6245-24BB-6FD6-501C-8EA7BC16978A}"/>
              </a:ext>
            </a:extLst>
          </p:cNvPr>
          <p:cNvSpPr>
            <a:spLocks noGrp="1"/>
          </p:cNvSpPr>
          <p:nvPr>
            <p:ph type="title"/>
          </p:nvPr>
        </p:nvSpPr>
        <p:spPr>
          <a:xfrm>
            <a:off x="838200" y="365125"/>
            <a:ext cx="10515600" cy="1325563"/>
          </a:xfrm>
        </p:spPr>
        <p:txBody>
          <a:bodyPr/>
          <a:lstStyle/>
          <a:p>
            <a:r>
              <a:rPr lang="fr-FR" b="1" dirty="0"/>
              <a:t>Types of </a:t>
            </a:r>
            <a:r>
              <a:rPr lang="fr-FR" b="1" dirty="0" err="1"/>
              <a:t>Task</a:t>
            </a:r>
            <a:r>
              <a:rPr lang="fr-FR" b="1" dirty="0"/>
              <a:t> </a:t>
            </a:r>
            <a:r>
              <a:rPr lang="fr-FR" b="1" dirty="0" err="1"/>
              <a:t>Systems</a:t>
            </a:r>
            <a:r>
              <a:rPr lang="fr-FR" b="1" dirty="0"/>
              <a:t> (2)</a:t>
            </a:r>
            <a:br>
              <a:rPr lang="fr-FR" b="1" dirty="0"/>
            </a:br>
            <a:endParaRPr lang="fr-DZ" dirty="0"/>
          </a:p>
        </p:txBody>
      </p:sp>
    </p:spTree>
    <p:extLst>
      <p:ext uri="{BB962C8B-B14F-4D97-AF65-F5344CB8AC3E}">
        <p14:creationId xmlns:p14="http://schemas.microsoft.com/office/powerpoint/2010/main" val="1724693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2DF294-391A-5795-8A05-21AD655C124E}"/>
              </a:ext>
            </a:extLst>
          </p:cNvPr>
          <p:cNvSpPr>
            <a:spLocks noGrp="1"/>
          </p:cNvSpPr>
          <p:nvPr>
            <p:ph type="sldNum" sz="quarter" idx="12"/>
          </p:nvPr>
        </p:nvSpPr>
        <p:spPr/>
        <p:txBody>
          <a:bodyPr/>
          <a:lstStyle/>
          <a:p>
            <a:fld id="{AE542B33-DB44-41E8-8F43-C86F545B5A10}" type="slidenum">
              <a:rPr lang="fr-DZ" smtClean="0"/>
              <a:t>30</a:t>
            </a:fld>
            <a:endParaRPr lang="fr-DZ"/>
          </a:p>
        </p:txBody>
      </p:sp>
      <p:sp>
        <p:nvSpPr>
          <p:cNvPr id="6" name="Rectangle 2">
            <a:extLst>
              <a:ext uri="{FF2B5EF4-FFF2-40B4-BE49-F238E27FC236}">
                <a16:creationId xmlns:a16="http://schemas.microsoft.com/office/drawing/2014/main" id="{CBED8952-F146-7F56-F3E0-3035DC1217AE}"/>
              </a:ext>
            </a:extLst>
          </p:cNvPr>
          <p:cNvSpPr>
            <a:spLocks noGrp="1" noChangeArrowheads="1"/>
          </p:cNvSpPr>
          <p:nvPr>
            <p:ph type="title"/>
          </p:nvPr>
        </p:nvSpPr>
        <p:spPr bwMode="auto">
          <a:xfrm>
            <a:off x="1053352" y="1388653"/>
            <a:ext cx="9395013"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CA" altLang="fr-DZ" sz="2500" b="1" i="0" u="none" strike="noStrike" cap="none" normalizeH="0" baseline="0" dirty="0">
                <a:ln>
                  <a:noFill/>
                </a:ln>
                <a:solidFill>
                  <a:schemeClr val="tx1"/>
                </a:solidFill>
                <a:effectLst/>
                <a:latin typeface="Arial" panose="020B0604020202020204" pitchFamily="34" charset="0"/>
              </a:rPr>
              <a:t> </a:t>
            </a:r>
            <a:r>
              <a:rPr kumimoji="0" lang="fr-DZ" altLang="fr-DZ" sz="2500" b="1" i="0" u="none" strike="noStrike" cap="none" normalizeH="0" baseline="0" dirty="0">
                <a:ln>
                  <a:noFill/>
                </a:ln>
                <a:solidFill>
                  <a:schemeClr val="tx1"/>
                </a:solidFill>
                <a:effectLst/>
                <a:latin typeface="Arial" panose="020B0604020202020204" pitchFamily="34" charset="0"/>
              </a:rPr>
              <a:t>Concurrent System</a:t>
            </a:r>
            <a:r>
              <a:rPr kumimoji="0" lang="fr-DZ" altLang="fr-DZ" sz="2500" b="0" i="0" u="none" strike="noStrike" cap="none" normalizeH="0" baseline="0" dirty="0">
                <a:ln>
                  <a:noFill/>
                </a:ln>
                <a:solidFill>
                  <a:schemeClr val="tx1"/>
                </a:solidFill>
                <a:effectLst/>
                <a:latin typeface="Arial" panose="020B0604020202020204" pitchFamily="34" charset="0"/>
              </a:rPr>
              <a:t>: Multiple </a:t>
            </a:r>
            <a:r>
              <a:rPr kumimoji="0" lang="fr-DZ" altLang="fr-DZ" sz="2500" b="0" i="0" u="none" strike="noStrike" cap="none" normalizeH="0" baseline="0" dirty="0" err="1">
                <a:ln>
                  <a:noFill/>
                </a:ln>
                <a:solidFill>
                  <a:schemeClr val="tx1"/>
                </a:solidFill>
                <a:effectLst/>
                <a:latin typeface="Arial" panose="020B0604020202020204" pitchFamily="34" charset="0"/>
              </a:rPr>
              <a:t>tasks</a:t>
            </a:r>
            <a:r>
              <a:rPr kumimoji="0" lang="fr-DZ" altLang="fr-DZ" sz="2500" b="0" i="0" u="none" strike="noStrike" cap="none" normalizeH="0" baseline="0" dirty="0">
                <a:ln>
                  <a:noFill/>
                </a:ln>
                <a:solidFill>
                  <a:schemeClr val="tx1"/>
                </a:solidFill>
                <a:effectLst/>
                <a:latin typeface="Arial" panose="020B0604020202020204" pitchFamily="34" charset="0"/>
              </a:rPr>
              <a:t> are in </a:t>
            </a:r>
            <a:r>
              <a:rPr kumimoji="0" lang="fr-DZ" altLang="fr-DZ" sz="2500" b="0" i="0" u="none" strike="noStrike" cap="none" normalizeH="0" baseline="0" dirty="0" err="1">
                <a:ln>
                  <a:noFill/>
                </a:ln>
                <a:solidFill>
                  <a:schemeClr val="tx1"/>
                </a:solidFill>
                <a:effectLst/>
                <a:latin typeface="Arial" panose="020B0604020202020204" pitchFamily="34" charset="0"/>
              </a:rPr>
              <a:t>progress</a:t>
            </a:r>
            <a:r>
              <a:rPr kumimoji="0" lang="fr-DZ" altLang="fr-DZ" sz="2500" b="0" i="0" u="none" strike="noStrike" cap="none" normalizeH="0" baseline="0" dirty="0">
                <a:ln>
                  <a:noFill/>
                </a:ln>
                <a:solidFill>
                  <a:schemeClr val="tx1"/>
                </a:solidFill>
                <a:effectLst/>
                <a:latin typeface="Arial" panose="020B0604020202020204" pitchFamily="34" charset="0"/>
              </a:rPr>
              <a:t>, but not </a:t>
            </a:r>
            <a:r>
              <a:rPr kumimoji="0" lang="fr-DZ" altLang="fr-DZ" sz="2500" b="0" i="0" u="none" strike="noStrike" cap="none" normalizeH="0" baseline="0" dirty="0" err="1">
                <a:ln>
                  <a:noFill/>
                </a:ln>
                <a:solidFill>
                  <a:schemeClr val="tx1"/>
                </a:solidFill>
                <a:effectLst/>
                <a:latin typeface="Arial" panose="020B0604020202020204" pitchFamily="34" charset="0"/>
              </a:rPr>
              <a:t>necessarily</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executing</a:t>
            </a:r>
            <a:r>
              <a:rPr kumimoji="0" lang="fr-DZ" altLang="fr-DZ" sz="2500" b="0" i="0" u="none" strike="noStrike" cap="none" normalizeH="0" baseline="0" dirty="0">
                <a:ln>
                  <a:noFill/>
                </a:ln>
                <a:solidFill>
                  <a:schemeClr val="tx1"/>
                </a:solidFill>
                <a:effectLst/>
                <a:latin typeface="Arial" panose="020B0604020202020204" pitchFamily="34" charset="0"/>
              </a:rPr>
              <a:t> at the </a:t>
            </a:r>
            <a:r>
              <a:rPr kumimoji="0" lang="fr-DZ" altLang="fr-DZ" sz="2500" b="0" i="0" u="none" strike="noStrike" cap="none" normalizeH="0" baseline="0" dirty="0" err="1">
                <a:ln>
                  <a:noFill/>
                </a:ln>
                <a:solidFill>
                  <a:schemeClr val="tx1"/>
                </a:solidFill>
                <a:effectLst/>
                <a:latin typeface="Arial" panose="020B0604020202020204" pitchFamily="34" charset="0"/>
              </a:rPr>
              <a:t>same</a:t>
            </a:r>
            <a:r>
              <a:rPr kumimoji="0" lang="fr-DZ" altLang="fr-DZ" sz="2500" b="0" i="0" u="none" strike="noStrike" cap="none" normalizeH="0" baseline="0" dirty="0">
                <a:ln>
                  <a:noFill/>
                </a:ln>
                <a:solidFill>
                  <a:schemeClr val="tx1"/>
                </a:solidFill>
                <a:effectLst/>
                <a:latin typeface="Arial" panose="020B0604020202020204" pitchFamily="34" charset="0"/>
              </a:rPr>
              <a:t> time. </a:t>
            </a:r>
            <a:r>
              <a:rPr kumimoji="0" lang="fr-DZ" altLang="fr-DZ" sz="2500" b="0" i="0" u="none" strike="noStrike" cap="none" normalizeH="0" baseline="0" dirty="0" err="1">
                <a:ln>
                  <a:noFill/>
                </a:ln>
                <a:solidFill>
                  <a:schemeClr val="tx1"/>
                </a:solidFill>
                <a:effectLst/>
                <a:latin typeface="Arial" panose="020B0604020202020204" pitchFamily="34" charset="0"/>
              </a:rPr>
              <a:t>Scheduling</a:t>
            </a:r>
            <a:r>
              <a:rPr kumimoji="0" lang="fr-DZ" altLang="fr-DZ" sz="2500" b="0" i="0" u="none" strike="noStrike" cap="none" normalizeH="0" baseline="0" dirty="0">
                <a:ln>
                  <a:noFill/>
                </a:ln>
                <a:solidFill>
                  <a:schemeClr val="tx1"/>
                </a:solidFill>
                <a:effectLst/>
                <a:latin typeface="Arial" panose="020B0604020202020204" pitchFamily="34" charset="0"/>
              </a:rPr>
              <a:t> and </a:t>
            </a:r>
            <a:r>
              <a:rPr kumimoji="0" lang="fr-DZ" altLang="fr-DZ" sz="2500" b="0" i="0" u="none" strike="noStrike" cap="none" normalizeH="0" baseline="0" dirty="0" err="1">
                <a:ln>
                  <a:noFill/>
                </a:ln>
                <a:solidFill>
                  <a:schemeClr val="tx1"/>
                </a:solidFill>
                <a:effectLst/>
                <a:latin typeface="Arial" panose="020B0604020202020204" pitchFamily="34" charset="0"/>
              </a:rPr>
              <a:t>task</a:t>
            </a:r>
            <a:r>
              <a:rPr kumimoji="0" lang="fr-DZ" altLang="fr-DZ" sz="2500" b="0" i="0" u="none" strike="noStrike" cap="none" normalizeH="0" baseline="0" dirty="0">
                <a:ln>
                  <a:noFill/>
                </a:ln>
                <a:solidFill>
                  <a:schemeClr val="tx1"/>
                </a:solidFill>
                <a:effectLst/>
                <a:latin typeface="Arial" panose="020B0604020202020204" pitchFamily="34" charset="0"/>
              </a:rPr>
              <a:t> management influence </a:t>
            </a:r>
            <a:r>
              <a:rPr kumimoji="0" lang="fr-DZ" altLang="fr-DZ" sz="2500" b="0" i="0" u="none" strike="noStrike" cap="none" normalizeH="0" baseline="0" dirty="0" err="1">
                <a:ln>
                  <a:noFill/>
                </a:ln>
                <a:solidFill>
                  <a:schemeClr val="tx1"/>
                </a:solidFill>
                <a:effectLst/>
                <a:latin typeface="Arial" panose="020B0604020202020204" pitchFamily="34" charset="0"/>
              </a:rPr>
              <a:t>their</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execution</a:t>
            </a:r>
            <a:r>
              <a:rPr kumimoji="0" lang="fr-DZ" altLang="fr-DZ" sz="2500" b="0" i="0" u="none" strike="noStrike" cap="none" normalizeH="0" baseline="0" dirty="0">
                <a:ln>
                  <a:noFill/>
                </a:ln>
                <a:solidFill>
                  <a:schemeClr val="tx1"/>
                </a:solidFill>
                <a:effectLst/>
                <a:latin typeface="Arial" panose="020B0604020202020204" pitchFamily="34" charset="0"/>
              </a:rPr>
              <a:t>.</a:t>
            </a:r>
            <a:br>
              <a:rPr kumimoji="0" lang="fr-CA" altLang="fr-DZ" sz="2500" b="0" i="0" u="none" strike="noStrike" cap="none" normalizeH="0" baseline="0" dirty="0">
                <a:ln>
                  <a:noFill/>
                </a:ln>
                <a:solidFill>
                  <a:schemeClr val="tx1"/>
                </a:solidFill>
                <a:effectLst/>
                <a:latin typeface="Arial" panose="020B0604020202020204" pitchFamily="34" charset="0"/>
              </a:rPr>
            </a:br>
            <a:endParaRPr kumimoji="0" lang="fr-DZ" altLang="fr-DZ" sz="2500" b="0" i="0" u="none" strike="noStrike" cap="none" normalizeH="0" baseline="0" dirty="0">
              <a:ln>
                <a:noFill/>
              </a:ln>
              <a:solidFill>
                <a:schemeClr val="tx1"/>
              </a:solidFill>
              <a:effectLst/>
              <a:latin typeface="Arial" panose="020B0604020202020204" pitchFamily="34" charset="0"/>
            </a:endParaRPr>
          </a:p>
          <a:p>
            <a:pPr marL="363538" marR="0" lvl="0" algn="l" defTabSz="914400" rtl="0" eaLnBrk="0" fontAlgn="base" latinLnBrk="0" hangingPunct="0">
              <a:lnSpc>
                <a:spcPct val="100000"/>
              </a:lnSpc>
              <a:spcBef>
                <a:spcPct val="0"/>
              </a:spcBef>
              <a:spcAft>
                <a:spcPct val="0"/>
              </a:spcAft>
              <a:buClrTx/>
              <a:buSzTx/>
              <a:buFontTx/>
              <a:buChar char="•"/>
              <a:tabLst/>
            </a:pPr>
            <a:r>
              <a:rPr kumimoji="0" lang="fr-DZ" altLang="fr-DZ" sz="2500" b="0" i="1" u="none" strike="noStrike" cap="none" normalizeH="0" baseline="0" dirty="0">
                <a:ln>
                  <a:noFill/>
                </a:ln>
                <a:solidFill>
                  <a:schemeClr val="tx1"/>
                </a:solidFill>
                <a:effectLst/>
                <a:latin typeface="Arial" panose="020B0604020202020204" pitchFamily="34" charset="0"/>
              </a:rPr>
              <a:t>Example</a:t>
            </a:r>
            <a:r>
              <a:rPr kumimoji="0" lang="fr-DZ" altLang="fr-DZ" sz="2500" b="0" i="0" u="none" strike="noStrike" cap="none" normalizeH="0" baseline="0" dirty="0">
                <a:ln>
                  <a:noFill/>
                </a:ln>
                <a:solidFill>
                  <a:schemeClr val="tx1"/>
                </a:solidFill>
                <a:effectLst/>
                <a:latin typeface="Arial" panose="020B0604020202020204" pitchFamily="34" charset="0"/>
              </a:rPr>
              <a:t>: A web server handling multiple client </a:t>
            </a:r>
            <a:r>
              <a:rPr kumimoji="0" lang="fr-DZ" altLang="fr-DZ" sz="2500" b="0" i="0" u="none" strike="noStrike" cap="none" normalizeH="0" baseline="0" dirty="0" err="1">
                <a:ln>
                  <a:noFill/>
                </a:ln>
                <a:solidFill>
                  <a:schemeClr val="tx1"/>
                </a:solidFill>
                <a:effectLst/>
                <a:latin typeface="Arial" panose="020B0604020202020204" pitchFamily="34" charset="0"/>
              </a:rPr>
              <a:t>requests</a:t>
            </a:r>
            <a:r>
              <a:rPr kumimoji="0" lang="fr-DZ" altLang="fr-DZ" sz="2500" b="0" i="0" u="none" strike="noStrike" cap="none" normalizeH="0" baseline="0" dirty="0">
                <a:ln>
                  <a:noFill/>
                </a:ln>
                <a:solidFill>
                  <a:schemeClr val="tx1"/>
                </a:solidFill>
                <a:effectLst/>
                <a:latin typeface="Arial" panose="020B0604020202020204" pitchFamily="34" charset="0"/>
              </a:rPr>
              <a:t> </a:t>
            </a:r>
            <a:r>
              <a:rPr kumimoji="0" lang="fr-DZ" altLang="fr-DZ" sz="2500" b="0" i="0" u="none" strike="noStrike" cap="none" normalizeH="0" baseline="0" dirty="0" err="1">
                <a:ln>
                  <a:noFill/>
                </a:ln>
                <a:solidFill>
                  <a:schemeClr val="tx1"/>
                </a:solidFill>
                <a:effectLst/>
                <a:latin typeface="Arial" panose="020B0604020202020204" pitchFamily="34" charset="0"/>
              </a:rPr>
              <a:t>alternately</a:t>
            </a:r>
            <a:r>
              <a:rPr kumimoji="0" lang="fr-DZ" altLang="fr-DZ" sz="2500" b="0" i="0" u="none" strike="noStrike" cap="none" normalizeH="0" baseline="0" dirty="0">
                <a:ln>
                  <a:noFill/>
                </a:ln>
                <a:solidFill>
                  <a:schemeClr val="tx1"/>
                </a:solidFill>
                <a:effectLst/>
                <a:latin typeface="Arial" panose="020B0604020202020204" pitchFamily="34" charset="0"/>
              </a:rPr>
              <a:t>.</a:t>
            </a:r>
            <a:br>
              <a:rPr kumimoji="0" lang="fr-CA" altLang="fr-DZ" sz="2500" b="0" i="0" u="none" strike="noStrike" cap="none" normalizeH="0" baseline="0" dirty="0">
                <a:ln>
                  <a:noFill/>
                </a:ln>
                <a:solidFill>
                  <a:schemeClr val="tx1"/>
                </a:solidFill>
                <a:effectLst/>
                <a:latin typeface="Arial" panose="020B0604020202020204" pitchFamily="34" charset="0"/>
              </a:rPr>
            </a:br>
            <a:endParaRPr kumimoji="0" lang="fr-DZ" altLang="fr-DZ"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500" b="0" i="1" u="none" strike="noStrike" cap="none" normalizeH="0" baseline="0" dirty="0">
                <a:ln>
                  <a:noFill/>
                </a:ln>
                <a:solidFill>
                  <a:schemeClr val="tx1"/>
                </a:solidFill>
                <a:effectLst/>
                <a:latin typeface="Arial" panose="020B0604020202020204" pitchFamily="34" charset="0"/>
              </a:rPr>
              <a:t>Illustration</a:t>
            </a:r>
            <a:r>
              <a:rPr kumimoji="0" lang="fr-DZ" altLang="fr-DZ"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0C162CAB-FAD9-EF44-3DC3-E0421727C3D6}"/>
              </a:ext>
            </a:extLst>
          </p:cNvPr>
          <p:cNvPicPr>
            <a:picLocks noChangeAspect="1"/>
          </p:cNvPicPr>
          <p:nvPr/>
        </p:nvPicPr>
        <p:blipFill>
          <a:blip r:embed="rId2"/>
          <a:stretch>
            <a:fillRect/>
          </a:stretch>
        </p:blipFill>
        <p:spPr>
          <a:xfrm>
            <a:off x="4048685" y="4412173"/>
            <a:ext cx="3404345" cy="1729627"/>
          </a:xfrm>
          <a:prstGeom prst="rect">
            <a:avLst/>
          </a:prstGeom>
        </p:spPr>
      </p:pic>
      <p:sp>
        <p:nvSpPr>
          <p:cNvPr id="9" name="Title 1">
            <a:extLst>
              <a:ext uri="{FF2B5EF4-FFF2-40B4-BE49-F238E27FC236}">
                <a16:creationId xmlns:a16="http://schemas.microsoft.com/office/drawing/2014/main" id="{6B1C27A2-0561-4417-39AD-B51C13D1CCF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t>Types of </a:t>
            </a:r>
            <a:r>
              <a:rPr lang="fr-FR" b="1" dirty="0" err="1"/>
              <a:t>Task</a:t>
            </a:r>
            <a:r>
              <a:rPr lang="fr-FR" b="1" dirty="0"/>
              <a:t> </a:t>
            </a:r>
            <a:r>
              <a:rPr lang="fr-FR" b="1" dirty="0" err="1"/>
              <a:t>Systems</a:t>
            </a:r>
            <a:r>
              <a:rPr lang="fr-FR" b="1" dirty="0"/>
              <a:t> (3)</a:t>
            </a:r>
            <a:br>
              <a:rPr lang="fr-FR" b="1" dirty="0"/>
            </a:br>
            <a:endParaRPr lang="fr-DZ" dirty="0"/>
          </a:p>
        </p:txBody>
      </p:sp>
    </p:spTree>
    <p:extLst>
      <p:ext uri="{BB962C8B-B14F-4D97-AF65-F5344CB8AC3E}">
        <p14:creationId xmlns:p14="http://schemas.microsoft.com/office/powerpoint/2010/main" val="442031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47C29-9AC1-A09E-75BD-50A29278D4AA}"/>
              </a:ext>
            </a:extLst>
          </p:cNvPr>
          <p:cNvSpPr>
            <a:spLocks noGrp="1"/>
          </p:cNvSpPr>
          <p:nvPr>
            <p:ph type="title"/>
          </p:nvPr>
        </p:nvSpPr>
        <p:spPr/>
        <p:txBody>
          <a:bodyPr/>
          <a:lstStyle/>
          <a:p>
            <a:r>
              <a:rPr lang="fr-FR" b="1" dirty="0" err="1">
                <a:latin typeface="Arial" panose="020B0604020202020204" pitchFamily="34" charset="0"/>
                <a:cs typeface="Arial" panose="020B0604020202020204" pitchFamily="34" charset="0"/>
              </a:rPr>
              <a:t>Task</a:t>
            </a:r>
            <a:r>
              <a:rPr lang="fr-FR" b="1" dirty="0">
                <a:latin typeface="Arial" panose="020B0604020202020204" pitchFamily="34" charset="0"/>
                <a:cs typeface="Arial" panose="020B0604020202020204" pitchFamily="34" charset="0"/>
              </a:rPr>
              <a:t> System </a:t>
            </a:r>
            <a:endParaRPr lang="fr-DZ"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97B958E-4655-B627-025E-C3136A406582}"/>
              </a:ext>
            </a:extLst>
          </p:cNvPr>
          <p:cNvSpPr>
            <a:spLocks noGrp="1"/>
          </p:cNvSpPr>
          <p:nvPr>
            <p:ph type="sldNum" sz="quarter" idx="12"/>
          </p:nvPr>
        </p:nvSpPr>
        <p:spPr/>
        <p:txBody>
          <a:bodyPr/>
          <a:lstStyle/>
          <a:p>
            <a:fld id="{AE542B33-DB44-41E8-8F43-C86F545B5A10}" type="slidenum">
              <a:rPr lang="fr-DZ" smtClean="0"/>
              <a:t>31</a:t>
            </a:fld>
            <a:endParaRPr lang="fr-DZ"/>
          </a:p>
        </p:txBody>
      </p:sp>
      <p:pic>
        <p:nvPicPr>
          <p:cNvPr id="6" name="Picture 5">
            <a:extLst>
              <a:ext uri="{FF2B5EF4-FFF2-40B4-BE49-F238E27FC236}">
                <a16:creationId xmlns:a16="http://schemas.microsoft.com/office/drawing/2014/main" id="{8D5399BF-593E-0DA8-3FBD-BAB5FD50EC7D}"/>
              </a:ext>
            </a:extLst>
          </p:cNvPr>
          <p:cNvPicPr>
            <a:picLocks noChangeAspect="1"/>
          </p:cNvPicPr>
          <p:nvPr/>
        </p:nvPicPr>
        <p:blipFill>
          <a:blip r:embed="rId2"/>
          <a:stretch>
            <a:fillRect/>
          </a:stretch>
        </p:blipFill>
        <p:spPr>
          <a:xfrm>
            <a:off x="2769466" y="1690688"/>
            <a:ext cx="5610225" cy="4333875"/>
          </a:xfrm>
          <a:prstGeom prst="rect">
            <a:avLst/>
          </a:prstGeom>
        </p:spPr>
      </p:pic>
      <p:pic>
        <p:nvPicPr>
          <p:cNvPr id="8" name="Picture 7">
            <a:extLst>
              <a:ext uri="{FF2B5EF4-FFF2-40B4-BE49-F238E27FC236}">
                <a16:creationId xmlns:a16="http://schemas.microsoft.com/office/drawing/2014/main" id="{B785451D-5490-157B-8AAA-7EEC9D63405B}"/>
              </a:ext>
            </a:extLst>
          </p:cNvPr>
          <p:cNvPicPr>
            <a:picLocks noChangeAspect="1"/>
          </p:cNvPicPr>
          <p:nvPr/>
        </p:nvPicPr>
        <p:blipFill>
          <a:blip r:embed="rId3"/>
          <a:stretch>
            <a:fillRect/>
          </a:stretch>
        </p:blipFill>
        <p:spPr>
          <a:xfrm>
            <a:off x="8330767" y="1690688"/>
            <a:ext cx="559666" cy="1379998"/>
          </a:xfrm>
          <a:prstGeom prst="rect">
            <a:avLst/>
          </a:prstGeom>
        </p:spPr>
      </p:pic>
    </p:spTree>
    <p:extLst>
      <p:ext uri="{BB962C8B-B14F-4D97-AF65-F5344CB8AC3E}">
        <p14:creationId xmlns:p14="http://schemas.microsoft.com/office/powerpoint/2010/main" val="311283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D037-FC66-ED68-E953-A4BD9BA1891D}"/>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50A243AE-EA1E-A0E3-A169-9B22F4FB99E3}"/>
              </a:ext>
            </a:extLst>
          </p:cNvPr>
          <p:cNvSpPr>
            <a:spLocks noGrp="1"/>
          </p:cNvSpPr>
          <p:nvPr>
            <p:ph type="sldNum" sz="quarter" idx="12"/>
          </p:nvPr>
        </p:nvSpPr>
        <p:spPr/>
        <p:txBody>
          <a:bodyPr/>
          <a:lstStyle/>
          <a:p>
            <a:fld id="{AE542B33-DB44-41E8-8F43-C86F545B5A10}" type="slidenum">
              <a:rPr lang="fr-DZ" smtClean="0"/>
              <a:t>32</a:t>
            </a:fld>
            <a:endParaRPr lang="fr-DZ"/>
          </a:p>
        </p:txBody>
      </p:sp>
      <p:pic>
        <p:nvPicPr>
          <p:cNvPr id="6" name="Picture 5">
            <a:extLst>
              <a:ext uri="{FF2B5EF4-FFF2-40B4-BE49-F238E27FC236}">
                <a16:creationId xmlns:a16="http://schemas.microsoft.com/office/drawing/2014/main" id="{D2D735E6-B6B9-15E6-D108-D57F864CBE7D}"/>
              </a:ext>
            </a:extLst>
          </p:cNvPr>
          <p:cNvPicPr>
            <a:picLocks noChangeAspect="1"/>
          </p:cNvPicPr>
          <p:nvPr/>
        </p:nvPicPr>
        <p:blipFill>
          <a:blip r:embed="rId2"/>
          <a:stretch>
            <a:fillRect/>
          </a:stretch>
        </p:blipFill>
        <p:spPr>
          <a:xfrm>
            <a:off x="2362200" y="2251941"/>
            <a:ext cx="7467600" cy="3924300"/>
          </a:xfrm>
          <a:prstGeom prst="rect">
            <a:avLst/>
          </a:prstGeom>
        </p:spPr>
      </p:pic>
    </p:spTree>
    <p:extLst>
      <p:ext uri="{BB962C8B-B14F-4D97-AF65-F5344CB8AC3E}">
        <p14:creationId xmlns:p14="http://schemas.microsoft.com/office/powerpoint/2010/main" val="4179614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57D5D6-6D09-7CB5-485F-C55A5E56CA84}"/>
              </a:ext>
            </a:extLst>
          </p:cNvPr>
          <p:cNvSpPr>
            <a:spLocks noGrp="1"/>
          </p:cNvSpPr>
          <p:nvPr>
            <p:ph type="sldNum" sz="quarter" idx="12"/>
          </p:nvPr>
        </p:nvSpPr>
        <p:spPr/>
        <p:txBody>
          <a:bodyPr/>
          <a:lstStyle/>
          <a:p>
            <a:fld id="{AE542B33-DB44-41E8-8F43-C86F545B5A10}" type="slidenum">
              <a:rPr lang="fr-DZ" smtClean="0"/>
              <a:t>33</a:t>
            </a:fld>
            <a:endParaRPr lang="fr-DZ"/>
          </a:p>
        </p:txBody>
      </p:sp>
      <p:pic>
        <p:nvPicPr>
          <p:cNvPr id="8" name="Picture 7">
            <a:extLst>
              <a:ext uri="{FF2B5EF4-FFF2-40B4-BE49-F238E27FC236}">
                <a16:creationId xmlns:a16="http://schemas.microsoft.com/office/drawing/2014/main" id="{93944356-70EE-A623-408C-3C3D3A52F63E}"/>
              </a:ext>
            </a:extLst>
          </p:cNvPr>
          <p:cNvPicPr>
            <a:picLocks noChangeAspect="1"/>
          </p:cNvPicPr>
          <p:nvPr/>
        </p:nvPicPr>
        <p:blipFill>
          <a:blip r:embed="rId2"/>
          <a:stretch>
            <a:fillRect/>
          </a:stretch>
        </p:blipFill>
        <p:spPr>
          <a:xfrm>
            <a:off x="2745798" y="1574077"/>
            <a:ext cx="6534150" cy="3857625"/>
          </a:xfrm>
          <a:prstGeom prst="rect">
            <a:avLst/>
          </a:prstGeom>
        </p:spPr>
      </p:pic>
    </p:spTree>
    <p:extLst>
      <p:ext uri="{BB962C8B-B14F-4D97-AF65-F5344CB8AC3E}">
        <p14:creationId xmlns:p14="http://schemas.microsoft.com/office/powerpoint/2010/main" val="125107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4FF27-7475-AD80-5808-73820930A4C8}"/>
              </a:ext>
            </a:extLst>
          </p:cNvPr>
          <p:cNvSpPr>
            <a:spLocks noGrp="1"/>
          </p:cNvSpPr>
          <p:nvPr>
            <p:ph type="title"/>
          </p:nvPr>
        </p:nvSpPr>
        <p:spPr/>
        <p:txBody>
          <a:bodyPr/>
          <a:lstStyle/>
          <a:p>
            <a:r>
              <a:rPr lang="fr-FR" dirty="0"/>
              <a:t>Scenario 1</a:t>
            </a:r>
            <a:endParaRPr lang="fr-DZ" dirty="0"/>
          </a:p>
        </p:txBody>
      </p:sp>
      <p:sp>
        <p:nvSpPr>
          <p:cNvPr id="4" name="Slide Number Placeholder 3">
            <a:extLst>
              <a:ext uri="{FF2B5EF4-FFF2-40B4-BE49-F238E27FC236}">
                <a16:creationId xmlns:a16="http://schemas.microsoft.com/office/drawing/2014/main" id="{58790008-5264-68D1-5447-8F8A61E7B8F3}"/>
              </a:ext>
            </a:extLst>
          </p:cNvPr>
          <p:cNvSpPr>
            <a:spLocks noGrp="1"/>
          </p:cNvSpPr>
          <p:nvPr>
            <p:ph type="sldNum" sz="quarter" idx="12"/>
          </p:nvPr>
        </p:nvSpPr>
        <p:spPr/>
        <p:txBody>
          <a:bodyPr/>
          <a:lstStyle/>
          <a:p>
            <a:fld id="{AE542B33-DB44-41E8-8F43-C86F545B5A10}" type="slidenum">
              <a:rPr lang="fr-DZ" smtClean="0"/>
              <a:t>34</a:t>
            </a:fld>
            <a:endParaRPr lang="fr-DZ"/>
          </a:p>
        </p:txBody>
      </p:sp>
      <p:pic>
        <p:nvPicPr>
          <p:cNvPr id="6" name="Picture 5">
            <a:extLst>
              <a:ext uri="{FF2B5EF4-FFF2-40B4-BE49-F238E27FC236}">
                <a16:creationId xmlns:a16="http://schemas.microsoft.com/office/drawing/2014/main" id="{319A90E4-BF86-9ECD-4CFA-649D9CF47680}"/>
              </a:ext>
            </a:extLst>
          </p:cNvPr>
          <p:cNvPicPr>
            <a:picLocks noChangeAspect="1"/>
          </p:cNvPicPr>
          <p:nvPr/>
        </p:nvPicPr>
        <p:blipFill>
          <a:blip r:embed="rId2"/>
          <a:stretch>
            <a:fillRect/>
          </a:stretch>
        </p:blipFill>
        <p:spPr>
          <a:xfrm>
            <a:off x="2745583" y="1308966"/>
            <a:ext cx="5667375" cy="4105275"/>
          </a:xfrm>
          <a:prstGeom prst="rect">
            <a:avLst/>
          </a:prstGeom>
        </p:spPr>
      </p:pic>
      <p:pic>
        <p:nvPicPr>
          <p:cNvPr id="8" name="Picture 7">
            <a:extLst>
              <a:ext uri="{FF2B5EF4-FFF2-40B4-BE49-F238E27FC236}">
                <a16:creationId xmlns:a16="http://schemas.microsoft.com/office/drawing/2014/main" id="{884D7EB0-87C8-BB25-B94E-48D275E0137F}"/>
              </a:ext>
            </a:extLst>
          </p:cNvPr>
          <p:cNvPicPr>
            <a:picLocks noChangeAspect="1"/>
          </p:cNvPicPr>
          <p:nvPr/>
        </p:nvPicPr>
        <p:blipFill>
          <a:blip r:embed="rId3"/>
          <a:stretch>
            <a:fillRect/>
          </a:stretch>
        </p:blipFill>
        <p:spPr>
          <a:xfrm>
            <a:off x="8989472" y="2175499"/>
            <a:ext cx="666750" cy="1752600"/>
          </a:xfrm>
          <a:prstGeom prst="rect">
            <a:avLst/>
          </a:prstGeom>
        </p:spPr>
      </p:pic>
    </p:spTree>
    <p:extLst>
      <p:ext uri="{BB962C8B-B14F-4D97-AF65-F5344CB8AC3E}">
        <p14:creationId xmlns:p14="http://schemas.microsoft.com/office/powerpoint/2010/main" val="229196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B1D5-9F12-B595-2CF4-827975771818}"/>
              </a:ext>
            </a:extLst>
          </p:cNvPr>
          <p:cNvSpPr>
            <a:spLocks noGrp="1"/>
          </p:cNvSpPr>
          <p:nvPr>
            <p:ph type="title"/>
          </p:nvPr>
        </p:nvSpPr>
        <p:spPr/>
        <p:txBody>
          <a:bodyPr/>
          <a:lstStyle/>
          <a:p>
            <a:endParaRPr lang="fr-DZ"/>
          </a:p>
        </p:txBody>
      </p:sp>
      <p:sp>
        <p:nvSpPr>
          <p:cNvPr id="4" name="Slide Number Placeholder 3">
            <a:extLst>
              <a:ext uri="{FF2B5EF4-FFF2-40B4-BE49-F238E27FC236}">
                <a16:creationId xmlns:a16="http://schemas.microsoft.com/office/drawing/2014/main" id="{38191A9A-8066-5FE9-6BC0-BD73CA716AA3}"/>
              </a:ext>
            </a:extLst>
          </p:cNvPr>
          <p:cNvSpPr>
            <a:spLocks noGrp="1"/>
          </p:cNvSpPr>
          <p:nvPr>
            <p:ph type="sldNum" sz="quarter" idx="12"/>
          </p:nvPr>
        </p:nvSpPr>
        <p:spPr/>
        <p:txBody>
          <a:bodyPr/>
          <a:lstStyle/>
          <a:p>
            <a:fld id="{AE542B33-DB44-41E8-8F43-C86F545B5A10}" type="slidenum">
              <a:rPr lang="fr-DZ" smtClean="0"/>
              <a:t>35</a:t>
            </a:fld>
            <a:endParaRPr lang="fr-DZ"/>
          </a:p>
        </p:txBody>
      </p:sp>
      <p:pic>
        <p:nvPicPr>
          <p:cNvPr id="5" name="Picture 4">
            <a:extLst>
              <a:ext uri="{FF2B5EF4-FFF2-40B4-BE49-F238E27FC236}">
                <a16:creationId xmlns:a16="http://schemas.microsoft.com/office/drawing/2014/main" id="{20E7DB27-9F96-AEA5-7007-156EC022C7ED}"/>
              </a:ext>
            </a:extLst>
          </p:cNvPr>
          <p:cNvPicPr>
            <a:picLocks noChangeAspect="1"/>
          </p:cNvPicPr>
          <p:nvPr/>
        </p:nvPicPr>
        <p:blipFill>
          <a:blip r:embed="rId2"/>
          <a:stretch>
            <a:fillRect/>
          </a:stretch>
        </p:blipFill>
        <p:spPr>
          <a:xfrm>
            <a:off x="2351809" y="1219634"/>
            <a:ext cx="7353300" cy="4276725"/>
          </a:xfrm>
          <a:prstGeom prst="rect">
            <a:avLst/>
          </a:prstGeom>
        </p:spPr>
      </p:pic>
    </p:spTree>
    <p:extLst>
      <p:ext uri="{BB962C8B-B14F-4D97-AF65-F5344CB8AC3E}">
        <p14:creationId xmlns:p14="http://schemas.microsoft.com/office/powerpoint/2010/main" val="2184751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4AB0-16A1-FF28-AF3F-16DB7322C26A}"/>
              </a:ext>
            </a:extLst>
          </p:cNvPr>
          <p:cNvSpPr>
            <a:spLocks noGrp="1"/>
          </p:cNvSpPr>
          <p:nvPr>
            <p:ph type="title"/>
          </p:nvPr>
        </p:nvSpPr>
        <p:spPr/>
        <p:txBody>
          <a:bodyPr/>
          <a:lstStyle/>
          <a:p>
            <a:r>
              <a:rPr lang="fr-FR" dirty="0"/>
              <a:t>Scenario 2</a:t>
            </a:r>
            <a:endParaRPr lang="fr-DZ" dirty="0"/>
          </a:p>
        </p:txBody>
      </p:sp>
      <p:sp>
        <p:nvSpPr>
          <p:cNvPr id="4" name="Slide Number Placeholder 3">
            <a:extLst>
              <a:ext uri="{FF2B5EF4-FFF2-40B4-BE49-F238E27FC236}">
                <a16:creationId xmlns:a16="http://schemas.microsoft.com/office/drawing/2014/main" id="{379001C6-B6AC-A1CA-5717-2671A457801D}"/>
              </a:ext>
            </a:extLst>
          </p:cNvPr>
          <p:cNvSpPr>
            <a:spLocks noGrp="1"/>
          </p:cNvSpPr>
          <p:nvPr>
            <p:ph type="sldNum" sz="quarter" idx="12"/>
          </p:nvPr>
        </p:nvSpPr>
        <p:spPr/>
        <p:txBody>
          <a:bodyPr/>
          <a:lstStyle/>
          <a:p>
            <a:fld id="{AE542B33-DB44-41E8-8F43-C86F545B5A10}" type="slidenum">
              <a:rPr lang="fr-DZ" smtClean="0"/>
              <a:t>36</a:t>
            </a:fld>
            <a:endParaRPr lang="fr-DZ"/>
          </a:p>
        </p:txBody>
      </p:sp>
      <p:pic>
        <p:nvPicPr>
          <p:cNvPr id="6" name="Picture 5">
            <a:extLst>
              <a:ext uri="{FF2B5EF4-FFF2-40B4-BE49-F238E27FC236}">
                <a16:creationId xmlns:a16="http://schemas.microsoft.com/office/drawing/2014/main" id="{96B47BD3-61F1-7885-A60B-7DF677228E00}"/>
              </a:ext>
            </a:extLst>
          </p:cNvPr>
          <p:cNvPicPr>
            <a:picLocks noChangeAspect="1"/>
          </p:cNvPicPr>
          <p:nvPr/>
        </p:nvPicPr>
        <p:blipFill>
          <a:blip r:embed="rId2"/>
          <a:stretch>
            <a:fillRect/>
          </a:stretch>
        </p:blipFill>
        <p:spPr>
          <a:xfrm>
            <a:off x="3105014" y="1409309"/>
            <a:ext cx="5705475" cy="3848100"/>
          </a:xfrm>
          <a:prstGeom prst="rect">
            <a:avLst/>
          </a:prstGeom>
        </p:spPr>
      </p:pic>
      <p:pic>
        <p:nvPicPr>
          <p:cNvPr id="8" name="Picture 7">
            <a:extLst>
              <a:ext uri="{FF2B5EF4-FFF2-40B4-BE49-F238E27FC236}">
                <a16:creationId xmlns:a16="http://schemas.microsoft.com/office/drawing/2014/main" id="{947BCC0C-BE75-620E-164F-AF3FCEB3AE7C}"/>
              </a:ext>
            </a:extLst>
          </p:cNvPr>
          <p:cNvPicPr>
            <a:picLocks noChangeAspect="1"/>
          </p:cNvPicPr>
          <p:nvPr/>
        </p:nvPicPr>
        <p:blipFill>
          <a:blip r:embed="rId3"/>
          <a:stretch>
            <a:fillRect/>
          </a:stretch>
        </p:blipFill>
        <p:spPr>
          <a:xfrm>
            <a:off x="9108498" y="2299493"/>
            <a:ext cx="790575" cy="1724025"/>
          </a:xfrm>
          <a:prstGeom prst="rect">
            <a:avLst/>
          </a:prstGeom>
        </p:spPr>
      </p:pic>
    </p:spTree>
    <p:extLst>
      <p:ext uri="{BB962C8B-B14F-4D97-AF65-F5344CB8AC3E}">
        <p14:creationId xmlns:p14="http://schemas.microsoft.com/office/powerpoint/2010/main" val="2955971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7944-4446-2949-6F7C-93D45A14DBDE}"/>
              </a:ext>
            </a:extLst>
          </p:cNvPr>
          <p:cNvSpPr>
            <a:spLocks noGrp="1"/>
          </p:cNvSpPr>
          <p:nvPr>
            <p:ph type="title"/>
          </p:nvPr>
        </p:nvSpPr>
        <p:spPr/>
        <p:txBody>
          <a:bodyPr/>
          <a:lstStyle/>
          <a:p>
            <a:endParaRPr lang="fr-DZ"/>
          </a:p>
        </p:txBody>
      </p:sp>
      <p:sp>
        <p:nvSpPr>
          <p:cNvPr id="4" name="Slide Number Placeholder 3">
            <a:extLst>
              <a:ext uri="{FF2B5EF4-FFF2-40B4-BE49-F238E27FC236}">
                <a16:creationId xmlns:a16="http://schemas.microsoft.com/office/drawing/2014/main" id="{89B8F62A-34F1-8FF5-E12A-12E3A74729C8}"/>
              </a:ext>
            </a:extLst>
          </p:cNvPr>
          <p:cNvSpPr>
            <a:spLocks noGrp="1"/>
          </p:cNvSpPr>
          <p:nvPr>
            <p:ph type="sldNum" sz="quarter" idx="12"/>
          </p:nvPr>
        </p:nvSpPr>
        <p:spPr/>
        <p:txBody>
          <a:bodyPr/>
          <a:lstStyle/>
          <a:p>
            <a:fld id="{AE542B33-DB44-41E8-8F43-C86F545B5A10}" type="slidenum">
              <a:rPr lang="fr-DZ" smtClean="0"/>
              <a:t>37</a:t>
            </a:fld>
            <a:endParaRPr lang="fr-DZ"/>
          </a:p>
        </p:txBody>
      </p:sp>
      <p:pic>
        <p:nvPicPr>
          <p:cNvPr id="6" name="Picture 5">
            <a:extLst>
              <a:ext uri="{FF2B5EF4-FFF2-40B4-BE49-F238E27FC236}">
                <a16:creationId xmlns:a16="http://schemas.microsoft.com/office/drawing/2014/main" id="{EFFDAEFD-30E7-5201-9E97-7FC8A928A6CD}"/>
              </a:ext>
            </a:extLst>
          </p:cNvPr>
          <p:cNvPicPr>
            <a:picLocks noChangeAspect="1"/>
          </p:cNvPicPr>
          <p:nvPr/>
        </p:nvPicPr>
        <p:blipFill>
          <a:blip r:embed="rId2"/>
          <a:stretch>
            <a:fillRect/>
          </a:stretch>
        </p:blipFill>
        <p:spPr>
          <a:xfrm>
            <a:off x="3101113" y="876128"/>
            <a:ext cx="5648325" cy="4143375"/>
          </a:xfrm>
          <a:prstGeom prst="rect">
            <a:avLst/>
          </a:prstGeom>
        </p:spPr>
      </p:pic>
      <p:pic>
        <p:nvPicPr>
          <p:cNvPr id="8" name="Picture 7">
            <a:extLst>
              <a:ext uri="{FF2B5EF4-FFF2-40B4-BE49-F238E27FC236}">
                <a16:creationId xmlns:a16="http://schemas.microsoft.com/office/drawing/2014/main" id="{838E5227-883A-F927-22E6-8980B6F73760}"/>
              </a:ext>
            </a:extLst>
          </p:cNvPr>
          <p:cNvPicPr>
            <a:picLocks noChangeAspect="1"/>
          </p:cNvPicPr>
          <p:nvPr/>
        </p:nvPicPr>
        <p:blipFill>
          <a:blip r:embed="rId3"/>
          <a:stretch>
            <a:fillRect/>
          </a:stretch>
        </p:blipFill>
        <p:spPr>
          <a:xfrm>
            <a:off x="9109360" y="2299493"/>
            <a:ext cx="676275" cy="1724025"/>
          </a:xfrm>
          <a:prstGeom prst="rect">
            <a:avLst/>
          </a:prstGeom>
        </p:spPr>
      </p:pic>
    </p:spTree>
    <p:extLst>
      <p:ext uri="{BB962C8B-B14F-4D97-AF65-F5344CB8AC3E}">
        <p14:creationId xmlns:p14="http://schemas.microsoft.com/office/powerpoint/2010/main" val="3873884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E8219-966E-A29E-C1E9-5A57A474DEEE}"/>
              </a:ext>
            </a:extLst>
          </p:cNvPr>
          <p:cNvSpPr>
            <a:spLocks noGrp="1"/>
          </p:cNvSpPr>
          <p:nvPr>
            <p:ph type="title"/>
          </p:nvPr>
        </p:nvSpPr>
        <p:spPr/>
        <p:txBody>
          <a:bodyPr/>
          <a:lstStyle/>
          <a:p>
            <a:endParaRPr lang="fr-DZ"/>
          </a:p>
        </p:txBody>
      </p:sp>
      <p:sp>
        <p:nvSpPr>
          <p:cNvPr id="4" name="Slide Number Placeholder 3">
            <a:extLst>
              <a:ext uri="{FF2B5EF4-FFF2-40B4-BE49-F238E27FC236}">
                <a16:creationId xmlns:a16="http://schemas.microsoft.com/office/drawing/2014/main" id="{2B77724D-DF83-C79F-7A1D-8B7A43F1A66A}"/>
              </a:ext>
            </a:extLst>
          </p:cNvPr>
          <p:cNvSpPr>
            <a:spLocks noGrp="1"/>
          </p:cNvSpPr>
          <p:nvPr>
            <p:ph type="sldNum" sz="quarter" idx="12"/>
          </p:nvPr>
        </p:nvSpPr>
        <p:spPr/>
        <p:txBody>
          <a:bodyPr/>
          <a:lstStyle/>
          <a:p>
            <a:fld id="{AE542B33-DB44-41E8-8F43-C86F545B5A10}" type="slidenum">
              <a:rPr lang="fr-DZ" smtClean="0"/>
              <a:t>38</a:t>
            </a:fld>
            <a:endParaRPr lang="fr-DZ"/>
          </a:p>
        </p:txBody>
      </p:sp>
      <p:pic>
        <p:nvPicPr>
          <p:cNvPr id="8" name="Picture 7">
            <a:extLst>
              <a:ext uri="{FF2B5EF4-FFF2-40B4-BE49-F238E27FC236}">
                <a16:creationId xmlns:a16="http://schemas.microsoft.com/office/drawing/2014/main" id="{F30FAABB-1EE5-28CA-2EC9-9990E6A7336B}"/>
              </a:ext>
            </a:extLst>
          </p:cNvPr>
          <p:cNvPicPr>
            <a:picLocks noChangeAspect="1"/>
          </p:cNvPicPr>
          <p:nvPr/>
        </p:nvPicPr>
        <p:blipFill>
          <a:blip r:embed="rId2"/>
          <a:stretch>
            <a:fillRect/>
          </a:stretch>
        </p:blipFill>
        <p:spPr>
          <a:xfrm>
            <a:off x="2724150" y="1027906"/>
            <a:ext cx="7258050" cy="4029075"/>
          </a:xfrm>
          <a:prstGeom prst="rect">
            <a:avLst/>
          </a:prstGeom>
        </p:spPr>
      </p:pic>
    </p:spTree>
    <p:extLst>
      <p:ext uri="{BB962C8B-B14F-4D97-AF65-F5344CB8AC3E}">
        <p14:creationId xmlns:p14="http://schemas.microsoft.com/office/powerpoint/2010/main" val="3169951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F65200E-BE19-61BA-8C12-E73CE7790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4850097"/>
            <a:ext cx="12202175" cy="2021488"/>
            <a:chOff x="-1" y="-29768"/>
            <a:chExt cx="12202175" cy="1519356"/>
          </a:xfrm>
        </p:grpSpPr>
        <p:sp>
          <p:nvSpPr>
            <p:cNvPr id="12" name="Rectangle 11">
              <a:extLst>
                <a:ext uri="{FF2B5EF4-FFF2-40B4-BE49-F238E27FC236}">
                  <a16:creationId xmlns:a16="http://schemas.microsoft.com/office/drawing/2014/main" id="{4DCB7929-1F93-E966-9A22-29A959C2A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E9333BF-F59E-1341-F162-50F583238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F345832-F005-417F-6A2A-8481A275F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962663" y="-3992432"/>
              <a:ext cx="1519356" cy="9444683"/>
            </a:xfrm>
            <a:prstGeom prst="rect">
              <a:avLst/>
            </a:prstGeom>
            <a:gradFill>
              <a:gsLst>
                <a:gs pos="29000">
                  <a:schemeClr val="accent5">
                    <a:lumMod val="60000"/>
                    <a:lumOff val="40000"/>
                    <a:alpha val="0"/>
                  </a:schemeClr>
                </a:gs>
                <a:gs pos="100000">
                  <a:schemeClr val="accent5">
                    <a:lumMod val="75000"/>
                    <a:alpha val="7000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F64F7F6-C18B-BE52-6A26-BC7EF9EF554D}"/>
              </a:ext>
            </a:extLst>
          </p:cNvPr>
          <p:cNvSpPr>
            <a:spLocks noGrp="1"/>
          </p:cNvSpPr>
          <p:nvPr>
            <p:ph type="title"/>
          </p:nvPr>
        </p:nvSpPr>
        <p:spPr>
          <a:xfrm>
            <a:off x="1509837" y="5663717"/>
            <a:ext cx="8949690" cy="702264"/>
          </a:xfrm>
        </p:spPr>
        <p:txBody>
          <a:bodyPr vert="horz" lIns="91440" tIns="45720" rIns="91440" bIns="45720" rtlCol="0" anchor="b">
            <a:normAutofit fontScale="90000"/>
          </a:bodyPr>
          <a:lstStyle/>
          <a:p>
            <a:pPr algn="ctr"/>
            <a:br>
              <a:rPr lang="en-US" sz="3600" b="1" dirty="0">
                <a:solidFill>
                  <a:srgbClr val="FFFFFF"/>
                </a:solidFill>
                <a:latin typeface="Arial" panose="020B0604020202020204" pitchFamily="34" charset="0"/>
                <a:cs typeface="Arial" panose="020B0604020202020204" pitchFamily="34" charset="0"/>
              </a:rPr>
            </a:br>
            <a:br>
              <a:rPr lang="en-US" sz="3600" b="1" dirty="0">
                <a:solidFill>
                  <a:srgbClr val="FFFFFF"/>
                </a:solidFill>
                <a:latin typeface="Arial" panose="020B0604020202020204" pitchFamily="34" charset="0"/>
                <a:cs typeface="Arial" panose="020B0604020202020204" pitchFamily="34" charset="0"/>
              </a:rPr>
            </a:br>
            <a:br>
              <a:rPr lang="en-US" sz="3600" b="1" dirty="0">
                <a:solidFill>
                  <a:srgbClr val="FFFFFF"/>
                </a:solidFill>
                <a:latin typeface="Arial" panose="020B0604020202020204" pitchFamily="34" charset="0"/>
                <a:cs typeface="Arial" panose="020B0604020202020204" pitchFamily="34" charset="0"/>
              </a:rPr>
            </a:br>
            <a:br>
              <a:rPr lang="en-US" sz="3600" b="1" dirty="0">
                <a:solidFill>
                  <a:srgbClr val="FFFFFF"/>
                </a:solidFill>
                <a:latin typeface="Arial" panose="020B0604020202020204" pitchFamily="34" charset="0"/>
                <a:cs typeface="Arial" panose="020B0604020202020204" pitchFamily="34" charset="0"/>
              </a:rPr>
            </a:br>
            <a:r>
              <a:rPr lang="en-US" sz="3600" b="1" dirty="0">
                <a:solidFill>
                  <a:srgbClr val="FFFFFF"/>
                </a:solidFill>
                <a:latin typeface="Arial" panose="020B0604020202020204" pitchFamily="34" charset="0"/>
                <a:cs typeface="Arial" panose="020B0604020202020204" pitchFamily="34" charset="0"/>
              </a:rPr>
              <a:t>Interactions between tasks</a:t>
            </a:r>
            <a:br>
              <a:rPr lang="en-US" sz="3600" b="1" dirty="0">
                <a:solidFill>
                  <a:srgbClr val="FFFFFF"/>
                </a:solidFill>
                <a:latin typeface="Arial" panose="020B0604020202020204" pitchFamily="34" charset="0"/>
                <a:cs typeface="Arial" panose="020B0604020202020204" pitchFamily="34" charset="0"/>
              </a:rPr>
            </a:br>
            <a:endParaRPr lang="en-US" sz="3600" b="1" dirty="0">
              <a:solidFill>
                <a:srgbClr val="FFFFFF"/>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45388E0-0A97-4595-FC7F-70A0FA876F50}"/>
              </a:ext>
            </a:extLst>
          </p:cNvPr>
          <p:cNvPicPr>
            <a:picLocks noChangeAspect="1"/>
          </p:cNvPicPr>
          <p:nvPr/>
        </p:nvPicPr>
        <p:blipFill>
          <a:blip r:embed="rId2"/>
          <a:stretch>
            <a:fillRect/>
          </a:stretch>
        </p:blipFill>
        <p:spPr>
          <a:xfrm>
            <a:off x="987618" y="1023261"/>
            <a:ext cx="4997064" cy="2910789"/>
          </a:xfrm>
          <a:prstGeom prst="rect">
            <a:avLst/>
          </a:prstGeom>
        </p:spPr>
      </p:pic>
      <p:pic>
        <p:nvPicPr>
          <p:cNvPr id="6" name="Picture 5">
            <a:extLst>
              <a:ext uri="{FF2B5EF4-FFF2-40B4-BE49-F238E27FC236}">
                <a16:creationId xmlns:a16="http://schemas.microsoft.com/office/drawing/2014/main" id="{ED8E8790-6CCD-8F38-CCFC-523C3ACF1F78}"/>
              </a:ext>
            </a:extLst>
          </p:cNvPr>
          <p:cNvPicPr>
            <a:picLocks noChangeAspect="1"/>
          </p:cNvPicPr>
          <p:nvPr/>
        </p:nvPicPr>
        <p:blipFill>
          <a:blip r:embed="rId3"/>
          <a:stretch>
            <a:fillRect/>
          </a:stretch>
        </p:blipFill>
        <p:spPr>
          <a:xfrm>
            <a:off x="6207318" y="1092371"/>
            <a:ext cx="4997064" cy="2773370"/>
          </a:xfrm>
          <a:prstGeom prst="rect">
            <a:avLst/>
          </a:prstGeom>
        </p:spPr>
      </p:pic>
      <p:sp>
        <p:nvSpPr>
          <p:cNvPr id="4" name="Slide Number Placeholder 3">
            <a:extLst>
              <a:ext uri="{FF2B5EF4-FFF2-40B4-BE49-F238E27FC236}">
                <a16:creationId xmlns:a16="http://schemas.microsoft.com/office/drawing/2014/main" id="{9C8137C9-7E58-9F56-E08B-9551123656A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E542B33-DB44-41E8-8F43-C86F545B5A10}" type="slidenum">
              <a:rPr lang="en-US">
                <a:solidFill>
                  <a:srgbClr val="FFFFFF"/>
                </a:solidFill>
              </a:rPr>
              <a:pPr>
                <a:spcAft>
                  <a:spcPts val="600"/>
                </a:spcAft>
              </a:pPr>
              <a:t>39</a:t>
            </a:fld>
            <a:endParaRPr lang="en-US">
              <a:solidFill>
                <a:srgbClr val="FFFFFF"/>
              </a:solidFill>
            </a:endParaRPr>
          </a:p>
        </p:txBody>
      </p:sp>
    </p:spTree>
    <p:extLst>
      <p:ext uri="{BB962C8B-B14F-4D97-AF65-F5344CB8AC3E}">
        <p14:creationId xmlns:p14="http://schemas.microsoft.com/office/powerpoint/2010/main" val="1179828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B2058A-05B5-85C2-CCCA-28F41DF6CB8B}"/>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b="1" kern="1200" dirty="0">
                <a:solidFill>
                  <a:schemeClr val="tx1"/>
                </a:solidFill>
                <a:latin typeface="Arial" panose="020B0604020202020204" pitchFamily="34" charset="0"/>
                <a:cs typeface="Arial" panose="020B0604020202020204" pitchFamily="34" charset="0"/>
              </a:rPr>
              <a:t>Language of a task system</a:t>
            </a:r>
          </a:p>
        </p:txBody>
      </p:sp>
      <p:pic>
        <p:nvPicPr>
          <p:cNvPr id="8" name="Picture 7">
            <a:extLst>
              <a:ext uri="{FF2B5EF4-FFF2-40B4-BE49-F238E27FC236}">
                <a16:creationId xmlns:a16="http://schemas.microsoft.com/office/drawing/2014/main" id="{FC15A289-5EB6-A918-F231-66740A8DBE1A}"/>
              </a:ext>
            </a:extLst>
          </p:cNvPr>
          <p:cNvPicPr>
            <a:picLocks noChangeAspect="1"/>
          </p:cNvPicPr>
          <p:nvPr/>
        </p:nvPicPr>
        <p:blipFill>
          <a:blip r:embed="rId2"/>
          <a:stretch>
            <a:fillRect/>
          </a:stretch>
        </p:blipFill>
        <p:spPr>
          <a:xfrm>
            <a:off x="1770350" y="1885666"/>
            <a:ext cx="8355737" cy="3948085"/>
          </a:xfrm>
          <a:prstGeom prst="rect">
            <a:avLst/>
          </a:prstGeom>
        </p:spPr>
      </p:pic>
      <p:sp>
        <p:nvSpPr>
          <p:cNvPr id="4" name="Slide Number Placeholder 3">
            <a:extLst>
              <a:ext uri="{FF2B5EF4-FFF2-40B4-BE49-F238E27FC236}">
                <a16:creationId xmlns:a16="http://schemas.microsoft.com/office/drawing/2014/main" id="{F09BE0EA-C57F-6C1C-13DB-5CF41B04F7A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E542B33-DB44-41E8-8F43-C86F545B5A10}" type="slidenum">
              <a:rPr lang="en-US" sz="1000"/>
              <a:pPr>
                <a:spcAft>
                  <a:spcPts val="600"/>
                </a:spcAft>
              </a:pPr>
              <a:t>40</a:t>
            </a:fld>
            <a:endParaRPr lang="en-US" sz="1000"/>
          </a:p>
        </p:txBody>
      </p:sp>
    </p:spTree>
    <p:extLst>
      <p:ext uri="{BB962C8B-B14F-4D97-AF65-F5344CB8AC3E}">
        <p14:creationId xmlns:p14="http://schemas.microsoft.com/office/powerpoint/2010/main" val="2175656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95EF-8DF8-804D-89D5-3690FC900BD1}"/>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A72EE1DE-38F1-99C2-D686-D0306A6D2470}"/>
              </a:ext>
            </a:extLst>
          </p:cNvPr>
          <p:cNvSpPr>
            <a:spLocks noGrp="1"/>
          </p:cNvSpPr>
          <p:nvPr>
            <p:ph type="sldNum" sz="quarter" idx="12"/>
          </p:nvPr>
        </p:nvSpPr>
        <p:spPr/>
        <p:txBody>
          <a:bodyPr/>
          <a:lstStyle/>
          <a:p>
            <a:fld id="{AE542B33-DB44-41E8-8F43-C86F545B5A10}" type="slidenum">
              <a:rPr lang="fr-DZ" smtClean="0"/>
              <a:t>41</a:t>
            </a:fld>
            <a:endParaRPr lang="fr-DZ"/>
          </a:p>
        </p:txBody>
      </p:sp>
      <p:pic>
        <p:nvPicPr>
          <p:cNvPr id="6" name="Picture 5">
            <a:extLst>
              <a:ext uri="{FF2B5EF4-FFF2-40B4-BE49-F238E27FC236}">
                <a16:creationId xmlns:a16="http://schemas.microsoft.com/office/drawing/2014/main" id="{F7F484BE-3A18-BD3D-D796-EFB2F047C21E}"/>
              </a:ext>
            </a:extLst>
          </p:cNvPr>
          <p:cNvPicPr>
            <a:picLocks noChangeAspect="1"/>
          </p:cNvPicPr>
          <p:nvPr/>
        </p:nvPicPr>
        <p:blipFill>
          <a:blip r:embed="rId2"/>
          <a:stretch>
            <a:fillRect/>
          </a:stretch>
        </p:blipFill>
        <p:spPr>
          <a:xfrm>
            <a:off x="4330132" y="1690688"/>
            <a:ext cx="3181350" cy="3133725"/>
          </a:xfrm>
          <a:prstGeom prst="rect">
            <a:avLst/>
          </a:prstGeom>
        </p:spPr>
      </p:pic>
    </p:spTree>
    <p:extLst>
      <p:ext uri="{BB962C8B-B14F-4D97-AF65-F5344CB8AC3E}">
        <p14:creationId xmlns:p14="http://schemas.microsoft.com/office/powerpoint/2010/main" val="3361043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9140-8072-4AE8-4C72-9750895E5520}"/>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F3C6E0AD-84E6-5D95-964C-8BD116D8908F}"/>
              </a:ext>
            </a:extLst>
          </p:cNvPr>
          <p:cNvSpPr>
            <a:spLocks noGrp="1"/>
          </p:cNvSpPr>
          <p:nvPr>
            <p:ph type="sldNum" sz="quarter" idx="12"/>
          </p:nvPr>
        </p:nvSpPr>
        <p:spPr/>
        <p:txBody>
          <a:bodyPr/>
          <a:lstStyle/>
          <a:p>
            <a:fld id="{AE542B33-DB44-41E8-8F43-C86F545B5A10}" type="slidenum">
              <a:rPr lang="fr-DZ" smtClean="0"/>
              <a:t>42</a:t>
            </a:fld>
            <a:endParaRPr lang="fr-DZ"/>
          </a:p>
        </p:txBody>
      </p:sp>
      <p:pic>
        <p:nvPicPr>
          <p:cNvPr id="6" name="Picture 5">
            <a:extLst>
              <a:ext uri="{FF2B5EF4-FFF2-40B4-BE49-F238E27FC236}">
                <a16:creationId xmlns:a16="http://schemas.microsoft.com/office/drawing/2014/main" id="{0530D221-74CD-7A62-D5F9-4C96D3919255}"/>
              </a:ext>
            </a:extLst>
          </p:cNvPr>
          <p:cNvPicPr>
            <a:picLocks noChangeAspect="1"/>
          </p:cNvPicPr>
          <p:nvPr/>
        </p:nvPicPr>
        <p:blipFill>
          <a:blip r:embed="rId2"/>
          <a:stretch>
            <a:fillRect/>
          </a:stretch>
        </p:blipFill>
        <p:spPr>
          <a:xfrm>
            <a:off x="2063620" y="1690688"/>
            <a:ext cx="3124200" cy="3305175"/>
          </a:xfrm>
          <a:prstGeom prst="rect">
            <a:avLst/>
          </a:prstGeom>
        </p:spPr>
      </p:pic>
      <p:pic>
        <p:nvPicPr>
          <p:cNvPr id="8" name="Picture 7">
            <a:extLst>
              <a:ext uri="{FF2B5EF4-FFF2-40B4-BE49-F238E27FC236}">
                <a16:creationId xmlns:a16="http://schemas.microsoft.com/office/drawing/2014/main" id="{C59676BF-FB30-60C6-B823-0FE7DDB3A799}"/>
              </a:ext>
            </a:extLst>
          </p:cNvPr>
          <p:cNvPicPr>
            <a:picLocks noChangeAspect="1"/>
          </p:cNvPicPr>
          <p:nvPr/>
        </p:nvPicPr>
        <p:blipFill>
          <a:blip r:embed="rId3"/>
          <a:stretch>
            <a:fillRect/>
          </a:stretch>
        </p:blipFill>
        <p:spPr>
          <a:xfrm>
            <a:off x="5652319" y="2203962"/>
            <a:ext cx="4191000" cy="857250"/>
          </a:xfrm>
          <a:prstGeom prst="rect">
            <a:avLst/>
          </a:prstGeom>
        </p:spPr>
      </p:pic>
    </p:spTree>
    <p:extLst>
      <p:ext uri="{BB962C8B-B14F-4D97-AF65-F5344CB8AC3E}">
        <p14:creationId xmlns:p14="http://schemas.microsoft.com/office/powerpoint/2010/main" val="3411450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54A8-03BB-8C1C-E8F2-30A3D2A2DFAA}"/>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162AEA7A-9503-A741-CEF8-512540E0D376}"/>
              </a:ext>
            </a:extLst>
          </p:cNvPr>
          <p:cNvSpPr>
            <a:spLocks noGrp="1"/>
          </p:cNvSpPr>
          <p:nvPr>
            <p:ph type="sldNum" sz="quarter" idx="12"/>
          </p:nvPr>
        </p:nvSpPr>
        <p:spPr/>
        <p:txBody>
          <a:bodyPr/>
          <a:lstStyle/>
          <a:p>
            <a:fld id="{AE542B33-DB44-41E8-8F43-C86F545B5A10}" type="slidenum">
              <a:rPr lang="fr-DZ" smtClean="0"/>
              <a:t>43</a:t>
            </a:fld>
            <a:endParaRPr lang="fr-DZ"/>
          </a:p>
        </p:txBody>
      </p:sp>
      <p:pic>
        <p:nvPicPr>
          <p:cNvPr id="6" name="Picture 5">
            <a:extLst>
              <a:ext uri="{FF2B5EF4-FFF2-40B4-BE49-F238E27FC236}">
                <a16:creationId xmlns:a16="http://schemas.microsoft.com/office/drawing/2014/main" id="{7C13ABC3-A548-8B02-6DA1-FC33C19B90CB}"/>
              </a:ext>
            </a:extLst>
          </p:cNvPr>
          <p:cNvPicPr>
            <a:picLocks noChangeAspect="1"/>
          </p:cNvPicPr>
          <p:nvPr/>
        </p:nvPicPr>
        <p:blipFill>
          <a:blip r:embed="rId2"/>
          <a:stretch>
            <a:fillRect/>
          </a:stretch>
        </p:blipFill>
        <p:spPr>
          <a:xfrm>
            <a:off x="4524375" y="1809750"/>
            <a:ext cx="3143250" cy="3238500"/>
          </a:xfrm>
          <a:prstGeom prst="rect">
            <a:avLst/>
          </a:prstGeom>
        </p:spPr>
      </p:pic>
      <p:pic>
        <p:nvPicPr>
          <p:cNvPr id="8" name="Picture 7">
            <a:extLst>
              <a:ext uri="{FF2B5EF4-FFF2-40B4-BE49-F238E27FC236}">
                <a16:creationId xmlns:a16="http://schemas.microsoft.com/office/drawing/2014/main" id="{8B18B656-C07E-5839-D42F-D428826DC739}"/>
              </a:ext>
            </a:extLst>
          </p:cNvPr>
          <p:cNvPicPr>
            <a:picLocks noChangeAspect="1"/>
          </p:cNvPicPr>
          <p:nvPr/>
        </p:nvPicPr>
        <p:blipFill>
          <a:blip r:embed="rId3"/>
          <a:stretch>
            <a:fillRect/>
          </a:stretch>
        </p:blipFill>
        <p:spPr>
          <a:xfrm>
            <a:off x="3976687" y="5167312"/>
            <a:ext cx="4238625" cy="828675"/>
          </a:xfrm>
          <a:prstGeom prst="rect">
            <a:avLst/>
          </a:prstGeom>
        </p:spPr>
      </p:pic>
    </p:spTree>
    <p:extLst>
      <p:ext uri="{BB962C8B-B14F-4D97-AF65-F5344CB8AC3E}">
        <p14:creationId xmlns:p14="http://schemas.microsoft.com/office/powerpoint/2010/main" val="13051626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5B4A3-F74C-200A-BDF3-3A2518C88BCC}"/>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4D6F6F7E-1889-CAC2-9F01-E8BD1B109B0C}"/>
              </a:ext>
            </a:extLst>
          </p:cNvPr>
          <p:cNvSpPr>
            <a:spLocks noGrp="1"/>
          </p:cNvSpPr>
          <p:nvPr>
            <p:ph type="sldNum" sz="quarter" idx="12"/>
          </p:nvPr>
        </p:nvSpPr>
        <p:spPr/>
        <p:txBody>
          <a:bodyPr/>
          <a:lstStyle/>
          <a:p>
            <a:fld id="{AE542B33-DB44-41E8-8F43-C86F545B5A10}" type="slidenum">
              <a:rPr lang="fr-DZ" smtClean="0"/>
              <a:t>44</a:t>
            </a:fld>
            <a:endParaRPr lang="fr-DZ"/>
          </a:p>
        </p:txBody>
      </p:sp>
      <p:pic>
        <p:nvPicPr>
          <p:cNvPr id="6" name="Picture 5">
            <a:extLst>
              <a:ext uri="{FF2B5EF4-FFF2-40B4-BE49-F238E27FC236}">
                <a16:creationId xmlns:a16="http://schemas.microsoft.com/office/drawing/2014/main" id="{F4ED511A-3130-FAFF-BF4F-E7C11363EE58}"/>
              </a:ext>
            </a:extLst>
          </p:cNvPr>
          <p:cNvPicPr>
            <a:picLocks noChangeAspect="1"/>
          </p:cNvPicPr>
          <p:nvPr/>
        </p:nvPicPr>
        <p:blipFill>
          <a:blip r:embed="rId2"/>
          <a:stretch>
            <a:fillRect/>
          </a:stretch>
        </p:blipFill>
        <p:spPr>
          <a:xfrm>
            <a:off x="4210203" y="1871662"/>
            <a:ext cx="3476625" cy="3114675"/>
          </a:xfrm>
          <a:prstGeom prst="rect">
            <a:avLst/>
          </a:prstGeom>
        </p:spPr>
      </p:pic>
      <p:pic>
        <p:nvPicPr>
          <p:cNvPr id="8" name="Picture 7">
            <a:extLst>
              <a:ext uri="{FF2B5EF4-FFF2-40B4-BE49-F238E27FC236}">
                <a16:creationId xmlns:a16="http://schemas.microsoft.com/office/drawing/2014/main" id="{BE7FB8E8-4185-D5A7-D78F-7CDE551D71D5}"/>
              </a:ext>
            </a:extLst>
          </p:cNvPr>
          <p:cNvPicPr>
            <a:picLocks noChangeAspect="1"/>
          </p:cNvPicPr>
          <p:nvPr/>
        </p:nvPicPr>
        <p:blipFill>
          <a:blip r:embed="rId3"/>
          <a:stretch>
            <a:fillRect/>
          </a:stretch>
        </p:blipFill>
        <p:spPr>
          <a:xfrm>
            <a:off x="3862540" y="4986337"/>
            <a:ext cx="4171950" cy="838200"/>
          </a:xfrm>
          <a:prstGeom prst="rect">
            <a:avLst/>
          </a:prstGeom>
        </p:spPr>
      </p:pic>
    </p:spTree>
    <p:extLst>
      <p:ext uri="{BB962C8B-B14F-4D97-AF65-F5344CB8AC3E}">
        <p14:creationId xmlns:p14="http://schemas.microsoft.com/office/powerpoint/2010/main" val="8829980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4910-B39A-2FCA-ECC3-55E7064F0351}"/>
              </a:ext>
            </a:extLst>
          </p:cNvPr>
          <p:cNvSpPr>
            <a:spLocks noGrp="1"/>
          </p:cNvSpPr>
          <p:nvPr>
            <p:ph type="title"/>
          </p:nvPr>
        </p:nvSpPr>
        <p:spPr/>
        <p:txBody>
          <a:bodyPr/>
          <a:lstStyle/>
          <a:p>
            <a:r>
              <a:rPr lang="fr-FR" b="1" dirty="0">
                <a:latin typeface="Arial" panose="020B0604020202020204" pitchFamily="34" charset="0"/>
                <a:cs typeface="Arial" panose="020B0604020202020204" pitchFamily="34" charset="0"/>
              </a:rPr>
              <a:t>Example </a:t>
            </a:r>
            <a:endParaRPr lang="fr-DZ" dirty="0"/>
          </a:p>
        </p:txBody>
      </p:sp>
      <p:sp>
        <p:nvSpPr>
          <p:cNvPr id="4" name="Slide Number Placeholder 3">
            <a:extLst>
              <a:ext uri="{FF2B5EF4-FFF2-40B4-BE49-F238E27FC236}">
                <a16:creationId xmlns:a16="http://schemas.microsoft.com/office/drawing/2014/main" id="{FEE2F059-B059-CB05-0B5B-76E9420A1B26}"/>
              </a:ext>
            </a:extLst>
          </p:cNvPr>
          <p:cNvSpPr>
            <a:spLocks noGrp="1"/>
          </p:cNvSpPr>
          <p:nvPr>
            <p:ph type="sldNum" sz="quarter" idx="12"/>
          </p:nvPr>
        </p:nvSpPr>
        <p:spPr/>
        <p:txBody>
          <a:bodyPr/>
          <a:lstStyle/>
          <a:p>
            <a:fld id="{AE542B33-DB44-41E8-8F43-C86F545B5A10}" type="slidenum">
              <a:rPr lang="fr-DZ" smtClean="0"/>
              <a:t>45</a:t>
            </a:fld>
            <a:endParaRPr lang="fr-DZ"/>
          </a:p>
        </p:txBody>
      </p:sp>
      <p:pic>
        <p:nvPicPr>
          <p:cNvPr id="6" name="Picture 5">
            <a:extLst>
              <a:ext uri="{FF2B5EF4-FFF2-40B4-BE49-F238E27FC236}">
                <a16:creationId xmlns:a16="http://schemas.microsoft.com/office/drawing/2014/main" id="{DF5D302C-A615-BF5A-3948-369540452F28}"/>
              </a:ext>
            </a:extLst>
          </p:cNvPr>
          <p:cNvPicPr>
            <a:picLocks noChangeAspect="1"/>
          </p:cNvPicPr>
          <p:nvPr/>
        </p:nvPicPr>
        <p:blipFill>
          <a:blip r:embed="rId2"/>
          <a:stretch>
            <a:fillRect/>
          </a:stretch>
        </p:blipFill>
        <p:spPr>
          <a:xfrm>
            <a:off x="7220231" y="1984375"/>
            <a:ext cx="4238625" cy="800100"/>
          </a:xfrm>
          <a:prstGeom prst="rect">
            <a:avLst/>
          </a:prstGeom>
        </p:spPr>
      </p:pic>
      <p:pic>
        <p:nvPicPr>
          <p:cNvPr id="7" name="Picture 6">
            <a:extLst>
              <a:ext uri="{FF2B5EF4-FFF2-40B4-BE49-F238E27FC236}">
                <a16:creationId xmlns:a16="http://schemas.microsoft.com/office/drawing/2014/main" id="{CC057FB9-A34E-9DD2-C999-9E42670F4B85}"/>
              </a:ext>
            </a:extLst>
          </p:cNvPr>
          <p:cNvPicPr>
            <a:picLocks noChangeAspect="1"/>
          </p:cNvPicPr>
          <p:nvPr/>
        </p:nvPicPr>
        <p:blipFill>
          <a:blip r:embed="rId3"/>
          <a:stretch>
            <a:fillRect/>
          </a:stretch>
        </p:blipFill>
        <p:spPr>
          <a:xfrm>
            <a:off x="1185726" y="2466181"/>
            <a:ext cx="3476625" cy="3114675"/>
          </a:xfrm>
          <a:prstGeom prst="rect">
            <a:avLst/>
          </a:prstGeom>
        </p:spPr>
      </p:pic>
      <p:sp>
        <p:nvSpPr>
          <p:cNvPr id="9" name="TextBox 8">
            <a:extLst>
              <a:ext uri="{FF2B5EF4-FFF2-40B4-BE49-F238E27FC236}">
                <a16:creationId xmlns:a16="http://schemas.microsoft.com/office/drawing/2014/main" id="{1B4E0EB3-8AC4-7E98-5831-7EECF2A60FF2}"/>
              </a:ext>
            </a:extLst>
          </p:cNvPr>
          <p:cNvSpPr txBox="1"/>
          <p:nvPr/>
        </p:nvSpPr>
        <p:spPr>
          <a:xfrm>
            <a:off x="5432996" y="2109140"/>
            <a:ext cx="6096000" cy="369332"/>
          </a:xfrm>
          <a:prstGeom prst="rect">
            <a:avLst/>
          </a:prstGeom>
          <a:noFill/>
        </p:spPr>
        <p:txBody>
          <a:bodyPr wrap="square">
            <a:spAutoFit/>
          </a:bodyPr>
          <a:lstStyle/>
          <a:p>
            <a:r>
              <a:rPr lang="fr-DZ" b="1" dirty="0"/>
              <a:t>SCENARIO 1</a:t>
            </a:r>
          </a:p>
        </p:txBody>
      </p:sp>
      <p:pic>
        <p:nvPicPr>
          <p:cNvPr id="11" name="Picture 10">
            <a:extLst>
              <a:ext uri="{FF2B5EF4-FFF2-40B4-BE49-F238E27FC236}">
                <a16:creationId xmlns:a16="http://schemas.microsoft.com/office/drawing/2014/main" id="{3B5BF848-3EB5-078B-964C-01B2E0290C4B}"/>
              </a:ext>
            </a:extLst>
          </p:cNvPr>
          <p:cNvPicPr>
            <a:picLocks noChangeAspect="1"/>
          </p:cNvPicPr>
          <p:nvPr/>
        </p:nvPicPr>
        <p:blipFill>
          <a:blip r:embed="rId4"/>
          <a:stretch>
            <a:fillRect/>
          </a:stretch>
        </p:blipFill>
        <p:spPr>
          <a:xfrm>
            <a:off x="7224993" y="2801675"/>
            <a:ext cx="4229100" cy="838200"/>
          </a:xfrm>
          <a:prstGeom prst="rect">
            <a:avLst/>
          </a:prstGeom>
        </p:spPr>
      </p:pic>
      <p:sp>
        <p:nvSpPr>
          <p:cNvPr id="12" name="TextBox 11">
            <a:extLst>
              <a:ext uri="{FF2B5EF4-FFF2-40B4-BE49-F238E27FC236}">
                <a16:creationId xmlns:a16="http://schemas.microsoft.com/office/drawing/2014/main" id="{8795EBB4-3057-5F39-BC26-3A4539F5021A}"/>
              </a:ext>
            </a:extLst>
          </p:cNvPr>
          <p:cNvSpPr txBox="1"/>
          <p:nvPr/>
        </p:nvSpPr>
        <p:spPr>
          <a:xfrm>
            <a:off x="5432996" y="2932963"/>
            <a:ext cx="6096000" cy="369332"/>
          </a:xfrm>
          <a:prstGeom prst="rect">
            <a:avLst/>
          </a:prstGeom>
          <a:noFill/>
        </p:spPr>
        <p:txBody>
          <a:bodyPr wrap="square">
            <a:spAutoFit/>
          </a:bodyPr>
          <a:lstStyle/>
          <a:p>
            <a:r>
              <a:rPr lang="fr-DZ" b="1" dirty="0"/>
              <a:t>SCENARIO </a:t>
            </a:r>
            <a:r>
              <a:rPr lang="fr-CA" b="1" dirty="0"/>
              <a:t>2</a:t>
            </a:r>
            <a:endParaRPr lang="fr-DZ" b="1" dirty="0"/>
          </a:p>
        </p:txBody>
      </p:sp>
      <p:pic>
        <p:nvPicPr>
          <p:cNvPr id="14" name="Picture 13">
            <a:extLst>
              <a:ext uri="{FF2B5EF4-FFF2-40B4-BE49-F238E27FC236}">
                <a16:creationId xmlns:a16="http://schemas.microsoft.com/office/drawing/2014/main" id="{16C249C4-59EE-F27D-7324-A9653E26918C}"/>
              </a:ext>
            </a:extLst>
          </p:cNvPr>
          <p:cNvPicPr>
            <a:picLocks noChangeAspect="1"/>
          </p:cNvPicPr>
          <p:nvPr/>
        </p:nvPicPr>
        <p:blipFill>
          <a:blip r:embed="rId5"/>
          <a:stretch>
            <a:fillRect/>
          </a:stretch>
        </p:blipFill>
        <p:spPr>
          <a:xfrm>
            <a:off x="7253568" y="3755100"/>
            <a:ext cx="4171950" cy="828675"/>
          </a:xfrm>
          <a:prstGeom prst="rect">
            <a:avLst/>
          </a:prstGeom>
        </p:spPr>
      </p:pic>
      <p:sp>
        <p:nvSpPr>
          <p:cNvPr id="15" name="TextBox 14">
            <a:extLst>
              <a:ext uri="{FF2B5EF4-FFF2-40B4-BE49-F238E27FC236}">
                <a16:creationId xmlns:a16="http://schemas.microsoft.com/office/drawing/2014/main" id="{447F55F6-F311-DC05-80B5-BBD2E1E3D3CC}"/>
              </a:ext>
            </a:extLst>
          </p:cNvPr>
          <p:cNvSpPr txBox="1"/>
          <p:nvPr/>
        </p:nvSpPr>
        <p:spPr>
          <a:xfrm>
            <a:off x="5432996" y="3843101"/>
            <a:ext cx="6096000" cy="369332"/>
          </a:xfrm>
          <a:prstGeom prst="rect">
            <a:avLst/>
          </a:prstGeom>
          <a:noFill/>
        </p:spPr>
        <p:txBody>
          <a:bodyPr wrap="square">
            <a:spAutoFit/>
          </a:bodyPr>
          <a:lstStyle/>
          <a:p>
            <a:r>
              <a:rPr lang="fr-DZ" b="1" dirty="0"/>
              <a:t>SCENARIO </a:t>
            </a:r>
            <a:r>
              <a:rPr lang="fr-CA" b="1" dirty="0"/>
              <a:t>3</a:t>
            </a:r>
            <a:endParaRPr lang="fr-DZ" b="1" dirty="0"/>
          </a:p>
        </p:txBody>
      </p:sp>
      <p:pic>
        <p:nvPicPr>
          <p:cNvPr id="17" name="Picture 16">
            <a:extLst>
              <a:ext uri="{FF2B5EF4-FFF2-40B4-BE49-F238E27FC236}">
                <a16:creationId xmlns:a16="http://schemas.microsoft.com/office/drawing/2014/main" id="{25E6A247-C3BE-F0A0-6974-AD50707C8757}"/>
              </a:ext>
            </a:extLst>
          </p:cNvPr>
          <p:cNvPicPr>
            <a:picLocks noChangeAspect="1"/>
          </p:cNvPicPr>
          <p:nvPr/>
        </p:nvPicPr>
        <p:blipFill>
          <a:blip r:embed="rId6"/>
          <a:stretch>
            <a:fillRect/>
          </a:stretch>
        </p:blipFill>
        <p:spPr>
          <a:xfrm>
            <a:off x="7196418" y="4742987"/>
            <a:ext cx="4229100" cy="809625"/>
          </a:xfrm>
          <a:prstGeom prst="rect">
            <a:avLst/>
          </a:prstGeom>
        </p:spPr>
      </p:pic>
      <p:sp>
        <p:nvSpPr>
          <p:cNvPr id="18" name="TextBox 17">
            <a:extLst>
              <a:ext uri="{FF2B5EF4-FFF2-40B4-BE49-F238E27FC236}">
                <a16:creationId xmlns:a16="http://schemas.microsoft.com/office/drawing/2014/main" id="{4395EC2D-96C9-F038-4F26-95BB612D8A26}"/>
              </a:ext>
            </a:extLst>
          </p:cNvPr>
          <p:cNvSpPr txBox="1"/>
          <p:nvPr/>
        </p:nvSpPr>
        <p:spPr>
          <a:xfrm>
            <a:off x="5471232" y="4831505"/>
            <a:ext cx="6096000" cy="369332"/>
          </a:xfrm>
          <a:prstGeom prst="rect">
            <a:avLst/>
          </a:prstGeom>
          <a:noFill/>
        </p:spPr>
        <p:txBody>
          <a:bodyPr wrap="square">
            <a:spAutoFit/>
          </a:bodyPr>
          <a:lstStyle/>
          <a:p>
            <a:r>
              <a:rPr lang="fr-DZ" b="1" dirty="0"/>
              <a:t>SCENARIO </a:t>
            </a:r>
            <a:r>
              <a:rPr lang="fr-CA" b="1" dirty="0"/>
              <a:t>4</a:t>
            </a:r>
            <a:endParaRPr lang="fr-DZ" b="1" dirty="0"/>
          </a:p>
        </p:txBody>
      </p:sp>
    </p:spTree>
    <p:extLst>
      <p:ext uri="{BB962C8B-B14F-4D97-AF65-F5344CB8AC3E}">
        <p14:creationId xmlns:p14="http://schemas.microsoft.com/office/powerpoint/2010/main" val="954172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215FB4-9E67-6AFB-610E-E8A0EE1395BC}"/>
              </a:ext>
            </a:extLst>
          </p:cNvPr>
          <p:cNvSpPr>
            <a:spLocks noGrp="1"/>
          </p:cNvSpPr>
          <p:nvPr>
            <p:ph idx="1"/>
          </p:nvPr>
        </p:nvSpPr>
        <p:spPr>
          <a:xfrm>
            <a:off x="107576" y="1825625"/>
            <a:ext cx="11900648" cy="4351338"/>
          </a:xfrm>
        </p:spPr>
        <p:txBody>
          <a:bodyPr/>
          <a:lstStyle/>
          <a:p>
            <a:r>
              <a:rPr lang="en-US" b="1" dirty="0"/>
              <a:t>L(S)</a:t>
            </a:r>
            <a:r>
              <a:rPr lang="en-US" dirty="0"/>
              <a:t> represents the </a:t>
            </a:r>
            <a:r>
              <a:rPr lang="en-US" b="1" dirty="0"/>
              <a:t>set of possible executions</a:t>
            </a:r>
            <a:r>
              <a:rPr lang="en-US" dirty="0"/>
              <a:t> of a task system </a:t>
            </a:r>
            <a:r>
              <a:rPr lang="en-US" b="1" dirty="0"/>
              <a:t>S</a:t>
            </a:r>
            <a:r>
              <a:rPr lang="en-US" dirty="0"/>
              <a:t>. It describes the different ways tasks or processes can be scheduled and executed.</a:t>
            </a:r>
          </a:p>
          <a:p>
            <a:endParaRPr lang="en-US" i="1" dirty="0"/>
          </a:p>
          <a:p>
            <a:r>
              <a:rPr lang="en-US" dirty="0"/>
              <a:t>Two cases:</a:t>
            </a:r>
          </a:p>
          <a:p>
            <a:pPr marL="628650">
              <a:buFont typeface="Wingdings" panose="05000000000000000000" pitchFamily="2" charset="2"/>
              <a:buChar char="Ø"/>
              <a:tabLst>
                <a:tab pos="628650" algn="l"/>
              </a:tabLst>
            </a:pPr>
            <a:r>
              <a:rPr lang="en-US" b="1" dirty="0">
                <a:solidFill>
                  <a:srgbClr val="FF0000"/>
                </a:solidFill>
              </a:rPr>
              <a:t>Non-determinism: </a:t>
            </a:r>
            <a:r>
              <a:rPr lang="en-US" dirty="0"/>
              <a:t>The executions of </a:t>
            </a:r>
            <a:r>
              <a:rPr lang="en-US" b="1" dirty="0"/>
              <a:t>S</a:t>
            </a:r>
            <a:r>
              <a:rPr lang="en-US" dirty="0"/>
              <a:t> do </a:t>
            </a:r>
            <a:r>
              <a:rPr lang="en-US" b="1" dirty="0"/>
              <a:t>not always</a:t>
            </a:r>
            <a:r>
              <a:rPr lang="en-US" dirty="0"/>
              <a:t> lead to the same result</a:t>
            </a:r>
          </a:p>
          <a:p>
            <a:pPr marL="628650">
              <a:buFont typeface="Wingdings" panose="05000000000000000000" pitchFamily="2" charset="2"/>
              <a:buChar char="Ø"/>
              <a:tabLst>
                <a:tab pos="628650" algn="l"/>
              </a:tabLst>
            </a:pPr>
            <a:r>
              <a:rPr lang="en-US" b="1" dirty="0">
                <a:solidFill>
                  <a:srgbClr val="FF0000"/>
                </a:solidFill>
              </a:rPr>
              <a:t>Determinism: </a:t>
            </a:r>
            <a:r>
              <a:rPr lang="en-US" dirty="0"/>
              <a:t>All executions of </a:t>
            </a:r>
            <a:r>
              <a:rPr lang="en-US" b="1" dirty="0"/>
              <a:t>S</a:t>
            </a:r>
            <a:r>
              <a:rPr lang="en-US" dirty="0"/>
              <a:t> lead to the </a:t>
            </a:r>
            <a:r>
              <a:rPr lang="en-US" b="1" dirty="0"/>
              <a:t>same result</a:t>
            </a:r>
            <a:r>
              <a:rPr lang="en-US" dirty="0"/>
              <a:t>, regardless of scheduling</a:t>
            </a:r>
            <a:endParaRPr lang="fr-DZ" b="1" dirty="0">
              <a:solidFill>
                <a:srgbClr val="FF0000"/>
              </a:solidFill>
            </a:endParaRPr>
          </a:p>
        </p:txBody>
      </p:sp>
      <p:sp>
        <p:nvSpPr>
          <p:cNvPr id="4" name="Slide Number Placeholder 3">
            <a:extLst>
              <a:ext uri="{FF2B5EF4-FFF2-40B4-BE49-F238E27FC236}">
                <a16:creationId xmlns:a16="http://schemas.microsoft.com/office/drawing/2014/main" id="{B09C45C2-4DFC-BEC7-6BEF-82FF40C08092}"/>
              </a:ext>
            </a:extLst>
          </p:cNvPr>
          <p:cNvSpPr>
            <a:spLocks noGrp="1"/>
          </p:cNvSpPr>
          <p:nvPr>
            <p:ph type="sldNum" sz="quarter" idx="12"/>
          </p:nvPr>
        </p:nvSpPr>
        <p:spPr/>
        <p:txBody>
          <a:bodyPr/>
          <a:lstStyle/>
          <a:p>
            <a:fld id="{AE542B33-DB44-41E8-8F43-C86F545B5A10}" type="slidenum">
              <a:rPr lang="fr-DZ" smtClean="0"/>
              <a:t>46</a:t>
            </a:fld>
            <a:endParaRPr lang="fr-DZ"/>
          </a:p>
        </p:txBody>
      </p:sp>
      <p:sp>
        <p:nvSpPr>
          <p:cNvPr id="5" name="Title 1">
            <a:extLst>
              <a:ext uri="{FF2B5EF4-FFF2-40B4-BE49-F238E27FC236}">
                <a16:creationId xmlns:a16="http://schemas.microsoft.com/office/drawing/2014/main" id="{B5ED1D0C-9E5D-AA4B-6126-63901A4A4353}"/>
              </a:ext>
            </a:extLst>
          </p:cNvPr>
          <p:cNvSpPr>
            <a:spLocks noGrp="1"/>
          </p:cNvSpPr>
          <p:nvPr>
            <p:ph type="title"/>
          </p:nvPr>
        </p:nvSpPr>
        <p:spPr>
          <a:xfrm>
            <a:off x="838200" y="365125"/>
            <a:ext cx="10515600" cy="1325563"/>
          </a:xfrm>
        </p:spPr>
        <p:txBody>
          <a:bodyPr/>
          <a:lstStyle/>
          <a:p>
            <a:r>
              <a:rPr lang="en-US" b="1" dirty="0">
                <a:latin typeface="Arial" panose="020B0604020202020204" pitchFamily="34" charset="0"/>
                <a:cs typeface="Arial" panose="020B0604020202020204" pitchFamily="34" charset="0"/>
              </a:rPr>
              <a:t>Language of a task system </a:t>
            </a:r>
            <a:endParaRPr lang="fr-DZ"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37439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EA61C-A542-3505-2526-7FDCB3F02514}"/>
              </a:ext>
            </a:extLst>
          </p:cNvPr>
          <p:cNvSpPr>
            <a:spLocks noGrp="1"/>
          </p:cNvSpPr>
          <p:nvPr>
            <p:ph type="title"/>
          </p:nvPr>
        </p:nvSpPr>
        <p:spPr/>
        <p:txBody>
          <a:bodyPr/>
          <a:lstStyle/>
          <a:p>
            <a:r>
              <a:rPr lang="en-US" b="1" dirty="0">
                <a:solidFill>
                  <a:srgbClr val="FF0000"/>
                </a:solidFill>
              </a:rPr>
              <a:t>Determinism</a:t>
            </a:r>
            <a:endParaRPr lang="fr-DZ" b="1" dirty="0"/>
          </a:p>
        </p:txBody>
      </p:sp>
      <p:sp>
        <p:nvSpPr>
          <p:cNvPr id="3" name="Content Placeholder 2">
            <a:extLst>
              <a:ext uri="{FF2B5EF4-FFF2-40B4-BE49-F238E27FC236}">
                <a16:creationId xmlns:a16="http://schemas.microsoft.com/office/drawing/2014/main" id="{74C4F608-FEBD-189E-8E8D-C62C5DF9B062}"/>
              </a:ext>
            </a:extLst>
          </p:cNvPr>
          <p:cNvSpPr>
            <a:spLocks noGrp="1"/>
          </p:cNvSpPr>
          <p:nvPr>
            <p:ph idx="1"/>
          </p:nvPr>
        </p:nvSpPr>
        <p:spPr/>
        <p:txBody>
          <a:bodyPr/>
          <a:lstStyle/>
          <a:p>
            <a:r>
              <a:rPr lang="en-US" dirty="0"/>
              <a:t>A task system </a:t>
            </a:r>
            <a:r>
              <a:rPr lang="en-US" b="1" dirty="0"/>
              <a:t>S = (E, &lt;)</a:t>
            </a:r>
            <a:r>
              <a:rPr lang="en-US" dirty="0"/>
              <a:t> is said to be </a:t>
            </a:r>
            <a:r>
              <a:rPr lang="en-US" b="1" dirty="0"/>
              <a:t>determined</a:t>
            </a:r>
            <a:r>
              <a:rPr lang="en-US" dirty="0"/>
              <a:t> if and only if:</a:t>
            </a:r>
          </a:p>
          <a:p>
            <a:pPr marL="720725">
              <a:buFont typeface="Arial" panose="020B0604020202020204" pitchFamily="34" charset="0"/>
              <a:buChar char="•"/>
            </a:pPr>
            <a:r>
              <a:rPr lang="en-US" dirty="0"/>
              <a:t>All memory cells manipulated by </a:t>
            </a:r>
            <a:r>
              <a:rPr lang="en-US" b="1" dirty="0"/>
              <a:t>S</a:t>
            </a:r>
            <a:endParaRPr lang="en-US" dirty="0"/>
          </a:p>
          <a:p>
            <a:pPr marL="720725">
              <a:buFont typeface="Arial" panose="020B0604020202020204" pitchFamily="34" charset="0"/>
              <a:buChar char="•"/>
            </a:pPr>
            <a:r>
              <a:rPr lang="en-US" dirty="0"/>
              <a:t>Receive the same sequences of values</a:t>
            </a:r>
          </a:p>
          <a:p>
            <a:pPr marL="720725">
              <a:buFont typeface="Arial" panose="020B0604020202020204" pitchFamily="34" charset="0"/>
              <a:buChar char="•"/>
            </a:pPr>
            <a:r>
              <a:rPr lang="en-US" dirty="0"/>
              <a:t>For each behavior </a:t>
            </a:r>
            <a:r>
              <a:rPr lang="en-US" b="1" i="1" dirty="0"/>
              <a:t>w</a:t>
            </a:r>
            <a:r>
              <a:rPr lang="en-US" i="1" dirty="0"/>
              <a:t> </a:t>
            </a:r>
            <a:r>
              <a:rPr lang="en-US" dirty="0"/>
              <a:t>in </a:t>
            </a:r>
            <a:r>
              <a:rPr lang="en-US" b="1" dirty="0"/>
              <a:t>L(S)</a:t>
            </a:r>
            <a:endParaRPr lang="en-US" dirty="0"/>
          </a:p>
          <a:p>
            <a:r>
              <a:rPr lang="en-US" dirty="0"/>
              <a:t>For all behaviors of</a:t>
            </a:r>
            <a:r>
              <a:rPr lang="en-US" b="1" dirty="0"/>
              <a:t> S</a:t>
            </a:r>
          </a:p>
          <a:p>
            <a:pPr marL="712788"/>
            <a:r>
              <a:rPr lang="en-US" dirty="0"/>
              <a:t>The result of the system is always the same.</a:t>
            </a:r>
            <a:endParaRPr lang="fr-DZ" dirty="0"/>
          </a:p>
        </p:txBody>
      </p:sp>
      <p:sp>
        <p:nvSpPr>
          <p:cNvPr id="4" name="Slide Number Placeholder 3">
            <a:extLst>
              <a:ext uri="{FF2B5EF4-FFF2-40B4-BE49-F238E27FC236}">
                <a16:creationId xmlns:a16="http://schemas.microsoft.com/office/drawing/2014/main" id="{1CF3E040-1BA4-D1C4-BB02-8B70C1454AF7}"/>
              </a:ext>
            </a:extLst>
          </p:cNvPr>
          <p:cNvSpPr>
            <a:spLocks noGrp="1"/>
          </p:cNvSpPr>
          <p:nvPr>
            <p:ph type="sldNum" sz="quarter" idx="12"/>
          </p:nvPr>
        </p:nvSpPr>
        <p:spPr/>
        <p:txBody>
          <a:bodyPr/>
          <a:lstStyle/>
          <a:p>
            <a:fld id="{AE542B33-DB44-41E8-8F43-C86F545B5A10}" type="slidenum">
              <a:rPr lang="fr-DZ" smtClean="0"/>
              <a:t>47</a:t>
            </a:fld>
            <a:endParaRPr lang="fr-DZ"/>
          </a:p>
        </p:txBody>
      </p:sp>
    </p:spTree>
    <p:extLst>
      <p:ext uri="{BB962C8B-B14F-4D97-AF65-F5344CB8AC3E}">
        <p14:creationId xmlns:p14="http://schemas.microsoft.com/office/powerpoint/2010/main" val="1939726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BD131-BBCC-6A59-132D-14AE7796D25B}"/>
              </a:ext>
            </a:extLst>
          </p:cNvPr>
          <p:cNvSpPr>
            <a:spLocks noGrp="1"/>
          </p:cNvSpPr>
          <p:nvPr>
            <p:ph idx="1"/>
          </p:nvPr>
        </p:nvSpPr>
        <p:spPr/>
        <p:txBody>
          <a:bodyPr/>
          <a:lstStyle/>
          <a:p>
            <a:endParaRPr lang="fr-DZ" dirty="0"/>
          </a:p>
        </p:txBody>
      </p:sp>
      <p:sp>
        <p:nvSpPr>
          <p:cNvPr id="4" name="Slide Number Placeholder 3">
            <a:extLst>
              <a:ext uri="{FF2B5EF4-FFF2-40B4-BE49-F238E27FC236}">
                <a16:creationId xmlns:a16="http://schemas.microsoft.com/office/drawing/2014/main" id="{ABF87DAA-8621-0FA8-A84E-9D011D601321}"/>
              </a:ext>
            </a:extLst>
          </p:cNvPr>
          <p:cNvSpPr>
            <a:spLocks noGrp="1"/>
          </p:cNvSpPr>
          <p:nvPr>
            <p:ph type="sldNum" sz="quarter" idx="12"/>
          </p:nvPr>
        </p:nvSpPr>
        <p:spPr/>
        <p:txBody>
          <a:bodyPr/>
          <a:lstStyle/>
          <a:p>
            <a:fld id="{AE542B33-DB44-41E8-8F43-C86F545B5A10}" type="slidenum">
              <a:rPr lang="fr-DZ" smtClean="0"/>
              <a:t>48</a:t>
            </a:fld>
            <a:endParaRPr lang="fr-DZ"/>
          </a:p>
        </p:txBody>
      </p:sp>
      <p:pic>
        <p:nvPicPr>
          <p:cNvPr id="6" name="Picture 5">
            <a:extLst>
              <a:ext uri="{FF2B5EF4-FFF2-40B4-BE49-F238E27FC236}">
                <a16:creationId xmlns:a16="http://schemas.microsoft.com/office/drawing/2014/main" id="{6DB5B680-4723-503F-B383-B56DF7950BDF}"/>
              </a:ext>
            </a:extLst>
          </p:cNvPr>
          <p:cNvPicPr>
            <a:picLocks noChangeAspect="1"/>
          </p:cNvPicPr>
          <p:nvPr/>
        </p:nvPicPr>
        <p:blipFill>
          <a:blip r:embed="rId2"/>
          <a:stretch>
            <a:fillRect/>
          </a:stretch>
        </p:blipFill>
        <p:spPr>
          <a:xfrm>
            <a:off x="1198323" y="5247481"/>
            <a:ext cx="5848350" cy="504825"/>
          </a:xfrm>
          <a:prstGeom prst="rect">
            <a:avLst/>
          </a:prstGeom>
        </p:spPr>
      </p:pic>
      <p:pic>
        <p:nvPicPr>
          <p:cNvPr id="7" name="Picture 6">
            <a:extLst>
              <a:ext uri="{FF2B5EF4-FFF2-40B4-BE49-F238E27FC236}">
                <a16:creationId xmlns:a16="http://schemas.microsoft.com/office/drawing/2014/main" id="{3569F059-9934-CC7A-FDC6-6AF72331D276}"/>
              </a:ext>
            </a:extLst>
          </p:cNvPr>
          <p:cNvPicPr>
            <a:picLocks noChangeAspect="1"/>
          </p:cNvPicPr>
          <p:nvPr/>
        </p:nvPicPr>
        <p:blipFill>
          <a:blip r:embed="rId3"/>
          <a:stretch>
            <a:fillRect/>
          </a:stretch>
        </p:blipFill>
        <p:spPr>
          <a:xfrm>
            <a:off x="3280709" y="1593017"/>
            <a:ext cx="4910842" cy="3312154"/>
          </a:xfrm>
          <a:prstGeom prst="rect">
            <a:avLst/>
          </a:prstGeom>
        </p:spPr>
      </p:pic>
      <p:sp>
        <p:nvSpPr>
          <p:cNvPr id="8" name="Title 1">
            <a:extLst>
              <a:ext uri="{FF2B5EF4-FFF2-40B4-BE49-F238E27FC236}">
                <a16:creationId xmlns:a16="http://schemas.microsoft.com/office/drawing/2014/main" id="{03186E28-7692-E6D6-89AE-9ADBE4078927}"/>
              </a:ext>
            </a:extLst>
          </p:cNvPr>
          <p:cNvSpPr txBox="1">
            <a:spLocks/>
          </p:cNvSpPr>
          <p:nvPr/>
        </p:nvSpPr>
        <p:spPr>
          <a:xfrm>
            <a:off x="897379"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cs typeface="Arial" panose="020B0604020202020204" pitchFamily="34" charset="0"/>
              </a:rPr>
              <a:t>Example :  </a:t>
            </a:r>
            <a:endParaRPr lang="fr-DZ" dirty="0"/>
          </a:p>
        </p:txBody>
      </p:sp>
      <p:pic>
        <p:nvPicPr>
          <p:cNvPr id="10" name="Picture 9">
            <a:extLst>
              <a:ext uri="{FF2B5EF4-FFF2-40B4-BE49-F238E27FC236}">
                <a16:creationId xmlns:a16="http://schemas.microsoft.com/office/drawing/2014/main" id="{6D4037E6-23BA-EE31-D470-4DFED0138590}"/>
              </a:ext>
            </a:extLst>
          </p:cNvPr>
          <p:cNvPicPr>
            <a:picLocks noChangeAspect="1"/>
          </p:cNvPicPr>
          <p:nvPr/>
        </p:nvPicPr>
        <p:blipFill>
          <a:blip r:embed="rId4"/>
          <a:stretch>
            <a:fillRect/>
          </a:stretch>
        </p:blipFill>
        <p:spPr>
          <a:xfrm>
            <a:off x="1198323" y="5837441"/>
            <a:ext cx="5953125" cy="514350"/>
          </a:xfrm>
          <a:prstGeom prst="rect">
            <a:avLst/>
          </a:prstGeom>
        </p:spPr>
      </p:pic>
      <p:sp>
        <p:nvSpPr>
          <p:cNvPr id="11" name="Explosion: 8 Points 10">
            <a:extLst>
              <a:ext uri="{FF2B5EF4-FFF2-40B4-BE49-F238E27FC236}">
                <a16:creationId xmlns:a16="http://schemas.microsoft.com/office/drawing/2014/main" id="{2F4C854E-1E5B-4AF2-ABA7-742485C84C82}"/>
              </a:ext>
            </a:extLst>
          </p:cNvPr>
          <p:cNvSpPr/>
          <p:nvPr/>
        </p:nvSpPr>
        <p:spPr>
          <a:xfrm>
            <a:off x="8511309" y="2907204"/>
            <a:ext cx="3177309" cy="257700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Non-determinism</a:t>
            </a:r>
            <a:endParaRPr lang="fr-DZ"/>
          </a:p>
        </p:txBody>
      </p:sp>
      <p:sp>
        <p:nvSpPr>
          <p:cNvPr id="12" name="TextBox 11">
            <a:extLst>
              <a:ext uri="{FF2B5EF4-FFF2-40B4-BE49-F238E27FC236}">
                <a16:creationId xmlns:a16="http://schemas.microsoft.com/office/drawing/2014/main" id="{B9121A0A-DE00-D97A-9C38-BE476418CD54}"/>
              </a:ext>
            </a:extLst>
          </p:cNvPr>
          <p:cNvSpPr txBox="1"/>
          <p:nvPr/>
        </p:nvSpPr>
        <p:spPr>
          <a:xfrm>
            <a:off x="9217891" y="4001294"/>
            <a:ext cx="2040031" cy="369332"/>
          </a:xfrm>
          <a:prstGeom prst="rect">
            <a:avLst/>
          </a:prstGeom>
          <a:noFill/>
        </p:spPr>
        <p:txBody>
          <a:bodyPr wrap="square" rtlCol="0">
            <a:spAutoFit/>
          </a:bodyPr>
          <a:lstStyle/>
          <a:p>
            <a:r>
              <a:rPr lang="en-US" b="1" dirty="0"/>
              <a:t>Non-determinism</a:t>
            </a:r>
            <a:endParaRPr lang="fr-DZ" dirty="0"/>
          </a:p>
        </p:txBody>
      </p:sp>
    </p:spTree>
    <p:extLst>
      <p:ext uri="{BB962C8B-B14F-4D97-AF65-F5344CB8AC3E}">
        <p14:creationId xmlns:p14="http://schemas.microsoft.com/office/powerpoint/2010/main" val="371324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arn(inVertical)">
                                      <p:cBhvr>
                                        <p:cTn id="19" dur="500"/>
                                        <p:tgtEl>
                                          <p:spTgt spid="1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5DE37-6B0F-C350-21B5-53E9A6D26D23}"/>
              </a:ext>
            </a:extLst>
          </p:cNvPr>
          <p:cNvSpPr>
            <a:spLocks noGrp="1"/>
          </p:cNvSpPr>
          <p:nvPr>
            <p:ph type="title"/>
          </p:nvPr>
        </p:nvSpPr>
        <p:spPr>
          <a:xfrm>
            <a:off x="838200" y="295899"/>
            <a:ext cx="10515600" cy="1325563"/>
          </a:xfrm>
        </p:spPr>
        <p:txBody>
          <a:bodyPr/>
          <a:lstStyle/>
          <a:p>
            <a:r>
              <a:rPr lang="fr-FR" b="1" dirty="0">
                <a:latin typeface="Arial" panose="020B0604020202020204" pitchFamily="34" charset="0"/>
                <a:cs typeface="Arial" panose="020B0604020202020204" pitchFamily="34" charset="0"/>
              </a:rPr>
              <a:t>Example :  </a:t>
            </a:r>
            <a:endParaRPr lang="fr-DZ" dirty="0"/>
          </a:p>
        </p:txBody>
      </p:sp>
      <p:pic>
        <p:nvPicPr>
          <p:cNvPr id="10" name="Content Placeholder 9">
            <a:extLst>
              <a:ext uri="{FF2B5EF4-FFF2-40B4-BE49-F238E27FC236}">
                <a16:creationId xmlns:a16="http://schemas.microsoft.com/office/drawing/2014/main" id="{640989DE-C490-6EA4-365B-6747EC1C0814}"/>
              </a:ext>
            </a:extLst>
          </p:cNvPr>
          <p:cNvPicPr>
            <a:picLocks noGrp="1" noChangeAspect="1"/>
          </p:cNvPicPr>
          <p:nvPr>
            <p:ph idx="1"/>
          </p:nvPr>
        </p:nvPicPr>
        <p:blipFill>
          <a:blip r:embed="rId2"/>
          <a:stretch>
            <a:fillRect/>
          </a:stretch>
        </p:blipFill>
        <p:spPr>
          <a:xfrm>
            <a:off x="1224828" y="5024340"/>
            <a:ext cx="2228850" cy="666750"/>
          </a:xfrm>
        </p:spPr>
      </p:pic>
      <p:sp>
        <p:nvSpPr>
          <p:cNvPr id="4" name="Slide Number Placeholder 3">
            <a:extLst>
              <a:ext uri="{FF2B5EF4-FFF2-40B4-BE49-F238E27FC236}">
                <a16:creationId xmlns:a16="http://schemas.microsoft.com/office/drawing/2014/main" id="{AD973F1B-54A9-AB0B-D9CD-3256F8857B6D}"/>
              </a:ext>
            </a:extLst>
          </p:cNvPr>
          <p:cNvSpPr>
            <a:spLocks noGrp="1"/>
          </p:cNvSpPr>
          <p:nvPr>
            <p:ph type="sldNum" sz="quarter" idx="12"/>
          </p:nvPr>
        </p:nvSpPr>
        <p:spPr/>
        <p:txBody>
          <a:bodyPr/>
          <a:lstStyle/>
          <a:p>
            <a:fld id="{AE542B33-DB44-41E8-8F43-C86F545B5A10}" type="slidenum">
              <a:rPr lang="fr-DZ" smtClean="0"/>
              <a:t>49</a:t>
            </a:fld>
            <a:endParaRPr lang="fr-DZ"/>
          </a:p>
        </p:txBody>
      </p:sp>
      <p:pic>
        <p:nvPicPr>
          <p:cNvPr id="12" name="Picture 11">
            <a:extLst>
              <a:ext uri="{FF2B5EF4-FFF2-40B4-BE49-F238E27FC236}">
                <a16:creationId xmlns:a16="http://schemas.microsoft.com/office/drawing/2014/main" id="{0093AC37-E7DB-750E-2C25-DF45DA5B562C}"/>
              </a:ext>
            </a:extLst>
          </p:cNvPr>
          <p:cNvPicPr>
            <a:picLocks noChangeAspect="1"/>
          </p:cNvPicPr>
          <p:nvPr/>
        </p:nvPicPr>
        <p:blipFill>
          <a:blip r:embed="rId3"/>
          <a:stretch>
            <a:fillRect/>
          </a:stretch>
        </p:blipFill>
        <p:spPr>
          <a:xfrm>
            <a:off x="1336385" y="5760316"/>
            <a:ext cx="2181225" cy="542925"/>
          </a:xfrm>
          <a:prstGeom prst="rect">
            <a:avLst/>
          </a:prstGeom>
        </p:spPr>
      </p:pic>
      <p:sp>
        <p:nvSpPr>
          <p:cNvPr id="13" name="Explosion: 8 Points 12">
            <a:extLst>
              <a:ext uri="{FF2B5EF4-FFF2-40B4-BE49-F238E27FC236}">
                <a16:creationId xmlns:a16="http://schemas.microsoft.com/office/drawing/2014/main" id="{6DC9E2B5-2392-0751-D3D5-02A29CAFB282}"/>
              </a:ext>
            </a:extLst>
          </p:cNvPr>
          <p:cNvSpPr/>
          <p:nvPr/>
        </p:nvSpPr>
        <p:spPr>
          <a:xfrm>
            <a:off x="8511309" y="2907204"/>
            <a:ext cx="3177309" cy="257700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Determinism </a:t>
            </a:r>
            <a:r>
              <a:rPr lang="en-US" b="1" dirty="0">
                <a:solidFill>
                  <a:srgbClr val="FF0000"/>
                </a:solidFill>
              </a:rPr>
              <a:t>m</a:t>
            </a:r>
            <a:endParaRPr lang="fr-DZ" dirty="0"/>
          </a:p>
        </p:txBody>
      </p:sp>
      <p:pic>
        <p:nvPicPr>
          <p:cNvPr id="15" name="Picture 14">
            <a:extLst>
              <a:ext uri="{FF2B5EF4-FFF2-40B4-BE49-F238E27FC236}">
                <a16:creationId xmlns:a16="http://schemas.microsoft.com/office/drawing/2014/main" id="{408FA55A-DE3D-AA69-D396-2D743EFACA0B}"/>
              </a:ext>
            </a:extLst>
          </p:cNvPr>
          <p:cNvPicPr>
            <a:picLocks noChangeAspect="1"/>
          </p:cNvPicPr>
          <p:nvPr/>
        </p:nvPicPr>
        <p:blipFill>
          <a:blip r:embed="rId4"/>
          <a:stretch>
            <a:fillRect/>
          </a:stretch>
        </p:blipFill>
        <p:spPr>
          <a:xfrm>
            <a:off x="3307929" y="1621462"/>
            <a:ext cx="4536475" cy="3222169"/>
          </a:xfrm>
          <a:prstGeom prst="rect">
            <a:avLst/>
          </a:prstGeom>
        </p:spPr>
      </p:pic>
    </p:spTree>
    <p:extLst>
      <p:ext uri="{BB962C8B-B14F-4D97-AF65-F5344CB8AC3E}">
        <p14:creationId xmlns:p14="http://schemas.microsoft.com/office/powerpoint/2010/main" val="13712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45E6C5-141B-6BA6-9C29-5278B3F013FB}"/>
              </a:ext>
            </a:extLst>
          </p:cNvPr>
          <p:cNvSpPr>
            <a:spLocks noGrp="1"/>
          </p:cNvSpPr>
          <p:nvPr>
            <p:ph type="title"/>
          </p:nvPr>
        </p:nvSpPr>
        <p:spPr>
          <a:xfrm>
            <a:off x="643278" y="804581"/>
            <a:ext cx="8502306" cy="1481328"/>
          </a:xfrm>
        </p:spPr>
        <p:txBody>
          <a:bodyPr anchor="b">
            <a:normAutofit fontScale="90000"/>
          </a:bodyPr>
          <a:lstStyle/>
          <a:p>
            <a:br>
              <a:rPr lang="en-US" sz="3700" dirty="0">
                <a:latin typeface="Arial" panose="020B0604020202020204" pitchFamily="34" charset="0"/>
                <a:cs typeface="Arial" panose="020B0604020202020204" pitchFamily="34" charset="0"/>
              </a:rPr>
            </a:br>
            <a:br>
              <a:rPr lang="en-US" sz="3700" dirty="0">
                <a:latin typeface="Arial" panose="020B0604020202020204" pitchFamily="34" charset="0"/>
                <a:cs typeface="Arial" panose="020B0604020202020204" pitchFamily="34" charset="0"/>
              </a:rPr>
            </a:br>
            <a:br>
              <a:rPr lang="en-US" sz="3700" dirty="0">
                <a:latin typeface="Arial" panose="020B0604020202020204" pitchFamily="34" charset="0"/>
                <a:cs typeface="Arial" panose="020B0604020202020204" pitchFamily="34" charset="0"/>
              </a:rPr>
            </a:br>
            <a:br>
              <a:rPr lang="en-US" sz="3700" dirty="0">
                <a:latin typeface="Arial" panose="020B0604020202020204" pitchFamily="34" charset="0"/>
                <a:cs typeface="Arial" panose="020B0604020202020204" pitchFamily="34" charset="0"/>
              </a:rPr>
            </a:br>
            <a:br>
              <a:rPr lang="en-US" sz="3700" dirty="0">
                <a:latin typeface="Arial" panose="020B0604020202020204" pitchFamily="34" charset="0"/>
                <a:cs typeface="Arial" panose="020B0604020202020204" pitchFamily="34" charset="0"/>
              </a:rPr>
            </a:b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A TASK MANIPULATES A SET OF VARIABLES IN </a:t>
            </a:r>
            <a:r>
              <a:rPr lang="en-US" sz="3700" b="1" dirty="0">
                <a:latin typeface="Arial" panose="020B0604020202020204" pitchFamily="34" charset="0"/>
                <a:cs typeface="Arial" panose="020B0604020202020204" pitchFamily="34" charset="0"/>
              </a:rPr>
              <a:t>READING </a:t>
            </a:r>
            <a:r>
              <a:rPr lang="en-US" sz="3700" dirty="0">
                <a:latin typeface="Arial" panose="020B0604020202020204" pitchFamily="34" charset="0"/>
                <a:cs typeface="Arial" panose="020B0604020202020204" pitchFamily="34" charset="0"/>
              </a:rPr>
              <a:t>AND </a:t>
            </a:r>
            <a:r>
              <a:rPr lang="en-US" sz="3700" b="1" dirty="0">
                <a:latin typeface="Arial" panose="020B0604020202020204" pitchFamily="34" charset="0"/>
                <a:cs typeface="Arial" panose="020B0604020202020204" pitchFamily="34" charset="0"/>
              </a:rPr>
              <a:t>WRITING</a:t>
            </a:r>
            <a:endParaRPr lang="fr-DZ" sz="5400" dirty="0"/>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artoon character with a face&#10;&#10;Description automatically generated with medium confidence">
            <a:extLst>
              <a:ext uri="{FF2B5EF4-FFF2-40B4-BE49-F238E27FC236}">
                <a16:creationId xmlns:a16="http://schemas.microsoft.com/office/drawing/2014/main" id="{45CD9247-3C78-9504-D981-91E980D84F93}"/>
              </a:ext>
            </a:extLst>
          </p:cNvPr>
          <p:cNvPicPr>
            <a:picLocks noChangeAspect="1"/>
          </p:cNvPicPr>
          <p:nvPr/>
        </p:nvPicPr>
        <p:blipFill>
          <a:blip r:embed="rId2"/>
          <a:stretch>
            <a:fillRect/>
          </a:stretch>
        </p:blipFill>
        <p:spPr>
          <a:xfrm>
            <a:off x="3151632" y="2731205"/>
            <a:ext cx="5458968" cy="2936999"/>
          </a:xfrm>
          <a:prstGeom prst="rect">
            <a:avLst/>
          </a:prstGeom>
        </p:spPr>
      </p:pic>
      <p:sp>
        <p:nvSpPr>
          <p:cNvPr id="4" name="Slide Number Placeholder 3">
            <a:extLst>
              <a:ext uri="{FF2B5EF4-FFF2-40B4-BE49-F238E27FC236}">
                <a16:creationId xmlns:a16="http://schemas.microsoft.com/office/drawing/2014/main" id="{29AEE793-64A5-BC21-33F7-F29EE2C57A1F}"/>
              </a:ext>
            </a:extLst>
          </p:cNvPr>
          <p:cNvSpPr>
            <a:spLocks noGrp="1"/>
          </p:cNvSpPr>
          <p:nvPr>
            <p:ph type="sldNum" sz="quarter" idx="12"/>
          </p:nvPr>
        </p:nvSpPr>
        <p:spPr>
          <a:xfrm>
            <a:off x="8610600" y="6356350"/>
            <a:ext cx="2743200" cy="365125"/>
          </a:xfrm>
        </p:spPr>
        <p:txBody>
          <a:bodyPr>
            <a:normAutofit/>
          </a:bodyPr>
          <a:lstStyle/>
          <a:p>
            <a:pPr>
              <a:spcAft>
                <a:spcPts val="600"/>
              </a:spcAft>
            </a:pPr>
            <a:fld id="{AE542B33-DB44-41E8-8F43-C86F545B5A10}" type="slidenum">
              <a:rPr lang="fr-DZ" smtClean="0"/>
              <a:pPr>
                <a:spcAft>
                  <a:spcPts val="600"/>
                </a:spcAft>
              </a:pPr>
              <a:t>50</a:t>
            </a:fld>
            <a:endParaRPr lang="fr-DZ"/>
          </a:p>
        </p:txBody>
      </p:sp>
    </p:spTree>
    <p:extLst>
      <p:ext uri="{BB962C8B-B14F-4D97-AF65-F5344CB8AC3E}">
        <p14:creationId xmlns:p14="http://schemas.microsoft.com/office/powerpoint/2010/main" val="494460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401BCC-C618-F4FC-42FF-8E47075443EC}"/>
              </a:ext>
            </a:extLst>
          </p:cNvPr>
          <p:cNvSpPr>
            <a:spLocks noGrp="1"/>
          </p:cNvSpPr>
          <p:nvPr>
            <p:ph type="sldNum" sz="quarter" idx="12"/>
          </p:nvPr>
        </p:nvSpPr>
        <p:spPr/>
        <p:txBody>
          <a:bodyPr/>
          <a:lstStyle/>
          <a:p>
            <a:fld id="{AE542B33-DB44-41E8-8F43-C86F545B5A10}" type="slidenum">
              <a:rPr lang="fr-DZ" smtClean="0"/>
              <a:t>51</a:t>
            </a:fld>
            <a:endParaRPr lang="fr-DZ"/>
          </a:p>
        </p:txBody>
      </p:sp>
      <p:pic>
        <p:nvPicPr>
          <p:cNvPr id="6" name="Picture 5">
            <a:extLst>
              <a:ext uri="{FF2B5EF4-FFF2-40B4-BE49-F238E27FC236}">
                <a16:creationId xmlns:a16="http://schemas.microsoft.com/office/drawing/2014/main" id="{4E76BEE1-EF06-D262-9FA7-EFF019C065C8}"/>
              </a:ext>
            </a:extLst>
          </p:cNvPr>
          <p:cNvPicPr>
            <a:picLocks noChangeAspect="1"/>
          </p:cNvPicPr>
          <p:nvPr/>
        </p:nvPicPr>
        <p:blipFill>
          <a:blip r:embed="rId2"/>
          <a:stretch>
            <a:fillRect/>
          </a:stretch>
        </p:blipFill>
        <p:spPr>
          <a:xfrm>
            <a:off x="3732119" y="2098132"/>
            <a:ext cx="3867150" cy="962025"/>
          </a:xfrm>
          <a:prstGeom prst="rect">
            <a:avLst/>
          </a:prstGeom>
        </p:spPr>
      </p:pic>
      <p:pic>
        <p:nvPicPr>
          <p:cNvPr id="8" name="Picture 7">
            <a:extLst>
              <a:ext uri="{FF2B5EF4-FFF2-40B4-BE49-F238E27FC236}">
                <a16:creationId xmlns:a16="http://schemas.microsoft.com/office/drawing/2014/main" id="{05446250-35A6-9F94-C19D-D61D9DB22D31}"/>
              </a:ext>
            </a:extLst>
          </p:cNvPr>
          <p:cNvPicPr>
            <a:picLocks noChangeAspect="1"/>
          </p:cNvPicPr>
          <p:nvPr/>
        </p:nvPicPr>
        <p:blipFill>
          <a:blip r:embed="rId3"/>
          <a:stretch>
            <a:fillRect/>
          </a:stretch>
        </p:blipFill>
        <p:spPr>
          <a:xfrm>
            <a:off x="4529530" y="3060157"/>
            <a:ext cx="2724150" cy="1695450"/>
          </a:xfrm>
          <a:prstGeom prst="rect">
            <a:avLst/>
          </a:prstGeom>
        </p:spPr>
      </p:pic>
      <p:pic>
        <p:nvPicPr>
          <p:cNvPr id="10" name="Picture 9">
            <a:extLst>
              <a:ext uri="{FF2B5EF4-FFF2-40B4-BE49-F238E27FC236}">
                <a16:creationId xmlns:a16="http://schemas.microsoft.com/office/drawing/2014/main" id="{847D957E-F91D-D9A0-CD90-8A9C820C80D8}"/>
              </a:ext>
            </a:extLst>
          </p:cNvPr>
          <p:cNvPicPr>
            <a:picLocks noChangeAspect="1"/>
          </p:cNvPicPr>
          <p:nvPr/>
        </p:nvPicPr>
        <p:blipFill>
          <a:blip r:embed="rId4"/>
          <a:stretch>
            <a:fillRect/>
          </a:stretch>
        </p:blipFill>
        <p:spPr>
          <a:xfrm>
            <a:off x="6450387" y="4789376"/>
            <a:ext cx="904875" cy="361950"/>
          </a:xfrm>
          <a:prstGeom prst="rect">
            <a:avLst/>
          </a:prstGeom>
        </p:spPr>
      </p:pic>
      <p:pic>
        <p:nvPicPr>
          <p:cNvPr id="12" name="Picture 11">
            <a:extLst>
              <a:ext uri="{FF2B5EF4-FFF2-40B4-BE49-F238E27FC236}">
                <a16:creationId xmlns:a16="http://schemas.microsoft.com/office/drawing/2014/main" id="{DBBAF0A5-072D-D591-8538-54A5128B96EE}"/>
              </a:ext>
            </a:extLst>
          </p:cNvPr>
          <p:cNvPicPr>
            <a:picLocks noChangeAspect="1"/>
          </p:cNvPicPr>
          <p:nvPr/>
        </p:nvPicPr>
        <p:blipFill>
          <a:blip r:embed="rId5"/>
          <a:stretch>
            <a:fillRect/>
          </a:stretch>
        </p:blipFill>
        <p:spPr>
          <a:xfrm>
            <a:off x="4255715" y="4822267"/>
            <a:ext cx="1485900" cy="342900"/>
          </a:xfrm>
          <a:prstGeom prst="rect">
            <a:avLst/>
          </a:prstGeom>
        </p:spPr>
      </p:pic>
      <p:sp>
        <p:nvSpPr>
          <p:cNvPr id="13" name="Title 1">
            <a:extLst>
              <a:ext uri="{FF2B5EF4-FFF2-40B4-BE49-F238E27FC236}">
                <a16:creationId xmlns:a16="http://schemas.microsoft.com/office/drawing/2014/main" id="{0B6D7FD4-9216-3F92-7AE6-A44C0E1C2E8E}"/>
              </a:ext>
            </a:extLst>
          </p:cNvPr>
          <p:cNvSpPr>
            <a:spLocks noGrp="1"/>
          </p:cNvSpPr>
          <p:nvPr>
            <p:ph type="title"/>
          </p:nvPr>
        </p:nvSpPr>
        <p:spPr>
          <a:xfrm>
            <a:off x="838200" y="365125"/>
            <a:ext cx="10515600" cy="1325563"/>
          </a:xfrm>
        </p:spPr>
        <p:txBody>
          <a:bodyPr/>
          <a:lstStyle/>
          <a:p>
            <a:r>
              <a:rPr lang="fr-FR" b="1" dirty="0">
                <a:latin typeface="Arial" panose="020B0604020202020204" pitchFamily="34" charset="0"/>
                <a:cs typeface="Arial" panose="020B0604020202020204" pitchFamily="34" charset="0"/>
              </a:rPr>
              <a:t>Example :  </a:t>
            </a:r>
            <a:endParaRPr lang="fr-DZ" dirty="0"/>
          </a:p>
        </p:txBody>
      </p:sp>
      <p:sp>
        <p:nvSpPr>
          <p:cNvPr id="2" name="Oval 1">
            <a:extLst>
              <a:ext uri="{FF2B5EF4-FFF2-40B4-BE49-F238E27FC236}">
                <a16:creationId xmlns:a16="http://schemas.microsoft.com/office/drawing/2014/main" id="{D173A416-CACB-42C2-BCEB-27E29D2BCB89}"/>
              </a:ext>
            </a:extLst>
          </p:cNvPr>
          <p:cNvSpPr/>
          <p:nvPr/>
        </p:nvSpPr>
        <p:spPr>
          <a:xfrm>
            <a:off x="5191125" y="365125"/>
            <a:ext cx="1259262" cy="10064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Box 2">
            <a:extLst>
              <a:ext uri="{FF2B5EF4-FFF2-40B4-BE49-F238E27FC236}">
                <a16:creationId xmlns:a16="http://schemas.microsoft.com/office/drawing/2014/main" id="{BD244740-EC8C-4E45-A968-795272299C1A}"/>
              </a:ext>
            </a:extLst>
          </p:cNvPr>
          <p:cNvSpPr txBox="1"/>
          <p:nvPr/>
        </p:nvSpPr>
        <p:spPr>
          <a:xfrm>
            <a:off x="6560683" y="686418"/>
            <a:ext cx="979755" cy="369332"/>
          </a:xfrm>
          <a:prstGeom prst="rect">
            <a:avLst/>
          </a:prstGeom>
          <a:noFill/>
        </p:spPr>
        <p:txBody>
          <a:bodyPr wrap="none" rtlCol="0">
            <a:spAutoFit/>
          </a:bodyPr>
          <a:lstStyle/>
          <a:p>
            <a:r>
              <a:rPr lang="en-GB" dirty="0"/>
              <a:t>Y := </a:t>
            </a:r>
            <a:r>
              <a:rPr lang="en-GB" dirty="0" err="1"/>
              <a:t>x+m</a:t>
            </a:r>
            <a:endParaRPr lang="fr-FR" dirty="0"/>
          </a:p>
        </p:txBody>
      </p:sp>
      <p:sp>
        <p:nvSpPr>
          <p:cNvPr id="11" name="TextBox 10">
            <a:extLst>
              <a:ext uri="{FF2B5EF4-FFF2-40B4-BE49-F238E27FC236}">
                <a16:creationId xmlns:a16="http://schemas.microsoft.com/office/drawing/2014/main" id="{E039587D-1CE1-4550-9857-1A6B7C19293D}"/>
              </a:ext>
            </a:extLst>
          </p:cNvPr>
          <p:cNvSpPr txBox="1"/>
          <p:nvPr/>
        </p:nvSpPr>
        <p:spPr>
          <a:xfrm>
            <a:off x="9265782" y="222031"/>
            <a:ext cx="1878015" cy="646331"/>
          </a:xfrm>
          <a:prstGeom prst="rect">
            <a:avLst/>
          </a:prstGeom>
          <a:noFill/>
        </p:spPr>
        <p:txBody>
          <a:bodyPr wrap="none" rtlCol="0">
            <a:spAutoFit/>
          </a:bodyPr>
          <a:lstStyle/>
          <a:p>
            <a:r>
              <a:rPr lang="en-GB" dirty="0"/>
              <a:t>Reading variables </a:t>
            </a:r>
            <a:br>
              <a:rPr lang="en-GB" dirty="0"/>
            </a:br>
            <a:r>
              <a:rPr lang="en-GB" dirty="0" err="1"/>
              <a:t>x,m</a:t>
            </a:r>
            <a:endParaRPr lang="fr-FR" dirty="0"/>
          </a:p>
        </p:txBody>
      </p:sp>
      <p:sp>
        <p:nvSpPr>
          <p:cNvPr id="14" name="TextBox 13">
            <a:extLst>
              <a:ext uri="{FF2B5EF4-FFF2-40B4-BE49-F238E27FC236}">
                <a16:creationId xmlns:a16="http://schemas.microsoft.com/office/drawing/2014/main" id="{DA9B899B-E192-44A6-9895-B5FCC0F2C9D6}"/>
              </a:ext>
            </a:extLst>
          </p:cNvPr>
          <p:cNvSpPr txBox="1"/>
          <p:nvPr/>
        </p:nvSpPr>
        <p:spPr>
          <a:xfrm>
            <a:off x="9332458" y="956359"/>
            <a:ext cx="1784271" cy="646331"/>
          </a:xfrm>
          <a:prstGeom prst="rect">
            <a:avLst/>
          </a:prstGeom>
          <a:noFill/>
        </p:spPr>
        <p:txBody>
          <a:bodyPr wrap="none" rtlCol="0">
            <a:spAutoFit/>
          </a:bodyPr>
          <a:lstStyle/>
          <a:p>
            <a:r>
              <a:rPr lang="en-GB" dirty="0"/>
              <a:t>writing variables </a:t>
            </a:r>
            <a:br>
              <a:rPr lang="en-GB" dirty="0"/>
            </a:br>
            <a:r>
              <a:rPr lang="en-GB" dirty="0"/>
              <a:t>y</a:t>
            </a:r>
            <a:endParaRPr lang="fr-FR" dirty="0"/>
          </a:p>
        </p:txBody>
      </p:sp>
      <p:sp>
        <p:nvSpPr>
          <p:cNvPr id="15" name="TextBox 14">
            <a:extLst>
              <a:ext uri="{FF2B5EF4-FFF2-40B4-BE49-F238E27FC236}">
                <a16:creationId xmlns:a16="http://schemas.microsoft.com/office/drawing/2014/main" id="{A8625549-5599-4E22-935D-FAE7554DB848}"/>
              </a:ext>
            </a:extLst>
          </p:cNvPr>
          <p:cNvSpPr txBox="1"/>
          <p:nvPr/>
        </p:nvSpPr>
        <p:spPr>
          <a:xfrm>
            <a:off x="9084807" y="2413826"/>
            <a:ext cx="1878015" cy="646331"/>
          </a:xfrm>
          <a:prstGeom prst="rect">
            <a:avLst/>
          </a:prstGeom>
          <a:noFill/>
        </p:spPr>
        <p:txBody>
          <a:bodyPr wrap="none" rtlCol="0">
            <a:spAutoFit/>
          </a:bodyPr>
          <a:lstStyle/>
          <a:p>
            <a:r>
              <a:rPr lang="en-GB" dirty="0"/>
              <a:t>Reading variables </a:t>
            </a:r>
            <a:br>
              <a:rPr lang="en-GB" dirty="0"/>
            </a:br>
            <a:r>
              <a:rPr lang="en-GB" dirty="0" err="1"/>
              <a:t>x,y</a:t>
            </a:r>
            <a:endParaRPr lang="fr-FR" dirty="0"/>
          </a:p>
        </p:txBody>
      </p:sp>
      <p:sp>
        <p:nvSpPr>
          <p:cNvPr id="16" name="TextBox 15">
            <a:extLst>
              <a:ext uri="{FF2B5EF4-FFF2-40B4-BE49-F238E27FC236}">
                <a16:creationId xmlns:a16="http://schemas.microsoft.com/office/drawing/2014/main" id="{7E246557-F2ED-427A-893F-E35210F08D91}"/>
              </a:ext>
            </a:extLst>
          </p:cNvPr>
          <p:cNvSpPr txBox="1"/>
          <p:nvPr/>
        </p:nvSpPr>
        <p:spPr>
          <a:xfrm>
            <a:off x="9151483" y="3148154"/>
            <a:ext cx="1784271" cy="646331"/>
          </a:xfrm>
          <a:prstGeom prst="rect">
            <a:avLst/>
          </a:prstGeom>
          <a:noFill/>
        </p:spPr>
        <p:txBody>
          <a:bodyPr wrap="none" rtlCol="0">
            <a:spAutoFit/>
          </a:bodyPr>
          <a:lstStyle/>
          <a:p>
            <a:r>
              <a:rPr lang="en-GB" dirty="0"/>
              <a:t>writing variables </a:t>
            </a:r>
            <a:br>
              <a:rPr lang="en-GB" dirty="0"/>
            </a:br>
            <a:r>
              <a:rPr lang="en-GB" dirty="0"/>
              <a:t>z</a:t>
            </a:r>
            <a:endParaRPr lang="fr-FR" dirty="0"/>
          </a:p>
        </p:txBody>
      </p:sp>
    </p:spTree>
    <p:extLst>
      <p:ext uri="{BB962C8B-B14F-4D97-AF65-F5344CB8AC3E}">
        <p14:creationId xmlns:p14="http://schemas.microsoft.com/office/powerpoint/2010/main" val="17353991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7D67A-B416-E981-FCF0-613EAD8159B4}"/>
              </a:ext>
            </a:extLst>
          </p:cNvPr>
          <p:cNvSpPr>
            <a:spLocks noGrp="1"/>
          </p:cNvSpPr>
          <p:nvPr>
            <p:ph idx="1"/>
          </p:nvPr>
        </p:nvSpPr>
        <p:spPr>
          <a:xfrm>
            <a:off x="838200" y="1352288"/>
            <a:ext cx="10515600" cy="4351338"/>
          </a:xfrm>
        </p:spPr>
        <p:txBody>
          <a:bodyPr/>
          <a:lstStyle/>
          <a:p>
            <a:pPr>
              <a:buFont typeface="Wingdings" panose="05000000000000000000" pitchFamily="2" charset="2"/>
              <a:buChar char="Ø"/>
            </a:pPr>
            <a:r>
              <a:rPr lang="en-US" b="1" dirty="0"/>
              <a:t>Non-Interference of Tasks</a:t>
            </a:r>
          </a:p>
          <a:p>
            <a:pPr marL="720725">
              <a:buFont typeface="Wingdings" panose="05000000000000000000" pitchFamily="2" charset="2"/>
              <a:buChar char="Ø"/>
            </a:pPr>
            <a:r>
              <a:rPr lang="en-US" sz="2000" b="1" dirty="0"/>
              <a:t>Tᵢ</a:t>
            </a:r>
            <a:r>
              <a:rPr lang="en-US" sz="2000" dirty="0"/>
              <a:t> and </a:t>
            </a:r>
            <a:r>
              <a:rPr lang="en-US" sz="2000" b="1" dirty="0"/>
              <a:t>Tⱼ</a:t>
            </a:r>
            <a:r>
              <a:rPr lang="en-US" sz="2000" dirty="0"/>
              <a:t> are non-interfering if and only if </a:t>
            </a:r>
            <a:r>
              <a:rPr lang="en-US" sz="2000" b="1" dirty="0"/>
              <a:t>Tᵢ &lt; Tⱼ</a:t>
            </a:r>
            <a:r>
              <a:rPr lang="en-US" sz="2000" dirty="0"/>
              <a:t> or </a:t>
            </a:r>
            <a:r>
              <a:rPr lang="en-US" sz="2000" b="1" dirty="0"/>
              <a:t>Tⱼ &lt; Tᵢ</a:t>
            </a:r>
            <a:r>
              <a:rPr lang="en-US" sz="2000" dirty="0"/>
              <a:t>.</a:t>
            </a:r>
          </a:p>
          <a:p>
            <a:pPr marL="720725">
              <a:buFont typeface="Wingdings" panose="05000000000000000000" pitchFamily="2" charset="2"/>
              <a:buChar char="Ø"/>
            </a:pPr>
            <a:endParaRPr lang="en-US" sz="2000" dirty="0"/>
          </a:p>
          <a:p>
            <a:pPr marL="492125" indent="0" algn="ctr">
              <a:buNone/>
            </a:pPr>
            <a:r>
              <a:rPr lang="en-US" sz="4400" b="1" dirty="0">
                <a:latin typeface="Brush Script MT" panose="03060802040406070304" pitchFamily="66" charset="0"/>
              </a:rPr>
              <a:t>Bernstein condition</a:t>
            </a:r>
          </a:p>
          <a:p>
            <a:pPr marL="720725">
              <a:buFont typeface="Wingdings" panose="05000000000000000000" pitchFamily="2" charset="2"/>
              <a:buChar char="Ø"/>
            </a:pPr>
            <a:endParaRPr lang="en-US" sz="2000" dirty="0"/>
          </a:p>
          <a:p>
            <a:pPr marL="720725">
              <a:buFont typeface="Wingdings" panose="05000000000000000000" pitchFamily="2" charset="2"/>
              <a:buChar char="Ø"/>
            </a:pPr>
            <a:endParaRPr lang="en-US" sz="2000" dirty="0"/>
          </a:p>
          <a:p>
            <a:pPr marL="492125" indent="0">
              <a:buNone/>
            </a:pPr>
            <a:r>
              <a:rPr lang="en-US" sz="3300" dirty="0"/>
              <a:t>     </a:t>
            </a:r>
          </a:p>
          <a:p>
            <a:pPr marL="492125" indent="0">
              <a:buNone/>
            </a:pPr>
            <a:r>
              <a:rPr lang="en-US" sz="3300" dirty="0"/>
              <a:t>      OR </a:t>
            </a:r>
            <a:endParaRPr lang="fr-DZ" sz="3300" dirty="0"/>
          </a:p>
        </p:txBody>
      </p:sp>
      <p:sp>
        <p:nvSpPr>
          <p:cNvPr id="4" name="Slide Number Placeholder 3">
            <a:extLst>
              <a:ext uri="{FF2B5EF4-FFF2-40B4-BE49-F238E27FC236}">
                <a16:creationId xmlns:a16="http://schemas.microsoft.com/office/drawing/2014/main" id="{91D8EE2A-D0DD-50F8-3BD3-C087E8A819B4}"/>
              </a:ext>
            </a:extLst>
          </p:cNvPr>
          <p:cNvSpPr>
            <a:spLocks noGrp="1"/>
          </p:cNvSpPr>
          <p:nvPr>
            <p:ph type="sldNum" sz="quarter" idx="12"/>
          </p:nvPr>
        </p:nvSpPr>
        <p:spPr/>
        <p:txBody>
          <a:bodyPr/>
          <a:lstStyle/>
          <a:p>
            <a:fld id="{AE542B33-DB44-41E8-8F43-C86F545B5A10}" type="slidenum">
              <a:rPr lang="fr-DZ" smtClean="0"/>
              <a:t>52</a:t>
            </a:fld>
            <a:endParaRPr lang="fr-DZ"/>
          </a:p>
        </p:txBody>
      </p:sp>
      <p:pic>
        <p:nvPicPr>
          <p:cNvPr id="8" name="Picture 7">
            <a:extLst>
              <a:ext uri="{FF2B5EF4-FFF2-40B4-BE49-F238E27FC236}">
                <a16:creationId xmlns:a16="http://schemas.microsoft.com/office/drawing/2014/main" id="{6D262D7F-BF66-C99B-776D-FA316949BC81}"/>
              </a:ext>
            </a:extLst>
          </p:cNvPr>
          <p:cNvPicPr>
            <a:picLocks noChangeAspect="1"/>
          </p:cNvPicPr>
          <p:nvPr/>
        </p:nvPicPr>
        <p:blipFill>
          <a:blip r:embed="rId2"/>
          <a:stretch>
            <a:fillRect/>
          </a:stretch>
        </p:blipFill>
        <p:spPr>
          <a:xfrm>
            <a:off x="3169302" y="4205288"/>
            <a:ext cx="6391275" cy="1971675"/>
          </a:xfrm>
          <a:prstGeom prst="rect">
            <a:avLst/>
          </a:prstGeom>
        </p:spPr>
      </p:pic>
    </p:spTree>
    <p:extLst>
      <p:ext uri="{BB962C8B-B14F-4D97-AF65-F5344CB8AC3E}">
        <p14:creationId xmlns:p14="http://schemas.microsoft.com/office/powerpoint/2010/main" val="257864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B23BBF-E8BA-100B-E08E-70EB80273B4D}"/>
              </a:ext>
            </a:extLst>
          </p:cNvPr>
          <p:cNvSpPr>
            <a:spLocks noGrp="1"/>
          </p:cNvSpPr>
          <p:nvPr>
            <p:ph type="sldNum" sz="quarter" idx="12"/>
          </p:nvPr>
        </p:nvSpPr>
        <p:spPr/>
        <p:txBody>
          <a:bodyPr/>
          <a:lstStyle/>
          <a:p>
            <a:fld id="{AE542B33-DB44-41E8-8F43-C86F545B5A10}" type="slidenum">
              <a:rPr lang="fr-DZ" smtClean="0"/>
              <a:t>53</a:t>
            </a:fld>
            <a:endParaRPr lang="fr-DZ"/>
          </a:p>
        </p:txBody>
      </p:sp>
      <p:sp>
        <p:nvSpPr>
          <p:cNvPr id="5" name="Title 1">
            <a:extLst>
              <a:ext uri="{FF2B5EF4-FFF2-40B4-BE49-F238E27FC236}">
                <a16:creationId xmlns:a16="http://schemas.microsoft.com/office/drawing/2014/main" id="{7215D84D-4762-3A9B-9C59-A7334BE46FFD}"/>
              </a:ext>
            </a:extLst>
          </p:cNvPr>
          <p:cNvSpPr>
            <a:spLocks noGrp="1"/>
          </p:cNvSpPr>
          <p:nvPr>
            <p:ph type="title"/>
          </p:nvPr>
        </p:nvSpPr>
        <p:spPr>
          <a:xfrm>
            <a:off x="838200" y="295899"/>
            <a:ext cx="10515600" cy="1325563"/>
          </a:xfrm>
        </p:spPr>
        <p:txBody>
          <a:bodyPr/>
          <a:lstStyle/>
          <a:p>
            <a:r>
              <a:rPr lang="fr-FR" b="1" dirty="0">
                <a:latin typeface="Arial" panose="020B0604020202020204" pitchFamily="34" charset="0"/>
                <a:cs typeface="Arial" panose="020B0604020202020204" pitchFamily="34" charset="0"/>
              </a:rPr>
              <a:t>Example :  </a:t>
            </a:r>
            <a:endParaRPr lang="fr-DZ" dirty="0"/>
          </a:p>
        </p:txBody>
      </p:sp>
      <p:pic>
        <p:nvPicPr>
          <p:cNvPr id="6" name="Picture 5">
            <a:extLst>
              <a:ext uri="{FF2B5EF4-FFF2-40B4-BE49-F238E27FC236}">
                <a16:creationId xmlns:a16="http://schemas.microsoft.com/office/drawing/2014/main" id="{FC7883BF-F119-70BB-E3D8-FDFAFC38DD08}"/>
              </a:ext>
            </a:extLst>
          </p:cNvPr>
          <p:cNvPicPr>
            <a:picLocks noChangeAspect="1"/>
          </p:cNvPicPr>
          <p:nvPr/>
        </p:nvPicPr>
        <p:blipFill>
          <a:blip r:embed="rId2"/>
          <a:stretch>
            <a:fillRect/>
          </a:stretch>
        </p:blipFill>
        <p:spPr>
          <a:xfrm>
            <a:off x="3307929" y="1621462"/>
            <a:ext cx="4536475" cy="3222169"/>
          </a:xfrm>
          <a:prstGeom prst="rect">
            <a:avLst/>
          </a:prstGeom>
        </p:spPr>
      </p:pic>
    </p:spTree>
    <p:extLst>
      <p:ext uri="{BB962C8B-B14F-4D97-AF65-F5344CB8AC3E}">
        <p14:creationId xmlns:p14="http://schemas.microsoft.com/office/powerpoint/2010/main" val="4298505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292D64-875E-A196-4933-F11F7426AC0C}"/>
              </a:ext>
            </a:extLst>
          </p:cNvPr>
          <p:cNvSpPr>
            <a:spLocks noGrp="1"/>
          </p:cNvSpPr>
          <p:nvPr>
            <p:ph type="sldNum" sz="quarter" idx="12"/>
          </p:nvPr>
        </p:nvSpPr>
        <p:spPr/>
        <p:txBody>
          <a:bodyPr/>
          <a:lstStyle/>
          <a:p>
            <a:fld id="{AE542B33-DB44-41E8-8F43-C86F545B5A10}" type="slidenum">
              <a:rPr lang="fr-DZ" smtClean="0"/>
              <a:t>54</a:t>
            </a:fld>
            <a:endParaRPr lang="fr-DZ"/>
          </a:p>
        </p:txBody>
      </p:sp>
      <p:pic>
        <p:nvPicPr>
          <p:cNvPr id="6" name="Picture 5">
            <a:extLst>
              <a:ext uri="{FF2B5EF4-FFF2-40B4-BE49-F238E27FC236}">
                <a16:creationId xmlns:a16="http://schemas.microsoft.com/office/drawing/2014/main" id="{8FBF284D-1E4C-1628-FCFE-81B31DB8B567}"/>
              </a:ext>
            </a:extLst>
          </p:cNvPr>
          <p:cNvPicPr>
            <a:picLocks noChangeAspect="1"/>
          </p:cNvPicPr>
          <p:nvPr/>
        </p:nvPicPr>
        <p:blipFill>
          <a:blip r:embed="rId2"/>
          <a:stretch>
            <a:fillRect/>
          </a:stretch>
        </p:blipFill>
        <p:spPr>
          <a:xfrm>
            <a:off x="3790950" y="1833562"/>
            <a:ext cx="4610100" cy="3190875"/>
          </a:xfrm>
          <a:prstGeom prst="rect">
            <a:avLst/>
          </a:prstGeom>
        </p:spPr>
      </p:pic>
      <p:sp>
        <p:nvSpPr>
          <p:cNvPr id="7" name="Title 1">
            <a:extLst>
              <a:ext uri="{FF2B5EF4-FFF2-40B4-BE49-F238E27FC236}">
                <a16:creationId xmlns:a16="http://schemas.microsoft.com/office/drawing/2014/main" id="{96815BE2-0089-BA2A-04D2-798B1056F885}"/>
              </a:ext>
            </a:extLst>
          </p:cNvPr>
          <p:cNvSpPr txBox="1">
            <a:spLocks/>
          </p:cNvSpPr>
          <p:nvPr/>
        </p:nvSpPr>
        <p:spPr>
          <a:xfrm>
            <a:off x="838200" y="2958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latin typeface="Arial" panose="020B0604020202020204" pitchFamily="34" charset="0"/>
                <a:cs typeface="Arial" panose="020B0604020202020204" pitchFamily="34" charset="0"/>
              </a:rPr>
              <a:t>Example :  </a:t>
            </a:r>
            <a:endParaRPr lang="fr-DZ" dirty="0"/>
          </a:p>
        </p:txBody>
      </p:sp>
      <p:sp>
        <p:nvSpPr>
          <p:cNvPr id="9" name="TextBox 8">
            <a:extLst>
              <a:ext uri="{FF2B5EF4-FFF2-40B4-BE49-F238E27FC236}">
                <a16:creationId xmlns:a16="http://schemas.microsoft.com/office/drawing/2014/main" id="{BE3AC90C-6754-F2F0-EA6F-27A1704A584F}"/>
              </a:ext>
            </a:extLst>
          </p:cNvPr>
          <p:cNvSpPr txBox="1"/>
          <p:nvPr/>
        </p:nvSpPr>
        <p:spPr>
          <a:xfrm>
            <a:off x="8401050" y="2177806"/>
            <a:ext cx="6094206" cy="769441"/>
          </a:xfrm>
          <a:prstGeom prst="rect">
            <a:avLst/>
          </a:prstGeom>
          <a:noFill/>
        </p:spPr>
        <p:txBody>
          <a:bodyPr wrap="square">
            <a:spAutoFit/>
          </a:bodyPr>
          <a:lstStyle/>
          <a:p>
            <a:r>
              <a:rPr lang="fr-DZ" sz="2200" dirty="0"/>
              <a:t>T1 and T3 are non-</a:t>
            </a:r>
            <a:r>
              <a:rPr lang="fr-DZ" sz="2200" dirty="0" err="1"/>
              <a:t>interfered</a:t>
            </a:r>
            <a:r>
              <a:rPr lang="fr-DZ" sz="2200" dirty="0"/>
              <a:t>.</a:t>
            </a:r>
            <a:endParaRPr lang="fr-CA" sz="2200" dirty="0"/>
          </a:p>
          <a:p>
            <a:r>
              <a:rPr lang="fr-CA" sz="2200" b="1" dirty="0">
                <a:solidFill>
                  <a:srgbClr val="FF0000"/>
                </a:solidFill>
              </a:rPr>
              <a:t>T1&lt;T3</a:t>
            </a:r>
            <a:endParaRPr lang="fr-DZ" sz="2200" b="1" dirty="0">
              <a:solidFill>
                <a:srgbClr val="FF0000"/>
              </a:solidFill>
            </a:endParaRPr>
          </a:p>
        </p:txBody>
      </p:sp>
    </p:spTree>
    <p:extLst>
      <p:ext uri="{BB962C8B-B14F-4D97-AF65-F5344CB8AC3E}">
        <p14:creationId xmlns:p14="http://schemas.microsoft.com/office/powerpoint/2010/main" val="1486665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6E41E-E72C-74CF-BBDE-E77EEE1A6110}"/>
              </a:ext>
            </a:extLst>
          </p:cNvPr>
          <p:cNvSpPr>
            <a:spLocks noGrp="1"/>
          </p:cNvSpPr>
          <p:nvPr>
            <p:ph type="title"/>
          </p:nvPr>
        </p:nvSpPr>
        <p:spPr/>
        <p:txBody>
          <a:bodyPr/>
          <a:lstStyle/>
          <a:p>
            <a:endParaRPr lang="fr-DZ" dirty="0"/>
          </a:p>
        </p:txBody>
      </p:sp>
      <p:sp>
        <p:nvSpPr>
          <p:cNvPr id="4" name="Slide Number Placeholder 3">
            <a:extLst>
              <a:ext uri="{FF2B5EF4-FFF2-40B4-BE49-F238E27FC236}">
                <a16:creationId xmlns:a16="http://schemas.microsoft.com/office/drawing/2014/main" id="{A3A61482-0661-BBDA-15F5-A9D508272D66}"/>
              </a:ext>
            </a:extLst>
          </p:cNvPr>
          <p:cNvSpPr>
            <a:spLocks noGrp="1"/>
          </p:cNvSpPr>
          <p:nvPr>
            <p:ph type="sldNum" sz="quarter" idx="12"/>
          </p:nvPr>
        </p:nvSpPr>
        <p:spPr/>
        <p:txBody>
          <a:bodyPr/>
          <a:lstStyle/>
          <a:p>
            <a:fld id="{AE542B33-DB44-41E8-8F43-C86F545B5A10}" type="slidenum">
              <a:rPr lang="fr-DZ" smtClean="0"/>
              <a:t>55</a:t>
            </a:fld>
            <a:endParaRPr lang="fr-DZ"/>
          </a:p>
        </p:txBody>
      </p:sp>
      <p:pic>
        <p:nvPicPr>
          <p:cNvPr id="6" name="Picture 5">
            <a:extLst>
              <a:ext uri="{FF2B5EF4-FFF2-40B4-BE49-F238E27FC236}">
                <a16:creationId xmlns:a16="http://schemas.microsoft.com/office/drawing/2014/main" id="{6ED245EA-D356-72CB-CBF7-8798E321592A}"/>
              </a:ext>
            </a:extLst>
          </p:cNvPr>
          <p:cNvPicPr>
            <a:picLocks noChangeAspect="1"/>
          </p:cNvPicPr>
          <p:nvPr/>
        </p:nvPicPr>
        <p:blipFill>
          <a:blip r:embed="rId2"/>
          <a:stretch>
            <a:fillRect/>
          </a:stretch>
        </p:blipFill>
        <p:spPr>
          <a:xfrm>
            <a:off x="3640232" y="1796534"/>
            <a:ext cx="4333875" cy="2895600"/>
          </a:xfrm>
          <a:prstGeom prst="rect">
            <a:avLst/>
          </a:prstGeom>
        </p:spPr>
      </p:pic>
      <p:sp>
        <p:nvSpPr>
          <p:cNvPr id="8" name="TextBox 7">
            <a:extLst>
              <a:ext uri="{FF2B5EF4-FFF2-40B4-BE49-F238E27FC236}">
                <a16:creationId xmlns:a16="http://schemas.microsoft.com/office/drawing/2014/main" id="{6F7F9B93-C7D2-FB96-A521-7EDEC69D3BE7}"/>
              </a:ext>
            </a:extLst>
          </p:cNvPr>
          <p:cNvSpPr txBox="1"/>
          <p:nvPr/>
        </p:nvSpPr>
        <p:spPr>
          <a:xfrm>
            <a:off x="7974107" y="2499970"/>
            <a:ext cx="6094206" cy="2123658"/>
          </a:xfrm>
          <a:prstGeom prst="rect">
            <a:avLst/>
          </a:prstGeom>
          <a:noFill/>
        </p:spPr>
        <p:txBody>
          <a:bodyPr wrap="square">
            <a:spAutoFit/>
          </a:bodyPr>
          <a:lstStyle/>
          <a:p>
            <a:r>
              <a:rPr lang="fr-DZ" sz="2200" dirty="0"/>
              <a:t>T2 and T3 are </a:t>
            </a:r>
            <a:r>
              <a:rPr lang="fr-DZ" sz="2200" dirty="0" err="1"/>
              <a:t>interfered</a:t>
            </a:r>
            <a:r>
              <a:rPr lang="fr-DZ" sz="2200" dirty="0"/>
              <a:t>.</a:t>
            </a:r>
            <a:endParaRPr lang="fr-CA" sz="2200" dirty="0"/>
          </a:p>
          <a:p>
            <a:endParaRPr lang="fr-CA" sz="2200" dirty="0"/>
          </a:p>
          <a:p>
            <a:r>
              <a:rPr lang="fr-CA" sz="2200" dirty="0"/>
              <a:t>T2        T3 </a:t>
            </a:r>
            <a:r>
              <a:rPr lang="fr-CA" sz="2200" b="1" dirty="0"/>
              <a:t>and</a:t>
            </a:r>
            <a:r>
              <a:rPr lang="fr-CA" sz="2200" dirty="0"/>
              <a:t> T3          T2 </a:t>
            </a:r>
          </a:p>
          <a:p>
            <a:endParaRPr lang="fr-CA" sz="2200" b="1" dirty="0"/>
          </a:p>
          <a:p>
            <a:r>
              <a:rPr lang="fr-CA" sz="2200" b="1" dirty="0"/>
              <a:t>and</a:t>
            </a:r>
          </a:p>
          <a:p>
            <a:endParaRPr lang="fr-CA" sz="2200" b="1" dirty="0"/>
          </a:p>
        </p:txBody>
      </p:sp>
      <p:pic>
        <p:nvPicPr>
          <p:cNvPr id="10" name="Picture 9">
            <a:extLst>
              <a:ext uri="{FF2B5EF4-FFF2-40B4-BE49-F238E27FC236}">
                <a16:creationId xmlns:a16="http://schemas.microsoft.com/office/drawing/2014/main" id="{A96E76F6-2973-F600-CB10-639FB9002D78}"/>
              </a:ext>
            </a:extLst>
          </p:cNvPr>
          <p:cNvPicPr>
            <a:picLocks noChangeAspect="1"/>
          </p:cNvPicPr>
          <p:nvPr/>
        </p:nvPicPr>
        <p:blipFill>
          <a:blip r:embed="rId3"/>
          <a:stretch>
            <a:fillRect/>
          </a:stretch>
        </p:blipFill>
        <p:spPr>
          <a:xfrm>
            <a:off x="8394249" y="3182698"/>
            <a:ext cx="344803" cy="481423"/>
          </a:xfrm>
          <a:prstGeom prst="rect">
            <a:avLst/>
          </a:prstGeom>
        </p:spPr>
      </p:pic>
      <p:pic>
        <p:nvPicPr>
          <p:cNvPr id="11" name="Picture 10">
            <a:extLst>
              <a:ext uri="{FF2B5EF4-FFF2-40B4-BE49-F238E27FC236}">
                <a16:creationId xmlns:a16="http://schemas.microsoft.com/office/drawing/2014/main" id="{F3438496-0237-18C0-30BF-F410CE3027D7}"/>
              </a:ext>
            </a:extLst>
          </p:cNvPr>
          <p:cNvPicPr>
            <a:picLocks noChangeAspect="1"/>
          </p:cNvPicPr>
          <p:nvPr/>
        </p:nvPicPr>
        <p:blipFill>
          <a:blip r:embed="rId3"/>
          <a:stretch>
            <a:fillRect/>
          </a:stretch>
        </p:blipFill>
        <p:spPr>
          <a:xfrm>
            <a:off x="10117123" y="3206562"/>
            <a:ext cx="344803" cy="481423"/>
          </a:xfrm>
          <a:prstGeom prst="rect">
            <a:avLst/>
          </a:prstGeom>
        </p:spPr>
      </p:pic>
      <p:pic>
        <p:nvPicPr>
          <p:cNvPr id="15" name="Picture 14">
            <a:extLst>
              <a:ext uri="{FF2B5EF4-FFF2-40B4-BE49-F238E27FC236}">
                <a16:creationId xmlns:a16="http://schemas.microsoft.com/office/drawing/2014/main" id="{8A377497-DE08-0E7C-66F8-0F56A46630A8}"/>
              </a:ext>
            </a:extLst>
          </p:cNvPr>
          <p:cNvPicPr>
            <a:picLocks noChangeAspect="1"/>
          </p:cNvPicPr>
          <p:nvPr/>
        </p:nvPicPr>
        <p:blipFill>
          <a:blip r:embed="rId4"/>
          <a:stretch>
            <a:fillRect/>
          </a:stretch>
        </p:blipFill>
        <p:spPr>
          <a:xfrm>
            <a:off x="8739052" y="3896840"/>
            <a:ext cx="1270869" cy="334738"/>
          </a:xfrm>
          <a:prstGeom prst="rect">
            <a:avLst/>
          </a:prstGeom>
        </p:spPr>
      </p:pic>
    </p:spTree>
    <p:extLst>
      <p:ext uri="{BB962C8B-B14F-4D97-AF65-F5344CB8AC3E}">
        <p14:creationId xmlns:p14="http://schemas.microsoft.com/office/powerpoint/2010/main" val="30025695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F153-F3DD-1078-6054-9D289D44976E}"/>
              </a:ext>
            </a:extLst>
          </p:cNvPr>
          <p:cNvSpPr>
            <a:spLocks noGrp="1"/>
          </p:cNvSpPr>
          <p:nvPr>
            <p:ph type="title"/>
          </p:nvPr>
        </p:nvSpPr>
        <p:spPr/>
        <p:txBody>
          <a:bodyPr/>
          <a:lstStyle/>
          <a:p>
            <a:r>
              <a:rPr lang="fr-FR" b="1" dirty="0"/>
              <a:t>Exercice:</a:t>
            </a:r>
            <a:endParaRPr lang="fr-DZ" b="1" dirty="0"/>
          </a:p>
        </p:txBody>
      </p:sp>
      <p:sp>
        <p:nvSpPr>
          <p:cNvPr id="3" name="Content Placeholder 2">
            <a:extLst>
              <a:ext uri="{FF2B5EF4-FFF2-40B4-BE49-F238E27FC236}">
                <a16:creationId xmlns:a16="http://schemas.microsoft.com/office/drawing/2014/main" id="{F8C583F1-73E2-0313-F602-9826144E4D35}"/>
              </a:ext>
            </a:extLst>
          </p:cNvPr>
          <p:cNvSpPr>
            <a:spLocks noGrp="1"/>
          </p:cNvSpPr>
          <p:nvPr>
            <p:ph idx="1"/>
          </p:nvPr>
        </p:nvSpPr>
        <p:spPr/>
        <p:txBody>
          <a:bodyPr/>
          <a:lstStyle/>
          <a:p>
            <a:pPr>
              <a:lnSpc>
                <a:spcPct val="107000"/>
              </a:lnSpc>
              <a:spcAft>
                <a:spcPts val="800"/>
              </a:spcAft>
            </a:pP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Consider</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 set of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three</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tasks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with</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the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following</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access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to variables :</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DZ" sz="1800" b="1" kern="100" dirty="0">
                <a:effectLst/>
                <a:latin typeface="Times New Roman" panose="02020603050405020304" pitchFamily="18" charset="0"/>
                <a:ea typeface="Aptos" panose="020B0004020202020204" pitchFamily="34" charset="0"/>
                <a:cs typeface="Arial" panose="020B0604020202020204" pitchFamily="34" charset="0"/>
              </a:rPr>
              <a:t>T1:</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Reads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X,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writes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Y</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DZ" sz="1800" b="1" kern="100" dirty="0">
                <a:effectLst/>
                <a:latin typeface="Times New Roman" panose="02020603050405020304" pitchFamily="18" charset="0"/>
                <a:ea typeface="Aptos" panose="020B0004020202020204" pitchFamily="34" charset="0"/>
                <a:cs typeface="Arial" panose="020B0604020202020204" pitchFamily="34" charset="0"/>
              </a:rPr>
              <a:t>T2:</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Reads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Y,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writes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Z</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DZ" sz="1800" b="1" kern="100" dirty="0">
                <a:effectLst/>
                <a:latin typeface="Times New Roman" panose="02020603050405020304" pitchFamily="18" charset="0"/>
                <a:ea typeface="Aptos" panose="020B0004020202020204" pitchFamily="34" charset="0"/>
                <a:cs typeface="Arial" panose="020B0604020202020204" pitchFamily="34" charset="0"/>
              </a:rPr>
              <a:t>T3:</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Reads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X,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writes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Z</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pPr marL="1339850" lvl="0" indent="-342900">
              <a:lnSpc>
                <a:spcPct val="107000"/>
              </a:lnSpc>
              <a:spcAft>
                <a:spcPts val="800"/>
              </a:spcAft>
            </a:pP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Verify</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if </a:t>
            </a:r>
            <a:r>
              <a:rPr lang="fr-DZ" sz="1800" b="1" kern="100" dirty="0">
                <a:effectLst/>
                <a:latin typeface="Times New Roman" panose="02020603050405020304" pitchFamily="18" charset="0"/>
                <a:ea typeface="Aptos" panose="020B0004020202020204" pitchFamily="34" charset="0"/>
                <a:cs typeface="Arial" panose="020B0604020202020204" pitchFamily="34" charset="0"/>
              </a:rPr>
              <a:t>T1 and T2</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can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be</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executed</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in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parallel</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pPr marL="1339850" lvl="0" indent="-342900">
              <a:lnSpc>
                <a:spcPct val="107000"/>
              </a:lnSpc>
              <a:spcAft>
                <a:spcPts val="800"/>
              </a:spcAft>
            </a:pP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Verify</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if </a:t>
            </a:r>
            <a:r>
              <a:rPr lang="fr-DZ" sz="1800" b="1" kern="100" dirty="0">
                <a:effectLst/>
                <a:latin typeface="Times New Roman" panose="02020603050405020304" pitchFamily="18" charset="0"/>
                <a:ea typeface="Aptos" panose="020B0004020202020204" pitchFamily="34" charset="0"/>
                <a:cs typeface="Arial" panose="020B0604020202020204" pitchFamily="34" charset="0"/>
              </a:rPr>
              <a:t>T2 and T3</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satisfy</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a:t>
            </a:r>
            <a:r>
              <a:rPr lang="fr-DZ" sz="1800" kern="100" dirty="0" err="1">
                <a:effectLst/>
                <a:latin typeface="Times New Roman" panose="02020603050405020304" pitchFamily="18" charset="0"/>
                <a:ea typeface="Aptos" panose="020B0004020202020204" pitchFamily="34" charset="0"/>
                <a:cs typeface="Arial" panose="020B0604020202020204" pitchFamily="34" charset="0"/>
              </a:rPr>
              <a:t>Bernstein’s</a:t>
            </a:r>
            <a:r>
              <a:rPr lang="fr-DZ" sz="1800" kern="100" dirty="0">
                <a:effectLst/>
                <a:latin typeface="Times New Roman" panose="02020603050405020304" pitchFamily="18" charset="0"/>
                <a:ea typeface="Aptos" panose="020B0004020202020204" pitchFamily="34" charset="0"/>
                <a:cs typeface="Arial" panose="020B0604020202020204" pitchFamily="34" charset="0"/>
              </a:rPr>
              <a:t> conditions.</a:t>
            </a:r>
            <a:endParaRPr lang="fr-DZ" sz="1800" kern="100" dirty="0">
              <a:effectLst/>
              <a:latin typeface="Aptos" panose="020B0004020202020204" pitchFamily="34" charset="0"/>
              <a:ea typeface="Aptos" panose="020B0004020202020204" pitchFamily="34" charset="0"/>
              <a:cs typeface="Arial" panose="020B0604020202020204" pitchFamily="34" charset="0"/>
            </a:endParaRPr>
          </a:p>
          <a:p>
            <a:endParaRPr lang="fr-DZ" dirty="0"/>
          </a:p>
        </p:txBody>
      </p:sp>
      <p:sp>
        <p:nvSpPr>
          <p:cNvPr id="4" name="Slide Number Placeholder 3">
            <a:extLst>
              <a:ext uri="{FF2B5EF4-FFF2-40B4-BE49-F238E27FC236}">
                <a16:creationId xmlns:a16="http://schemas.microsoft.com/office/drawing/2014/main" id="{EBC682F0-4AFD-1354-5B1E-B14DE412368F}"/>
              </a:ext>
            </a:extLst>
          </p:cNvPr>
          <p:cNvSpPr>
            <a:spLocks noGrp="1"/>
          </p:cNvSpPr>
          <p:nvPr>
            <p:ph type="sldNum" sz="quarter" idx="12"/>
          </p:nvPr>
        </p:nvSpPr>
        <p:spPr/>
        <p:txBody>
          <a:bodyPr/>
          <a:lstStyle/>
          <a:p>
            <a:fld id="{AE542B33-DB44-41E8-8F43-C86F545B5A10}" type="slidenum">
              <a:rPr lang="fr-DZ" smtClean="0"/>
              <a:t>56</a:t>
            </a:fld>
            <a:endParaRPr lang="fr-DZ"/>
          </a:p>
        </p:txBody>
      </p:sp>
      <p:sp>
        <p:nvSpPr>
          <p:cNvPr id="5" name="TextBox 4">
            <a:extLst>
              <a:ext uri="{FF2B5EF4-FFF2-40B4-BE49-F238E27FC236}">
                <a16:creationId xmlns:a16="http://schemas.microsoft.com/office/drawing/2014/main" id="{03DFF753-9930-4BAB-B2C1-5B4438F3D926}"/>
              </a:ext>
            </a:extLst>
          </p:cNvPr>
          <p:cNvSpPr txBox="1"/>
          <p:nvPr/>
        </p:nvSpPr>
        <p:spPr>
          <a:xfrm>
            <a:off x="9084807" y="266029"/>
            <a:ext cx="1878015" cy="646331"/>
          </a:xfrm>
          <a:prstGeom prst="rect">
            <a:avLst/>
          </a:prstGeom>
          <a:noFill/>
        </p:spPr>
        <p:txBody>
          <a:bodyPr wrap="none" rtlCol="0">
            <a:spAutoFit/>
          </a:bodyPr>
          <a:lstStyle/>
          <a:p>
            <a:r>
              <a:rPr lang="en-GB" dirty="0"/>
              <a:t>Reading variables </a:t>
            </a:r>
            <a:br>
              <a:rPr lang="en-GB" dirty="0"/>
            </a:br>
            <a:r>
              <a:rPr lang="en-GB" dirty="0"/>
              <a:t>x,</a:t>
            </a:r>
            <a:endParaRPr lang="fr-FR" dirty="0"/>
          </a:p>
        </p:txBody>
      </p:sp>
      <p:sp>
        <p:nvSpPr>
          <p:cNvPr id="6" name="TextBox 5">
            <a:extLst>
              <a:ext uri="{FF2B5EF4-FFF2-40B4-BE49-F238E27FC236}">
                <a16:creationId xmlns:a16="http://schemas.microsoft.com/office/drawing/2014/main" id="{AD649E38-3D07-4169-8691-DB128AC20EC1}"/>
              </a:ext>
            </a:extLst>
          </p:cNvPr>
          <p:cNvSpPr txBox="1"/>
          <p:nvPr/>
        </p:nvSpPr>
        <p:spPr>
          <a:xfrm>
            <a:off x="9131678" y="912360"/>
            <a:ext cx="1784271" cy="646331"/>
          </a:xfrm>
          <a:prstGeom prst="rect">
            <a:avLst/>
          </a:prstGeom>
          <a:noFill/>
        </p:spPr>
        <p:txBody>
          <a:bodyPr wrap="none" rtlCol="0">
            <a:spAutoFit/>
          </a:bodyPr>
          <a:lstStyle/>
          <a:p>
            <a:r>
              <a:rPr lang="en-GB" dirty="0"/>
              <a:t>writing variables </a:t>
            </a:r>
            <a:br>
              <a:rPr lang="en-GB" dirty="0"/>
            </a:br>
            <a:r>
              <a:rPr lang="en-GB" dirty="0"/>
              <a:t>z</a:t>
            </a:r>
            <a:endParaRPr lang="fr-FR" dirty="0"/>
          </a:p>
        </p:txBody>
      </p:sp>
      <p:sp>
        <p:nvSpPr>
          <p:cNvPr id="7" name="TextBox 6">
            <a:extLst>
              <a:ext uri="{FF2B5EF4-FFF2-40B4-BE49-F238E27FC236}">
                <a16:creationId xmlns:a16="http://schemas.microsoft.com/office/drawing/2014/main" id="{A55058C4-9249-4940-901D-487539079572}"/>
              </a:ext>
            </a:extLst>
          </p:cNvPr>
          <p:cNvSpPr txBox="1"/>
          <p:nvPr/>
        </p:nvSpPr>
        <p:spPr>
          <a:xfrm>
            <a:off x="9084807" y="2413826"/>
            <a:ext cx="1878015" cy="646331"/>
          </a:xfrm>
          <a:prstGeom prst="rect">
            <a:avLst/>
          </a:prstGeom>
          <a:noFill/>
        </p:spPr>
        <p:txBody>
          <a:bodyPr wrap="none" rtlCol="0">
            <a:spAutoFit/>
          </a:bodyPr>
          <a:lstStyle/>
          <a:p>
            <a:r>
              <a:rPr lang="en-GB" dirty="0"/>
              <a:t>Reading variables </a:t>
            </a:r>
            <a:br>
              <a:rPr lang="en-GB" dirty="0"/>
            </a:br>
            <a:r>
              <a:rPr lang="en-GB" dirty="0"/>
              <a:t>y</a:t>
            </a:r>
            <a:endParaRPr lang="fr-FR" dirty="0"/>
          </a:p>
        </p:txBody>
      </p:sp>
      <p:sp>
        <p:nvSpPr>
          <p:cNvPr id="8" name="TextBox 7">
            <a:extLst>
              <a:ext uri="{FF2B5EF4-FFF2-40B4-BE49-F238E27FC236}">
                <a16:creationId xmlns:a16="http://schemas.microsoft.com/office/drawing/2014/main" id="{031645B3-EA26-4FD9-BAA5-DA8AD41F7B1B}"/>
              </a:ext>
            </a:extLst>
          </p:cNvPr>
          <p:cNvSpPr txBox="1"/>
          <p:nvPr/>
        </p:nvSpPr>
        <p:spPr>
          <a:xfrm>
            <a:off x="9151483" y="3148154"/>
            <a:ext cx="1784271" cy="646331"/>
          </a:xfrm>
          <a:prstGeom prst="rect">
            <a:avLst/>
          </a:prstGeom>
          <a:noFill/>
        </p:spPr>
        <p:txBody>
          <a:bodyPr wrap="none" rtlCol="0">
            <a:spAutoFit/>
          </a:bodyPr>
          <a:lstStyle/>
          <a:p>
            <a:r>
              <a:rPr lang="en-GB" dirty="0"/>
              <a:t>writing variables </a:t>
            </a:r>
            <a:br>
              <a:rPr lang="en-GB" dirty="0"/>
            </a:br>
            <a:r>
              <a:rPr lang="en-GB" dirty="0"/>
              <a:t>z</a:t>
            </a:r>
            <a:endParaRPr lang="fr-FR" dirty="0"/>
          </a:p>
        </p:txBody>
      </p:sp>
    </p:spTree>
    <p:extLst>
      <p:ext uri="{BB962C8B-B14F-4D97-AF65-F5344CB8AC3E}">
        <p14:creationId xmlns:p14="http://schemas.microsoft.com/office/powerpoint/2010/main" val="12251912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17D82D-0233-68DD-FD01-995A3CE4ED8B}"/>
              </a:ext>
            </a:extLst>
          </p:cNvPr>
          <p:cNvSpPr>
            <a:spLocks noGrp="1"/>
          </p:cNvSpPr>
          <p:nvPr>
            <p:ph idx="1"/>
          </p:nvPr>
        </p:nvSpPr>
        <p:spPr/>
        <p:txBody>
          <a:bodyPr>
            <a:normAutofit lnSpcReduction="10000"/>
          </a:bodyPr>
          <a:lstStyle/>
          <a:p>
            <a:pPr>
              <a:buFont typeface="Wingdings" panose="05000000000000000000" pitchFamily="2" charset="2"/>
              <a:buChar char="Ø"/>
            </a:pPr>
            <a:r>
              <a:rPr lang="en-US" dirty="0"/>
              <a:t> Equivalent task systems</a:t>
            </a:r>
          </a:p>
          <a:p>
            <a:pPr marL="342900" lvl="0" indent="-342900" rtl="0">
              <a:lnSpc>
                <a:spcPct val="107000"/>
              </a:lnSpc>
              <a:spcAft>
                <a:spcPts val="800"/>
              </a:spcAft>
              <a:buFont typeface="Arial" panose="020B0604020202020204" pitchFamily="34" charset="0"/>
              <a:buChar char="•"/>
              <a:tabLst>
                <a:tab pos="457200" algn="l"/>
              </a:tabLst>
            </a:pPr>
            <a:r>
              <a:rPr lang="en-US" dirty="0"/>
              <a:t> Let two task systems </a:t>
            </a:r>
            <a:r>
              <a:rPr lang="en-US" b="1" kern="100" dirty="0">
                <a:effectLst/>
                <a:latin typeface="Aptos" panose="020B0004020202020204" pitchFamily="34" charset="0"/>
                <a:ea typeface="Aptos" panose="020B0004020202020204" pitchFamily="34" charset="0"/>
                <a:cs typeface="Times New Roman" panose="02020603050405020304" pitchFamily="18" charset="0"/>
              </a:rPr>
              <a:t>S</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b="1" kern="100" dirty="0">
                <a:effectLst/>
                <a:latin typeface="Aptos" panose="020B0004020202020204" pitchFamily="34" charset="0"/>
                <a:ea typeface="Aptos" panose="020B0004020202020204" pitchFamily="34" charset="0"/>
                <a:cs typeface="Times New Roman" panose="02020603050405020304" pitchFamily="18" charset="0"/>
              </a:rPr>
              <a:t>=(E</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b="1" kern="100" dirty="0">
                <a:effectLst/>
                <a:latin typeface="Aptos" panose="020B0004020202020204" pitchFamily="34" charset="0"/>
                <a:ea typeface="Aptos" panose="020B0004020202020204" pitchFamily="34" charset="0"/>
                <a:cs typeface="Times New Roman" panose="02020603050405020304" pitchFamily="18" charset="0"/>
              </a:rPr>
              <a:t>,&lt;</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b="1" kern="100" dirty="0">
                <a:effectLst/>
                <a:latin typeface="Aptos" panose="020B0004020202020204" pitchFamily="34" charset="0"/>
                <a:ea typeface="Aptos" panose="020B0004020202020204" pitchFamily="34" charset="0"/>
                <a:cs typeface="Times New Roman" panose="02020603050405020304" pitchFamily="18" charset="0"/>
              </a:rPr>
              <a:t>) </a:t>
            </a:r>
            <a:r>
              <a:rPr lang="en-US" kern="100" dirty="0">
                <a:effectLst/>
                <a:latin typeface="Aptos" panose="020B0004020202020204" pitchFamily="34" charset="0"/>
                <a:ea typeface="Aptos" panose="020B0004020202020204" pitchFamily="34" charset="0"/>
                <a:cs typeface="Times New Roman" panose="02020603050405020304" pitchFamily="18" charset="0"/>
              </a:rPr>
              <a:t>and </a:t>
            </a:r>
            <a:r>
              <a:rPr lang="en-US" b="1" kern="100" dirty="0">
                <a:effectLst/>
                <a:latin typeface="Aptos" panose="020B0004020202020204" pitchFamily="34" charset="0"/>
                <a:ea typeface="Aptos" panose="020B0004020202020204" pitchFamily="34" charset="0"/>
                <a:cs typeface="Times New Roman" panose="02020603050405020304" pitchFamily="18" charset="0"/>
              </a:rPr>
              <a:t>S</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US" b="1" kern="100" dirty="0">
                <a:effectLst/>
                <a:latin typeface="Aptos" panose="020B0004020202020204" pitchFamily="34" charset="0"/>
                <a:ea typeface="Aptos" panose="020B0004020202020204" pitchFamily="34" charset="0"/>
                <a:cs typeface="Times New Roman" panose="02020603050405020304" pitchFamily="18" charset="0"/>
              </a:rPr>
              <a:t>=(E</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US" b="1" kern="100" dirty="0">
                <a:effectLst/>
                <a:latin typeface="Aptos" panose="020B0004020202020204" pitchFamily="34" charset="0"/>
                <a:ea typeface="Aptos" panose="020B0004020202020204" pitchFamily="34" charset="0"/>
                <a:cs typeface="Times New Roman" panose="02020603050405020304" pitchFamily="18" charset="0"/>
              </a:rPr>
              <a:t>,&lt;</a:t>
            </a:r>
            <a:r>
              <a:rPr lang="en-US" b="1"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US" b="1" kern="100" dirty="0">
                <a:effectLst/>
                <a:latin typeface="Aptos" panose="020B0004020202020204" pitchFamily="34" charset="0"/>
                <a:ea typeface="Aptos" panose="020B0004020202020204" pitchFamily="34" charset="0"/>
                <a:cs typeface="Times New Roman" panose="02020603050405020304" pitchFamily="18" charset="0"/>
              </a:rPr>
              <a:t>)</a:t>
            </a:r>
            <a:endParaRPr lang="fr-DZ"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538163"/>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and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latin typeface="Aptos" panose="020B0004020202020204" pitchFamily="34" charset="0"/>
                <a:ea typeface="Aptos" panose="020B0004020202020204" pitchFamily="34" charset="0"/>
                <a:cs typeface="Times New Roman" panose="02020603050405020304" pitchFamily="18" charset="0"/>
              </a:rPr>
              <a:t>2</a:t>
            </a:r>
            <a:r>
              <a:rPr lang="en-US" dirty="0"/>
              <a:t> are </a:t>
            </a:r>
            <a:r>
              <a:rPr lang="en-US" b="1" dirty="0"/>
              <a:t>equivalent</a:t>
            </a:r>
            <a:r>
              <a:rPr lang="en-US" dirty="0"/>
              <a:t> if and only if</a:t>
            </a:r>
          </a:p>
          <a:p>
            <a:pPr marL="1481138" indent="-457200">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and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latin typeface="Aptos" panose="020B0004020202020204" pitchFamily="34" charset="0"/>
                <a:ea typeface="Aptos" panose="020B0004020202020204" pitchFamily="34" charset="0"/>
                <a:cs typeface="Times New Roman" panose="02020603050405020304" pitchFamily="18" charset="0"/>
              </a:rPr>
              <a:t>2</a:t>
            </a:r>
            <a:r>
              <a:rPr lang="en-US" dirty="0"/>
              <a:t> are </a:t>
            </a:r>
            <a:r>
              <a:rPr lang="en-US" b="1" dirty="0">
                <a:solidFill>
                  <a:srgbClr val="FF0000"/>
                </a:solidFill>
              </a:rPr>
              <a:t>determined</a:t>
            </a:r>
          </a:p>
          <a:p>
            <a:pPr marL="1481138" indent="-457200">
              <a:buFont typeface="Wingdings" panose="05000000000000000000" pitchFamily="2" charset="2"/>
              <a:buChar char="Ø"/>
            </a:pP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and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latin typeface="Aptos" panose="020B0004020202020204" pitchFamily="34" charset="0"/>
                <a:ea typeface="Aptos" panose="020B0004020202020204" pitchFamily="34" charset="0"/>
                <a:cs typeface="Times New Roman" panose="02020603050405020304" pitchFamily="18" charset="0"/>
              </a:rPr>
              <a:t>2</a:t>
            </a:r>
            <a:r>
              <a:rPr lang="en-US" dirty="0"/>
              <a:t> manipulate </a:t>
            </a:r>
            <a:r>
              <a:rPr lang="en-US" b="1" dirty="0">
                <a:solidFill>
                  <a:srgbClr val="FF0000"/>
                </a:solidFill>
              </a:rPr>
              <a:t>the same memory cells </a:t>
            </a:r>
            <a:r>
              <a:rPr lang="en-US" dirty="0"/>
              <a:t>(variables)</a:t>
            </a:r>
          </a:p>
          <a:p>
            <a:pPr marL="1481138" indent="-457200">
              <a:buFont typeface="Wingdings" panose="05000000000000000000" pitchFamily="2" charset="2"/>
              <a:buChar char="Ø"/>
            </a:pPr>
            <a:r>
              <a:rPr lang="en-US" dirty="0"/>
              <a:t>For any sequence </a:t>
            </a:r>
            <a:r>
              <a:rPr lang="en-US" i="1" kern="100" dirty="0">
                <a:latin typeface="Times New Roman" panose="02020603050405020304" pitchFamily="18" charset="0"/>
                <a:cs typeface="Times New Roman" panose="02020603050405020304" pitchFamily="18" charset="0"/>
              </a:rPr>
              <a:t>w</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of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and </a:t>
            </a:r>
            <a:r>
              <a:rPr lang="en-US" i="1" kern="100" dirty="0">
                <a:latin typeface="Times New Roman" panose="02020603050405020304" pitchFamily="18" charset="0"/>
                <a:cs typeface="Times New Roman" panose="02020603050405020304" pitchFamily="18" charset="0"/>
              </a:rPr>
              <a:t>w</a:t>
            </a:r>
            <a:r>
              <a:rPr lang="en-US" i="1" kern="100" baseline="-25000" dirty="0">
                <a:latin typeface="Aptos" panose="020B0004020202020204" pitchFamily="34" charset="0"/>
                <a:cs typeface="Times New Roman" panose="02020603050405020304" pitchFamily="18" charset="0"/>
              </a:rPr>
              <a:t>2</a:t>
            </a:r>
            <a:r>
              <a:rPr lang="en-US" dirty="0"/>
              <a:t> of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latin typeface="Aptos" panose="020B0004020202020204" pitchFamily="34" charset="0"/>
                <a:ea typeface="Aptos" panose="020B0004020202020204" pitchFamily="34" charset="0"/>
                <a:cs typeface="Times New Roman" panose="02020603050405020304" pitchFamily="18" charset="0"/>
              </a:rPr>
              <a:t>2</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 </a:t>
            </a:r>
          </a:p>
          <a:p>
            <a:pPr marL="2073275" indent="-457200">
              <a:buFont typeface="Wingdings" panose="05000000000000000000" pitchFamily="2" charset="2"/>
              <a:buChar char="§"/>
            </a:pPr>
            <a:r>
              <a:rPr lang="en-US" dirty="0"/>
              <a:t>The memory cells manipulated by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effectLst/>
                <a:latin typeface="Aptos" panose="020B0004020202020204" pitchFamily="34" charset="0"/>
                <a:ea typeface="Aptos" panose="020B0004020202020204" pitchFamily="34" charset="0"/>
                <a:cs typeface="Times New Roman" panose="02020603050405020304" pitchFamily="18" charset="0"/>
              </a:rPr>
              <a:t>1</a:t>
            </a:r>
            <a:r>
              <a:rPr lang="en-US" dirty="0"/>
              <a:t> and </a:t>
            </a:r>
            <a:r>
              <a:rPr lang="en-US" kern="100" dirty="0">
                <a:effectLst/>
                <a:latin typeface="Aptos" panose="020B0004020202020204" pitchFamily="34" charset="0"/>
                <a:ea typeface="Aptos" panose="020B0004020202020204" pitchFamily="34" charset="0"/>
                <a:cs typeface="Times New Roman" panose="02020603050405020304" pitchFamily="18" charset="0"/>
              </a:rPr>
              <a:t>S</a:t>
            </a:r>
            <a:r>
              <a:rPr lang="en-US" kern="100" baseline="-25000" dirty="0">
                <a:latin typeface="Aptos" panose="020B0004020202020204" pitchFamily="34" charset="0"/>
                <a:ea typeface="Aptos" panose="020B0004020202020204" pitchFamily="34" charset="0"/>
                <a:cs typeface="Times New Roman" panose="02020603050405020304" pitchFamily="18" charset="0"/>
              </a:rPr>
              <a:t>2</a:t>
            </a:r>
            <a:r>
              <a:rPr lang="en-US" dirty="0"/>
              <a:t> </a:t>
            </a:r>
            <a:r>
              <a:rPr lang="en-US" b="1" dirty="0">
                <a:solidFill>
                  <a:srgbClr val="FF0000"/>
                </a:solidFill>
              </a:rPr>
              <a:t>receive the same values</a:t>
            </a:r>
            <a:endParaRPr lang="fr-DZ" b="1" dirty="0">
              <a:solidFill>
                <a:srgbClr val="FF0000"/>
              </a:solidFill>
            </a:endParaRPr>
          </a:p>
        </p:txBody>
      </p:sp>
      <p:sp>
        <p:nvSpPr>
          <p:cNvPr id="4" name="Slide Number Placeholder 3">
            <a:extLst>
              <a:ext uri="{FF2B5EF4-FFF2-40B4-BE49-F238E27FC236}">
                <a16:creationId xmlns:a16="http://schemas.microsoft.com/office/drawing/2014/main" id="{CC35B32A-DD6A-7EF6-3F5D-6C67AD6CDCA0}"/>
              </a:ext>
            </a:extLst>
          </p:cNvPr>
          <p:cNvSpPr>
            <a:spLocks noGrp="1"/>
          </p:cNvSpPr>
          <p:nvPr>
            <p:ph type="sldNum" sz="quarter" idx="12"/>
          </p:nvPr>
        </p:nvSpPr>
        <p:spPr/>
        <p:txBody>
          <a:bodyPr/>
          <a:lstStyle/>
          <a:p>
            <a:fld id="{AE542B33-DB44-41E8-8F43-C86F545B5A10}" type="slidenum">
              <a:rPr lang="fr-DZ" smtClean="0"/>
              <a:t>57</a:t>
            </a:fld>
            <a:endParaRPr lang="fr-DZ"/>
          </a:p>
        </p:txBody>
      </p:sp>
    </p:spTree>
    <p:extLst>
      <p:ext uri="{BB962C8B-B14F-4D97-AF65-F5344CB8AC3E}">
        <p14:creationId xmlns:p14="http://schemas.microsoft.com/office/powerpoint/2010/main" val="3623073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A23C20-9C2E-8DBE-B534-DC1F80FA7BF0}"/>
              </a:ext>
            </a:extLst>
          </p:cNvPr>
          <p:cNvSpPr>
            <a:spLocks noGrp="1"/>
          </p:cNvSpPr>
          <p:nvPr>
            <p:ph type="sldNum" sz="quarter" idx="12"/>
          </p:nvPr>
        </p:nvSpPr>
        <p:spPr/>
        <p:txBody>
          <a:bodyPr/>
          <a:lstStyle/>
          <a:p>
            <a:fld id="{AE542B33-DB44-41E8-8F43-C86F545B5A10}" type="slidenum">
              <a:rPr lang="fr-DZ" smtClean="0"/>
              <a:t>58</a:t>
            </a:fld>
            <a:endParaRPr lang="fr-DZ"/>
          </a:p>
        </p:txBody>
      </p:sp>
      <p:pic>
        <p:nvPicPr>
          <p:cNvPr id="6" name="Picture 5">
            <a:extLst>
              <a:ext uri="{FF2B5EF4-FFF2-40B4-BE49-F238E27FC236}">
                <a16:creationId xmlns:a16="http://schemas.microsoft.com/office/drawing/2014/main" id="{522AAA7E-61FD-4800-4AF7-C76AF22ADCF9}"/>
              </a:ext>
            </a:extLst>
          </p:cNvPr>
          <p:cNvPicPr>
            <a:picLocks noChangeAspect="1"/>
          </p:cNvPicPr>
          <p:nvPr/>
        </p:nvPicPr>
        <p:blipFill>
          <a:blip r:embed="rId2"/>
          <a:stretch>
            <a:fillRect/>
          </a:stretch>
        </p:blipFill>
        <p:spPr>
          <a:xfrm>
            <a:off x="3917417" y="1908175"/>
            <a:ext cx="2114550" cy="4514850"/>
          </a:xfrm>
          <a:prstGeom prst="rect">
            <a:avLst/>
          </a:prstGeom>
        </p:spPr>
      </p:pic>
      <p:pic>
        <p:nvPicPr>
          <p:cNvPr id="8" name="Picture 7">
            <a:extLst>
              <a:ext uri="{FF2B5EF4-FFF2-40B4-BE49-F238E27FC236}">
                <a16:creationId xmlns:a16="http://schemas.microsoft.com/office/drawing/2014/main" id="{030FCEA9-9134-C9C0-AABD-BC939BFF8BB5}"/>
              </a:ext>
            </a:extLst>
          </p:cNvPr>
          <p:cNvPicPr>
            <a:picLocks noChangeAspect="1"/>
          </p:cNvPicPr>
          <p:nvPr/>
        </p:nvPicPr>
        <p:blipFill>
          <a:blip r:embed="rId3"/>
          <a:stretch>
            <a:fillRect/>
          </a:stretch>
        </p:blipFill>
        <p:spPr>
          <a:xfrm>
            <a:off x="6031967" y="1941512"/>
            <a:ext cx="2209800" cy="4448175"/>
          </a:xfrm>
          <a:prstGeom prst="rect">
            <a:avLst/>
          </a:prstGeom>
        </p:spPr>
      </p:pic>
      <p:pic>
        <p:nvPicPr>
          <p:cNvPr id="10" name="Picture 9">
            <a:extLst>
              <a:ext uri="{FF2B5EF4-FFF2-40B4-BE49-F238E27FC236}">
                <a16:creationId xmlns:a16="http://schemas.microsoft.com/office/drawing/2014/main" id="{223B3473-E121-1472-4FC2-07700F378952}"/>
              </a:ext>
            </a:extLst>
          </p:cNvPr>
          <p:cNvPicPr>
            <a:picLocks noChangeAspect="1"/>
          </p:cNvPicPr>
          <p:nvPr/>
        </p:nvPicPr>
        <p:blipFill>
          <a:blip r:embed="rId4"/>
          <a:stretch>
            <a:fillRect/>
          </a:stretch>
        </p:blipFill>
        <p:spPr>
          <a:xfrm>
            <a:off x="3217148" y="5241925"/>
            <a:ext cx="733425" cy="1114425"/>
          </a:xfrm>
          <a:prstGeom prst="rect">
            <a:avLst/>
          </a:prstGeom>
        </p:spPr>
      </p:pic>
      <p:sp>
        <p:nvSpPr>
          <p:cNvPr id="11" name="Rectangle 10">
            <a:extLst>
              <a:ext uri="{FF2B5EF4-FFF2-40B4-BE49-F238E27FC236}">
                <a16:creationId xmlns:a16="http://schemas.microsoft.com/office/drawing/2014/main" id="{141BC56B-C3E1-27A4-79E2-C66939351ABF}"/>
              </a:ext>
            </a:extLst>
          </p:cNvPr>
          <p:cNvSpPr/>
          <p:nvPr/>
        </p:nvSpPr>
        <p:spPr>
          <a:xfrm>
            <a:off x="7806466" y="5241925"/>
            <a:ext cx="2743200" cy="430887"/>
          </a:xfrm>
          <a:prstGeom prst="rect">
            <a:avLst/>
          </a:prstGeom>
          <a:noFill/>
        </p:spPr>
        <p:txBody>
          <a:bodyPr wrap="square" lIns="91440" tIns="45720" rIns="91440" bIns="45720">
            <a:spAutoFit/>
          </a:bodyPr>
          <a:lstStyle/>
          <a:p>
            <a:pPr algn="ctr"/>
            <a:r>
              <a:rPr lang="en-US" sz="2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Sam</a:t>
            </a:r>
            <a:r>
              <a:rPr lang="en-US" sz="2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e values</a:t>
            </a:r>
          </a:p>
        </p:txBody>
      </p:sp>
      <p:sp>
        <p:nvSpPr>
          <p:cNvPr id="12" name="Rectangle 11">
            <a:extLst>
              <a:ext uri="{FF2B5EF4-FFF2-40B4-BE49-F238E27FC236}">
                <a16:creationId xmlns:a16="http://schemas.microsoft.com/office/drawing/2014/main" id="{17989A10-BC0B-8EA0-C546-83E4D3702F10}"/>
              </a:ext>
            </a:extLst>
          </p:cNvPr>
          <p:cNvSpPr/>
          <p:nvPr/>
        </p:nvSpPr>
        <p:spPr>
          <a:xfrm>
            <a:off x="7806466" y="5673726"/>
            <a:ext cx="2743200" cy="430887"/>
          </a:xfrm>
          <a:prstGeom prst="rect">
            <a:avLst/>
          </a:prstGeom>
          <a:noFill/>
        </p:spPr>
        <p:txBody>
          <a:bodyPr wrap="square" lIns="91440" tIns="45720" rIns="91440" bIns="45720">
            <a:spAutoFit/>
          </a:bodyPr>
          <a:lstStyle/>
          <a:p>
            <a:pPr algn="ctr"/>
            <a:r>
              <a:rPr lang="en-US" sz="2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Sam</a:t>
            </a:r>
            <a:r>
              <a:rPr lang="en-US" sz="2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e values</a:t>
            </a:r>
          </a:p>
        </p:txBody>
      </p:sp>
      <p:pic>
        <p:nvPicPr>
          <p:cNvPr id="14" name="Picture 13">
            <a:extLst>
              <a:ext uri="{FF2B5EF4-FFF2-40B4-BE49-F238E27FC236}">
                <a16:creationId xmlns:a16="http://schemas.microsoft.com/office/drawing/2014/main" id="{9046968F-1939-1595-10CF-6F34D0D063DA}"/>
              </a:ext>
            </a:extLst>
          </p:cNvPr>
          <p:cNvPicPr>
            <a:picLocks noChangeAspect="1"/>
          </p:cNvPicPr>
          <p:nvPr/>
        </p:nvPicPr>
        <p:blipFill>
          <a:blip r:embed="rId5"/>
          <a:stretch>
            <a:fillRect/>
          </a:stretch>
        </p:blipFill>
        <p:spPr>
          <a:xfrm>
            <a:off x="8839200" y="3102432"/>
            <a:ext cx="1076325" cy="1285875"/>
          </a:xfrm>
          <a:prstGeom prst="rect">
            <a:avLst/>
          </a:prstGeom>
        </p:spPr>
      </p:pic>
      <p:sp>
        <p:nvSpPr>
          <p:cNvPr id="16" name="TextBox 15">
            <a:extLst>
              <a:ext uri="{FF2B5EF4-FFF2-40B4-BE49-F238E27FC236}">
                <a16:creationId xmlns:a16="http://schemas.microsoft.com/office/drawing/2014/main" id="{D6CA7109-F32E-95F1-6E0F-E0FB965C1C45}"/>
              </a:ext>
            </a:extLst>
          </p:cNvPr>
          <p:cNvSpPr txBox="1"/>
          <p:nvPr/>
        </p:nvSpPr>
        <p:spPr>
          <a:xfrm>
            <a:off x="808970" y="1994037"/>
            <a:ext cx="2667896" cy="600164"/>
          </a:xfrm>
          <a:prstGeom prst="rect">
            <a:avLst/>
          </a:prstGeom>
          <a:noFill/>
        </p:spPr>
        <p:txBody>
          <a:bodyPr wrap="square" rtlCol="0">
            <a:spAutoFit/>
          </a:bodyPr>
          <a:lstStyle/>
          <a:p>
            <a:r>
              <a:rPr lang="fr-CA" sz="3300" b="1" dirty="0">
                <a:solidFill>
                  <a:srgbClr val="00B050"/>
                </a:solidFill>
              </a:rPr>
              <a:t>Example:</a:t>
            </a:r>
            <a:endParaRPr lang="fr-DZ" sz="3300" b="1" dirty="0">
              <a:solidFill>
                <a:srgbClr val="00B050"/>
              </a:solidFill>
            </a:endParaRPr>
          </a:p>
        </p:txBody>
      </p:sp>
    </p:spTree>
    <p:extLst>
      <p:ext uri="{BB962C8B-B14F-4D97-AF65-F5344CB8AC3E}">
        <p14:creationId xmlns:p14="http://schemas.microsoft.com/office/powerpoint/2010/main" val="104436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334FB2-E8C3-0A96-EBF7-47EADC705DE5}"/>
              </a:ext>
            </a:extLst>
          </p:cNvPr>
          <p:cNvSpPr>
            <a:spLocks noGrp="1"/>
          </p:cNvSpPr>
          <p:nvPr>
            <p:ph idx="1"/>
          </p:nvPr>
        </p:nvSpPr>
        <p:spPr/>
        <p:txBody>
          <a:bodyPr/>
          <a:lstStyle/>
          <a:p>
            <a:r>
              <a:rPr lang="en-US" b="1" dirty="0"/>
              <a:t>Definition</a:t>
            </a:r>
          </a:p>
          <a:p>
            <a:pPr marL="714375"/>
            <a:r>
              <a:rPr lang="en-US" dirty="0"/>
              <a:t>Maximal parallelism systems is a determined system of tasks</a:t>
            </a:r>
          </a:p>
          <a:p>
            <a:pPr marL="1439863" indent="-457200">
              <a:buFont typeface="Courier New" panose="02070309020205020404" pitchFamily="49" charset="0"/>
              <a:buChar char="o"/>
            </a:pPr>
            <a:r>
              <a:rPr lang="en-US" b="1" dirty="0"/>
              <a:t>The deletion of any arc (</a:t>
            </a:r>
            <a:r>
              <a:rPr lang="en-US" b="1" dirty="0" err="1"/>
              <a:t>Ti,Tj</a:t>
            </a:r>
            <a:r>
              <a:rPr lang="en-US" b="1" dirty="0"/>
              <a:t>) of the precedence graph G</a:t>
            </a:r>
          </a:p>
          <a:p>
            <a:pPr marL="1439863" indent="-457200">
              <a:buFont typeface="Courier New" panose="02070309020205020404" pitchFamily="49" charset="0"/>
              <a:buChar char="o"/>
            </a:pPr>
            <a:r>
              <a:rPr lang="en-US" b="1" dirty="0"/>
              <a:t>Causes an interference between tasks Ti and </a:t>
            </a:r>
            <a:r>
              <a:rPr lang="en-US" b="1" dirty="0" err="1"/>
              <a:t>Tj</a:t>
            </a:r>
            <a:endParaRPr lang="fr-DZ" b="1" dirty="0"/>
          </a:p>
        </p:txBody>
      </p:sp>
      <p:sp>
        <p:nvSpPr>
          <p:cNvPr id="4" name="Slide Number Placeholder 3">
            <a:extLst>
              <a:ext uri="{FF2B5EF4-FFF2-40B4-BE49-F238E27FC236}">
                <a16:creationId xmlns:a16="http://schemas.microsoft.com/office/drawing/2014/main" id="{FE6E75D4-AF5E-F87C-B6AE-2D79C2E6F69F}"/>
              </a:ext>
            </a:extLst>
          </p:cNvPr>
          <p:cNvSpPr>
            <a:spLocks noGrp="1"/>
          </p:cNvSpPr>
          <p:nvPr>
            <p:ph type="sldNum" sz="quarter" idx="12"/>
          </p:nvPr>
        </p:nvSpPr>
        <p:spPr/>
        <p:txBody>
          <a:bodyPr/>
          <a:lstStyle/>
          <a:p>
            <a:fld id="{AE542B33-DB44-41E8-8F43-C86F545B5A10}" type="slidenum">
              <a:rPr lang="fr-DZ" smtClean="0"/>
              <a:t>59</a:t>
            </a:fld>
            <a:endParaRPr lang="fr-DZ"/>
          </a:p>
        </p:txBody>
      </p:sp>
      <p:pic>
        <p:nvPicPr>
          <p:cNvPr id="6" name="Picture 5">
            <a:extLst>
              <a:ext uri="{FF2B5EF4-FFF2-40B4-BE49-F238E27FC236}">
                <a16:creationId xmlns:a16="http://schemas.microsoft.com/office/drawing/2014/main" id="{AA3FC6F4-20F1-3E00-BA68-E648FEF4C5D7}"/>
              </a:ext>
            </a:extLst>
          </p:cNvPr>
          <p:cNvPicPr>
            <a:picLocks noChangeAspect="1"/>
          </p:cNvPicPr>
          <p:nvPr/>
        </p:nvPicPr>
        <p:blipFill>
          <a:blip r:embed="rId2"/>
          <a:stretch>
            <a:fillRect/>
          </a:stretch>
        </p:blipFill>
        <p:spPr>
          <a:xfrm>
            <a:off x="2682917" y="4645443"/>
            <a:ext cx="6826166" cy="748533"/>
          </a:xfrm>
          <a:prstGeom prst="rect">
            <a:avLst/>
          </a:prstGeom>
        </p:spPr>
      </p:pic>
      <p:pic>
        <p:nvPicPr>
          <p:cNvPr id="8" name="Picture 7">
            <a:extLst>
              <a:ext uri="{FF2B5EF4-FFF2-40B4-BE49-F238E27FC236}">
                <a16:creationId xmlns:a16="http://schemas.microsoft.com/office/drawing/2014/main" id="{66196341-88B5-B935-FED6-4C2B5815060C}"/>
              </a:ext>
            </a:extLst>
          </p:cNvPr>
          <p:cNvPicPr>
            <a:picLocks noChangeAspect="1"/>
          </p:cNvPicPr>
          <p:nvPr/>
        </p:nvPicPr>
        <p:blipFill>
          <a:blip r:embed="rId3"/>
          <a:stretch>
            <a:fillRect/>
          </a:stretch>
        </p:blipFill>
        <p:spPr>
          <a:xfrm>
            <a:off x="3189736" y="5391175"/>
            <a:ext cx="5812527" cy="782987"/>
          </a:xfrm>
          <a:prstGeom prst="rect">
            <a:avLst/>
          </a:prstGeom>
        </p:spPr>
      </p:pic>
      <p:sp>
        <p:nvSpPr>
          <p:cNvPr id="9" name="TextBox 8">
            <a:extLst>
              <a:ext uri="{FF2B5EF4-FFF2-40B4-BE49-F238E27FC236}">
                <a16:creationId xmlns:a16="http://schemas.microsoft.com/office/drawing/2014/main" id="{CE802982-CA65-F495-35CD-07BC8B987A2D}"/>
              </a:ext>
            </a:extLst>
          </p:cNvPr>
          <p:cNvSpPr txBox="1"/>
          <p:nvPr/>
        </p:nvSpPr>
        <p:spPr>
          <a:xfrm>
            <a:off x="1122162" y="4147087"/>
            <a:ext cx="1560755" cy="430887"/>
          </a:xfrm>
          <a:prstGeom prst="rect">
            <a:avLst/>
          </a:prstGeom>
          <a:noFill/>
        </p:spPr>
        <p:txBody>
          <a:bodyPr wrap="square" rtlCol="0">
            <a:spAutoFit/>
          </a:bodyPr>
          <a:lstStyle/>
          <a:p>
            <a:r>
              <a:rPr lang="fr-CA" sz="2200" b="1" dirty="0">
                <a:solidFill>
                  <a:srgbClr val="00B050"/>
                </a:solidFill>
                <a:latin typeface="Arial" panose="020B0604020202020204" pitchFamily="34" charset="0"/>
                <a:cs typeface="Arial" panose="020B0604020202020204" pitchFamily="34" charset="0"/>
              </a:rPr>
              <a:t>Example:</a:t>
            </a:r>
            <a:endParaRPr lang="fr-DZ" sz="2200" b="1" dirty="0">
              <a:solidFill>
                <a:srgbClr val="00B050"/>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FECE438F-9F71-E202-6FE5-1A8B5DC2FECF}"/>
              </a:ext>
            </a:extLst>
          </p:cNvPr>
          <p:cNvSpPr>
            <a:spLocks noGrp="1"/>
          </p:cNvSpPr>
          <p:nvPr>
            <p:ph type="title"/>
          </p:nvPr>
        </p:nvSpPr>
        <p:spPr>
          <a:xfrm>
            <a:off x="838200" y="365125"/>
            <a:ext cx="10515600" cy="1325563"/>
          </a:xfrm>
        </p:spPr>
        <p:txBody>
          <a:bodyPr/>
          <a:lstStyle/>
          <a:p>
            <a:r>
              <a:rPr lang="fr-FR" b="1" dirty="0">
                <a:solidFill>
                  <a:srgbClr val="FF0000"/>
                </a:solidFill>
                <a:latin typeface="Arial" panose="020B0604020202020204" pitchFamily="34" charset="0"/>
                <a:cs typeface="Arial" panose="020B0604020202020204" pitchFamily="34" charset="0"/>
              </a:rPr>
              <a:t>Maximum </a:t>
            </a:r>
            <a:r>
              <a:rPr lang="fr-FR" b="1" dirty="0" err="1">
                <a:solidFill>
                  <a:srgbClr val="FF0000"/>
                </a:solidFill>
                <a:latin typeface="Arial" panose="020B0604020202020204" pitchFamily="34" charset="0"/>
                <a:cs typeface="Arial" panose="020B0604020202020204" pitchFamily="34" charset="0"/>
              </a:rPr>
              <a:t>parallelism</a:t>
            </a:r>
            <a:endParaRPr lang="fr-DZ"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2849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BEFF0-419E-A9AA-8D96-6E64F02CBA15}"/>
              </a:ext>
            </a:extLst>
          </p:cNvPr>
          <p:cNvSpPr>
            <a:spLocks noGrp="1"/>
          </p:cNvSpPr>
          <p:nvPr>
            <p:ph idx="1"/>
          </p:nvPr>
        </p:nvSpPr>
        <p:spPr>
          <a:xfrm>
            <a:off x="838200" y="1687513"/>
            <a:ext cx="10515600" cy="4351338"/>
          </a:xfrm>
        </p:spPr>
        <p:txBody>
          <a:bodyPr>
            <a:normAutofit fontScale="92500"/>
          </a:bodyPr>
          <a:lstStyle/>
          <a:p>
            <a:r>
              <a:rPr lang="en-US" b="1" dirty="0">
                <a:latin typeface="Arial" panose="020B0604020202020204" pitchFamily="34" charset="0"/>
                <a:cs typeface="Arial" panose="020B0604020202020204" pitchFamily="34" charset="0"/>
              </a:rPr>
              <a:t>Theorem</a:t>
            </a:r>
          </a:p>
          <a:p>
            <a:pPr marL="714375">
              <a:buFont typeface="Courier New" panose="02070309020205020404" pitchFamily="49" charset="0"/>
              <a:buChar char="o"/>
            </a:pPr>
            <a:r>
              <a:rPr lang="en-US" dirty="0"/>
              <a:t> Let </a:t>
            </a:r>
            <a:r>
              <a:rPr lang="en-US" b="1" dirty="0"/>
              <a:t>S</a:t>
            </a:r>
            <a:r>
              <a:rPr lang="en-US" dirty="0"/>
              <a:t>=(</a:t>
            </a:r>
            <a:r>
              <a:rPr lang="en-US" b="1" dirty="0"/>
              <a:t>E</a:t>
            </a:r>
            <a:r>
              <a:rPr lang="en-US" dirty="0"/>
              <a:t>,&lt;) be a </a:t>
            </a:r>
            <a:r>
              <a:rPr lang="en-US" b="1" dirty="0"/>
              <a:t>determined</a:t>
            </a:r>
            <a:r>
              <a:rPr lang="en-US" dirty="0"/>
              <a:t> system of tasks</a:t>
            </a:r>
          </a:p>
          <a:p>
            <a:pPr marL="714375">
              <a:buFont typeface="Courier New" panose="02070309020205020404" pitchFamily="49" charset="0"/>
              <a:buChar char="o"/>
            </a:pPr>
            <a:r>
              <a:rPr lang="en-US" dirty="0"/>
              <a:t> There exists a unique maximal parallelism system </a:t>
            </a:r>
            <a:r>
              <a:rPr lang="en-US" b="1" kern="100" dirty="0">
                <a:effectLst/>
                <a:latin typeface="Aptos" panose="020B0004020202020204" pitchFamily="34" charset="0"/>
                <a:ea typeface="Aptos" panose="020B0004020202020204" pitchFamily="34" charset="0"/>
                <a:cs typeface="Arial" panose="020B0604020202020204" pitchFamily="34" charset="0"/>
              </a:rPr>
              <a:t>S</a:t>
            </a:r>
            <a:r>
              <a:rPr lang="en-US" b="1" kern="100" baseline="-25000" dirty="0">
                <a:effectLst/>
                <a:latin typeface="Aptos" panose="020B0004020202020204" pitchFamily="34" charset="0"/>
                <a:ea typeface="Aptos" panose="020B0004020202020204" pitchFamily="34" charset="0"/>
                <a:cs typeface="Arial" panose="020B0604020202020204" pitchFamily="34" charset="0"/>
              </a:rPr>
              <a:t>max</a:t>
            </a:r>
            <a:r>
              <a:rPr lang="fr-CA" b="1" kern="100" baseline="-25000" dirty="0">
                <a:latin typeface="Aptos" panose="020B0004020202020204" pitchFamily="34" charset="0"/>
                <a:ea typeface="Aptos" panose="020B0004020202020204" pitchFamily="34" charset="0"/>
                <a:cs typeface="Arial" panose="020B0604020202020204" pitchFamily="34" charset="0"/>
              </a:rPr>
              <a:t> </a:t>
            </a:r>
            <a:r>
              <a:rPr lang="en-US" dirty="0"/>
              <a:t>equivalent to </a:t>
            </a:r>
            <a:r>
              <a:rPr lang="en-US" b="1" dirty="0"/>
              <a:t>S</a:t>
            </a:r>
          </a:p>
          <a:p>
            <a:pPr marL="714375">
              <a:buFont typeface="Courier New" panose="02070309020205020404" pitchFamily="49" charset="0"/>
              <a:buChar char="o"/>
            </a:pPr>
            <a:r>
              <a:rPr lang="en-US" b="1" dirty="0"/>
              <a:t> </a:t>
            </a:r>
            <a:r>
              <a:rPr lang="en-US" b="1" kern="100" dirty="0">
                <a:effectLst/>
                <a:latin typeface="Aptos" panose="020B0004020202020204" pitchFamily="34" charset="0"/>
                <a:ea typeface="Aptos" panose="020B0004020202020204" pitchFamily="34" charset="0"/>
                <a:cs typeface="Arial" panose="020B0604020202020204" pitchFamily="34" charset="0"/>
              </a:rPr>
              <a:t>S</a:t>
            </a:r>
            <a:r>
              <a:rPr lang="en-US" b="1" kern="100" baseline="-25000" dirty="0">
                <a:effectLst/>
                <a:latin typeface="Aptos" panose="020B0004020202020204" pitchFamily="34" charset="0"/>
                <a:ea typeface="Aptos" panose="020B0004020202020204" pitchFamily="34" charset="0"/>
                <a:cs typeface="Arial" panose="020B0604020202020204" pitchFamily="34" charset="0"/>
              </a:rPr>
              <a:t>max</a:t>
            </a:r>
            <a:r>
              <a:rPr lang="en-US" dirty="0"/>
              <a:t>=(</a:t>
            </a:r>
            <a:r>
              <a:rPr lang="en-US" b="1" dirty="0"/>
              <a:t>E</a:t>
            </a:r>
            <a:r>
              <a:rPr lang="en-US" dirty="0"/>
              <a:t>, &lt;</a:t>
            </a:r>
            <a:r>
              <a:rPr lang="en-US" b="1" kern="100" baseline="-25000" dirty="0">
                <a:effectLst/>
                <a:latin typeface="Aptos" panose="020B0004020202020204" pitchFamily="34" charset="0"/>
                <a:ea typeface="Aptos" panose="020B0004020202020204" pitchFamily="34" charset="0"/>
                <a:cs typeface="Arial" panose="020B0604020202020204" pitchFamily="34" charset="0"/>
              </a:rPr>
              <a:t>max</a:t>
            </a:r>
            <a:r>
              <a:rPr lang="en-US" dirty="0"/>
              <a:t>) and to obtain &lt;</a:t>
            </a:r>
            <a:r>
              <a:rPr lang="en-US" b="1" kern="100" baseline="-25000" dirty="0">
                <a:effectLst/>
                <a:latin typeface="Aptos" panose="020B0004020202020204" pitchFamily="34" charset="0"/>
                <a:ea typeface="Aptos" panose="020B0004020202020204" pitchFamily="34" charset="0"/>
                <a:cs typeface="Arial" panose="020B0604020202020204" pitchFamily="34" charset="0"/>
              </a:rPr>
              <a:t>max</a:t>
            </a:r>
            <a:r>
              <a:rPr lang="en-US" dirty="0"/>
              <a:t> it is necessary to:</a:t>
            </a:r>
          </a:p>
          <a:p>
            <a:pPr marL="1382713" indent="-457200">
              <a:buFont typeface="Wingdings" panose="05000000000000000000" pitchFamily="2" charset="2"/>
              <a:buChar char="ü"/>
            </a:pPr>
            <a:r>
              <a:rPr lang="en-US" b="1" dirty="0"/>
              <a:t>construct R the transitive closure of &lt;</a:t>
            </a:r>
          </a:p>
          <a:p>
            <a:pPr marL="1382713" indent="-457200">
              <a:buFont typeface="Wingdings" panose="05000000000000000000" pitchFamily="2" charset="2"/>
              <a:buChar char="ü"/>
            </a:pPr>
            <a:r>
              <a:rPr lang="en-US" b="1" dirty="0"/>
              <a:t>construct the relation R' from R such that Ti R' </a:t>
            </a:r>
            <a:r>
              <a:rPr lang="en-US" b="1" dirty="0" err="1"/>
              <a:t>Tj</a:t>
            </a:r>
            <a:r>
              <a:rPr lang="en-US" b="1" dirty="0"/>
              <a:t> if and only if</a:t>
            </a:r>
          </a:p>
          <a:p>
            <a:pPr marL="1382713" indent="-457200">
              <a:buFont typeface="Wingdings" panose="05000000000000000000" pitchFamily="2" charset="2"/>
              <a:buChar char="ü"/>
            </a:pPr>
            <a:endParaRPr lang="en-US" dirty="0"/>
          </a:p>
          <a:p>
            <a:pPr marL="1382713" indent="-457200">
              <a:buFont typeface="Wingdings" panose="05000000000000000000" pitchFamily="2" charset="2"/>
              <a:buChar char="ü"/>
            </a:pPr>
            <a:endParaRPr lang="en-US" dirty="0"/>
          </a:p>
          <a:p>
            <a:pPr marL="1382713" indent="-457200">
              <a:buFont typeface="Wingdings" panose="05000000000000000000" pitchFamily="2" charset="2"/>
              <a:buChar char="ü"/>
            </a:pPr>
            <a:r>
              <a:rPr lang="en-US" dirty="0"/>
              <a:t>eliminate the redundancy of the relation R'</a:t>
            </a:r>
            <a:endParaRPr lang="fr-DZ" dirty="0"/>
          </a:p>
        </p:txBody>
      </p:sp>
      <p:sp>
        <p:nvSpPr>
          <p:cNvPr id="4" name="Slide Number Placeholder 3">
            <a:extLst>
              <a:ext uri="{FF2B5EF4-FFF2-40B4-BE49-F238E27FC236}">
                <a16:creationId xmlns:a16="http://schemas.microsoft.com/office/drawing/2014/main" id="{93E41AAA-7E5D-C9FD-7CCB-73D906A8424B}"/>
              </a:ext>
            </a:extLst>
          </p:cNvPr>
          <p:cNvSpPr>
            <a:spLocks noGrp="1"/>
          </p:cNvSpPr>
          <p:nvPr>
            <p:ph type="sldNum" sz="quarter" idx="12"/>
          </p:nvPr>
        </p:nvSpPr>
        <p:spPr>
          <a:xfrm>
            <a:off x="8610600" y="6311900"/>
            <a:ext cx="2743200" cy="365125"/>
          </a:xfrm>
        </p:spPr>
        <p:txBody>
          <a:bodyPr/>
          <a:lstStyle/>
          <a:p>
            <a:fld id="{AE542B33-DB44-41E8-8F43-C86F545B5A10}" type="slidenum">
              <a:rPr lang="fr-DZ" smtClean="0"/>
              <a:t>60</a:t>
            </a:fld>
            <a:endParaRPr lang="fr-DZ"/>
          </a:p>
        </p:txBody>
      </p:sp>
      <p:pic>
        <p:nvPicPr>
          <p:cNvPr id="6" name="Picture 5">
            <a:extLst>
              <a:ext uri="{FF2B5EF4-FFF2-40B4-BE49-F238E27FC236}">
                <a16:creationId xmlns:a16="http://schemas.microsoft.com/office/drawing/2014/main" id="{77D440A4-8BA2-6F4B-A4DE-407E6DF972EC}"/>
              </a:ext>
            </a:extLst>
          </p:cNvPr>
          <p:cNvPicPr>
            <a:picLocks noChangeAspect="1"/>
          </p:cNvPicPr>
          <p:nvPr/>
        </p:nvPicPr>
        <p:blipFill>
          <a:blip r:embed="rId2"/>
          <a:stretch>
            <a:fillRect/>
          </a:stretch>
        </p:blipFill>
        <p:spPr>
          <a:xfrm>
            <a:off x="3732509" y="4568256"/>
            <a:ext cx="4057650" cy="952500"/>
          </a:xfrm>
          <a:prstGeom prst="rect">
            <a:avLst/>
          </a:prstGeom>
        </p:spPr>
      </p:pic>
      <p:sp>
        <p:nvSpPr>
          <p:cNvPr id="7" name="Title 1">
            <a:extLst>
              <a:ext uri="{FF2B5EF4-FFF2-40B4-BE49-F238E27FC236}">
                <a16:creationId xmlns:a16="http://schemas.microsoft.com/office/drawing/2014/main" id="{642A2FD8-0905-3F0C-648A-C4B9E2D9B6A0}"/>
              </a:ext>
            </a:extLst>
          </p:cNvPr>
          <p:cNvSpPr>
            <a:spLocks noGrp="1"/>
          </p:cNvSpPr>
          <p:nvPr>
            <p:ph type="title"/>
          </p:nvPr>
        </p:nvSpPr>
        <p:spPr>
          <a:xfrm>
            <a:off x="838200" y="365125"/>
            <a:ext cx="10515600" cy="1325563"/>
          </a:xfrm>
        </p:spPr>
        <p:txBody>
          <a:bodyPr/>
          <a:lstStyle/>
          <a:p>
            <a:r>
              <a:rPr lang="fr-FR" b="1" dirty="0">
                <a:solidFill>
                  <a:srgbClr val="FF0000"/>
                </a:solidFill>
                <a:latin typeface="Arial" panose="020B0604020202020204" pitchFamily="34" charset="0"/>
                <a:cs typeface="Arial" panose="020B0604020202020204" pitchFamily="34" charset="0"/>
              </a:rPr>
              <a:t>Maximum </a:t>
            </a:r>
            <a:r>
              <a:rPr lang="fr-FR" b="1" dirty="0" err="1">
                <a:solidFill>
                  <a:srgbClr val="FF0000"/>
                </a:solidFill>
                <a:latin typeface="Arial" panose="020B0604020202020204" pitchFamily="34" charset="0"/>
                <a:cs typeface="Arial" panose="020B0604020202020204" pitchFamily="34" charset="0"/>
              </a:rPr>
              <a:t>parallelism</a:t>
            </a:r>
            <a:endParaRPr lang="fr-DZ" b="1" dirty="0">
              <a:solidFill>
                <a:srgbClr val="FF000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EA9B280-73B7-671F-6368-36F2A180F26B}"/>
              </a:ext>
            </a:extLst>
          </p:cNvPr>
          <p:cNvSpPr txBox="1"/>
          <p:nvPr/>
        </p:nvSpPr>
        <p:spPr>
          <a:xfrm>
            <a:off x="3108960" y="4859840"/>
            <a:ext cx="882127" cy="369332"/>
          </a:xfrm>
          <a:prstGeom prst="rect">
            <a:avLst/>
          </a:prstGeom>
          <a:noFill/>
        </p:spPr>
        <p:txBody>
          <a:bodyPr wrap="square" rtlCol="0">
            <a:spAutoFit/>
          </a:bodyPr>
          <a:lstStyle/>
          <a:p>
            <a:r>
              <a:rPr lang="fr-CA" b="1" dirty="0">
                <a:effectLst>
                  <a:outerShdw blurRad="38100" dist="38100" dir="2700000" algn="tl">
                    <a:srgbClr val="000000">
                      <a:alpha val="43137"/>
                    </a:srgbClr>
                  </a:outerShdw>
                </a:effectLst>
              </a:rPr>
              <a:t>AND</a:t>
            </a:r>
            <a:endParaRPr lang="fr-DZ"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46734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7C809D-4B2F-02EB-8D00-154ED8D0E96B}"/>
              </a:ext>
            </a:extLst>
          </p:cNvPr>
          <p:cNvSpPr>
            <a:spLocks noGrp="1"/>
          </p:cNvSpPr>
          <p:nvPr>
            <p:ph type="sldNum" sz="quarter" idx="12"/>
          </p:nvPr>
        </p:nvSpPr>
        <p:spPr/>
        <p:txBody>
          <a:bodyPr/>
          <a:lstStyle/>
          <a:p>
            <a:fld id="{AE542B33-DB44-41E8-8F43-C86F545B5A10}" type="slidenum">
              <a:rPr lang="fr-DZ" smtClean="0"/>
              <a:t>61</a:t>
            </a:fld>
            <a:endParaRPr lang="fr-DZ"/>
          </a:p>
        </p:txBody>
      </p:sp>
      <p:pic>
        <p:nvPicPr>
          <p:cNvPr id="6" name="Picture 5">
            <a:extLst>
              <a:ext uri="{FF2B5EF4-FFF2-40B4-BE49-F238E27FC236}">
                <a16:creationId xmlns:a16="http://schemas.microsoft.com/office/drawing/2014/main" id="{8D7DBFBD-8AD7-4A38-2BC1-65C20444CBFC}"/>
              </a:ext>
            </a:extLst>
          </p:cNvPr>
          <p:cNvPicPr>
            <a:picLocks noChangeAspect="1"/>
          </p:cNvPicPr>
          <p:nvPr/>
        </p:nvPicPr>
        <p:blipFill>
          <a:blip r:embed="rId2"/>
          <a:stretch>
            <a:fillRect/>
          </a:stretch>
        </p:blipFill>
        <p:spPr>
          <a:xfrm>
            <a:off x="3420932" y="2624080"/>
            <a:ext cx="4762052" cy="2336790"/>
          </a:xfrm>
          <a:prstGeom prst="rect">
            <a:avLst/>
          </a:prstGeom>
        </p:spPr>
      </p:pic>
      <p:sp>
        <p:nvSpPr>
          <p:cNvPr id="5" name="TextBox 4">
            <a:extLst>
              <a:ext uri="{FF2B5EF4-FFF2-40B4-BE49-F238E27FC236}">
                <a16:creationId xmlns:a16="http://schemas.microsoft.com/office/drawing/2014/main" id="{FA0ECB36-BC69-FA79-5804-5A532BA6DD26}"/>
              </a:ext>
            </a:extLst>
          </p:cNvPr>
          <p:cNvSpPr txBox="1"/>
          <p:nvPr/>
        </p:nvSpPr>
        <p:spPr>
          <a:xfrm>
            <a:off x="526094" y="2023916"/>
            <a:ext cx="2244678" cy="600164"/>
          </a:xfrm>
          <a:prstGeom prst="rect">
            <a:avLst/>
          </a:prstGeom>
          <a:noFill/>
        </p:spPr>
        <p:txBody>
          <a:bodyPr wrap="square" rtlCol="0">
            <a:spAutoFit/>
          </a:bodyPr>
          <a:lstStyle/>
          <a:p>
            <a:r>
              <a:rPr lang="fr-CA" sz="3300" b="1" dirty="0">
                <a:solidFill>
                  <a:srgbClr val="00B050"/>
                </a:solidFill>
                <a:latin typeface="Arial" panose="020B0604020202020204" pitchFamily="34" charset="0"/>
                <a:cs typeface="Arial" panose="020B0604020202020204" pitchFamily="34" charset="0"/>
              </a:rPr>
              <a:t>Example:</a:t>
            </a:r>
            <a:endParaRPr lang="fr-DZ" sz="3300" b="1" dirty="0">
              <a:solidFill>
                <a:srgbClr val="00B050"/>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2DC3A47B-F8AB-ED43-3A66-AB9DD4BC703F}"/>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solidFill>
                  <a:srgbClr val="FF0000"/>
                </a:solidFill>
                <a:latin typeface="Arial" panose="020B0604020202020204" pitchFamily="34" charset="0"/>
                <a:cs typeface="Arial" panose="020B0604020202020204" pitchFamily="34" charset="0"/>
              </a:rPr>
              <a:t>Maximum parallelism</a:t>
            </a:r>
            <a:endParaRPr lang="fr-DZ"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32034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23BF-42B8-2FD4-2BB2-73C06E87BD96}"/>
              </a:ext>
            </a:extLst>
          </p:cNvPr>
          <p:cNvSpPr>
            <a:spLocks noGrp="1"/>
          </p:cNvSpPr>
          <p:nvPr>
            <p:ph type="title"/>
          </p:nvPr>
        </p:nvSpPr>
        <p:spPr>
          <a:xfrm>
            <a:off x="375621" y="586142"/>
            <a:ext cx="10515600" cy="1325563"/>
          </a:xfrm>
        </p:spPr>
        <p:txBody>
          <a:bodyPr/>
          <a:lstStyle/>
          <a:p>
            <a:pPr marL="571500" indent="-571500">
              <a:buFont typeface="Wingdings" panose="05000000000000000000" pitchFamily="2" charset="2"/>
              <a:buChar char="Ø"/>
            </a:pPr>
            <a:r>
              <a:rPr lang="fr-CA" dirty="0"/>
              <a:t>Step1: </a:t>
            </a:r>
            <a:r>
              <a:rPr lang="en-US" dirty="0"/>
              <a:t>transitive closure</a:t>
            </a:r>
            <a:br>
              <a:rPr lang="en-US" dirty="0"/>
            </a:br>
            <a:endParaRPr lang="fr-DZ" dirty="0"/>
          </a:p>
        </p:txBody>
      </p:sp>
      <p:sp>
        <p:nvSpPr>
          <p:cNvPr id="4" name="Slide Number Placeholder 3">
            <a:extLst>
              <a:ext uri="{FF2B5EF4-FFF2-40B4-BE49-F238E27FC236}">
                <a16:creationId xmlns:a16="http://schemas.microsoft.com/office/drawing/2014/main" id="{B513F06C-4C81-9761-DD4C-353DF1ECD239}"/>
              </a:ext>
            </a:extLst>
          </p:cNvPr>
          <p:cNvSpPr>
            <a:spLocks noGrp="1"/>
          </p:cNvSpPr>
          <p:nvPr>
            <p:ph type="sldNum" sz="quarter" idx="12"/>
          </p:nvPr>
        </p:nvSpPr>
        <p:spPr/>
        <p:txBody>
          <a:bodyPr/>
          <a:lstStyle/>
          <a:p>
            <a:fld id="{AE542B33-DB44-41E8-8F43-C86F545B5A10}" type="slidenum">
              <a:rPr lang="fr-DZ" smtClean="0"/>
              <a:t>62</a:t>
            </a:fld>
            <a:endParaRPr lang="fr-DZ"/>
          </a:p>
        </p:txBody>
      </p:sp>
      <p:pic>
        <p:nvPicPr>
          <p:cNvPr id="8" name="Picture 7">
            <a:extLst>
              <a:ext uri="{FF2B5EF4-FFF2-40B4-BE49-F238E27FC236}">
                <a16:creationId xmlns:a16="http://schemas.microsoft.com/office/drawing/2014/main" id="{9DCCD929-52FE-58EE-F28C-4D246AA5C99F}"/>
              </a:ext>
            </a:extLst>
          </p:cNvPr>
          <p:cNvPicPr>
            <a:picLocks noChangeAspect="1"/>
          </p:cNvPicPr>
          <p:nvPr/>
        </p:nvPicPr>
        <p:blipFill>
          <a:blip r:embed="rId2"/>
          <a:stretch>
            <a:fillRect/>
          </a:stretch>
        </p:blipFill>
        <p:spPr>
          <a:xfrm>
            <a:off x="3451524" y="2374334"/>
            <a:ext cx="5505450" cy="2295525"/>
          </a:xfrm>
          <a:prstGeom prst="rect">
            <a:avLst/>
          </a:prstGeom>
        </p:spPr>
      </p:pic>
      <p:sp>
        <p:nvSpPr>
          <p:cNvPr id="16" name="TextBox 15">
            <a:extLst>
              <a:ext uri="{FF2B5EF4-FFF2-40B4-BE49-F238E27FC236}">
                <a16:creationId xmlns:a16="http://schemas.microsoft.com/office/drawing/2014/main" id="{32A6FD1E-984E-E1F4-6B74-2E160F515651}"/>
              </a:ext>
            </a:extLst>
          </p:cNvPr>
          <p:cNvSpPr txBox="1"/>
          <p:nvPr/>
        </p:nvSpPr>
        <p:spPr>
          <a:xfrm>
            <a:off x="2467984" y="1311541"/>
            <a:ext cx="6142616" cy="600164"/>
          </a:xfrm>
          <a:prstGeom prst="rect">
            <a:avLst/>
          </a:prstGeom>
          <a:noFill/>
        </p:spPr>
        <p:txBody>
          <a:bodyPr wrap="square">
            <a:spAutoFit/>
          </a:bodyPr>
          <a:lstStyle/>
          <a:p>
            <a:pPr marL="285750" indent="-285750">
              <a:buFont typeface="Wingdings" panose="05000000000000000000" pitchFamily="2" charset="2"/>
              <a:buChar char="ü"/>
            </a:pPr>
            <a:r>
              <a:rPr lang="en-US" sz="3300" dirty="0"/>
              <a:t> add transitive arcs to the graph</a:t>
            </a:r>
            <a:endParaRPr lang="fr-DZ" sz="3300" dirty="0"/>
          </a:p>
        </p:txBody>
      </p:sp>
    </p:spTree>
    <p:extLst>
      <p:ext uri="{BB962C8B-B14F-4D97-AF65-F5344CB8AC3E}">
        <p14:creationId xmlns:p14="http://schemas.microsoft.com/office/powerpoint/2010/main" val="23578686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F97B-B89C-293A-13DB-829CD31423A2}"/>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fr-CA" dirty="0"/>
              <a:t>Step2: </a:t>
            </a:r>
            <a:r>
              <a:rPr lang="en-US" dirty="0"/>
              <a:t>Remove arcs without which there is no inference</a:t>
            </a:r>
            <a:endParaRPr lang="fr-DZ" dirty="0"/>
          </a:p>
        </p:txBody>
      </p:sp>
      <p:sp>
        <p:nvSpPr>
          <p:cNvPr id="4" name="Slide Number Placeholder 3">
            <a:extLst>
              <a:ext uri="{FF2B5EF4-FFF2-40B4-BE49-F238E27FC236}">
                <a16:creationId xmlns:a16="http://schemas.microsoft.com/office/drawing/2014/main" id="{50AA9AEA-EB7F-9398-453A-1292BEC7DCDE}"/>
              </a:ext>
            </a:extLst>
          </p:cNvPr>
          <p:cNvSpPr>
            <a:spLocks noGrp="1"/>
          </p:cNvSpPr>
          <p:nvPr>
            <p:ph type="sldNum" sz="quarter" idx="12"/>
          </p:nvPr>
        </p:nvSpPr>
        <p:spPr/>
        <p:txBody>
          <a:bodyPr/>
          <a:lstStyle/>
          <a:p>
            <a:fld id="{AE542B33-DB44-41E8-8F43-C86F545B5A10}" type="slidenum">
              <a:rPr lang="fr-DZ" smtClean="0"/>
              <a:t>63</a:t>
            </a:fld>
            <a:endParaRPr lang="fr-DZ"/>
          </a:p>
        </p:txBody>
      </p:sp>
      <p:pic>
        <p:nvPicPr>
          <p:cNvPr id="10" name="Picture 9">
            <a:extLst>
              <a:ext uri="{FF2B5EF4-FFF2-40B4-BE49-F238E27FC236}">
                <a16:creationId xmlns:a16="http://schemas.microsoft.com/office/drawing/2014/main" id="{D2924650-4689-B50F-9FC6-A6A8911214F3}"/>
              </a:ext>
            </a:extLst>
          </p:cNvPr>
          <p:cNvPicPr>
            <a:picLocks noChangeAspect="1"/>
          </p:cNvPicPr>
          <p:nvPr/>
        </p:nvPicPr>
        <p:blipFill>
          <a:blip r:embed="rId2"/>
          <a:stretch>
            <a:fillRect/>
          </a:stretch>
        </p:blipFill>
        <p:spPr>
          <a:xfrm>
            <a:off x="3319398" y="2718469"/>
            <a:ext cx="6176424" cy="2520327"/>
          </a:xfrm>
          <a:prstGeom prst="rect">
            <a:avLst/>
          </a:prstGeom>
        </p:spPr>
      </p:pic>
      <p:sp>
        <p:nvSpPr>
          <p:cNvPr id="11" name="Title 1">
            <a:extLst>
              <a:ext uri="{FF2B5EF4-FFF2-40B4-BE49-F238E27FC236}">
                <a16:creationId xmlns:a16="http://schemas.microsoft.com/office/drawing/2014/main" id="{0DDE68F2-D141-DA99-520E-FD2071C2CAE7}"/>
              </a:ext>
            </a:extLst>
          </p:cNvPr>
          <p:cNvSpPr txBox="1">
            <a:spLocks/>
          </p:cNvSpPr>
          <p:nvPr/>
        </p:nvSpPr>
        <p:spPr>
          <a:xfrm>
            <a:off x="2245094" y="139290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ü"/>
            </a:pPr>
            <a:r>
              <a:rPr lang="en-US" sz="3300" dirty="0"/>
              <a:t>check the sets </a:t>
            </a:r>
            <a:r>
              <a:rPr lang="en-US" sz="3300" b="1" dirty="0"/>
              <a:t>R</a:t>
            </a:r>
            <a:r>
              <a:rPr lang="en-US" sz="3300" dirty="0"/>
              <a:t> and </a:t>
            </a:r>
            <a:r>
              <a:rPr lang="en-US" sz="3300" b="1" dirty="0"/>
              <a:t>W</a:t>
            </a:r>
            <a:r>
              <a:rPr lang="en-US" sz="3300" dirty="0"/>
              <a:t> for each task</a:t>
            </a:r>
            <a:endParaRPr lang="fr-DZ" sz="3300" dirty="0"/>
          </a:p>
        </p:txBody>
      </p:sp>
    </p:spTree>
    <p:extLst>
      <p:ext uri="{BB962C8B-B14F-4D97-AF65-F5344CB8AC3E}">
        <p14:creationId xmlns:p14="http://schemas.microsoft.com/office/powerpoint/2010/main" val="3764858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B0CA-722F-2166-DDC9-A50C1036236E}"/>
              </a:ext>
            </a:extLst>
          </p:cNvPr>
          <p:cNvSpPr>
            <a:spLocks noGrp="1"/>
          </p:cNvSpPr>
          <p:nvPr>
            <p:ph type="title"/>
          </p:nvPr>
        </p:nvSpPr>
        <p:spPr/>
        <p:txBody>
          <a:bodyPr/>
          <a:lstStyle/>
          <a:p>
            <a:pPr marL="571500" indent="-571500">
              <a:buFont typeface="Wingdings" panose="05000000000000000000" pitchFamily="2" charset="2"/>
              <a:buChar char="Ø"/>
            </a:pPr>
            <a:r>
              <a:rPr lang="fr-CA" dirty="0"/>
              <a:t>Step3: </a:t>
            </a:r>
            <a:r>
              <a:rPr lang="en-US" dirty="0"/>
              <a:t>Eliminate arcs if any</a:t>
            </a:r>
            <a:endParaRPr lang="fr-DZ" dirty="0"/>
          </a:p>
        </p:txBody>
      </p:sp>
      <p:sp>
        <p:nvSpPr>
          <p:cNvPr id="4" name="Slide Number Placeholder 3">
            <a:extLst>
              <a:ext uri="{FF2B5EF4-FFF2-40B4-BE49-F238E27FC236}">
                <a16:creationId xmlns:a16="http://schemas.microsoft.com/office/drawing/2014/main" id="{F5E013D4-C07D-58A1-A3E7-B7242F9DC289}"/>
              </a:ext>
            </a:extLst>
          </p:cNvPr>
          <p:cNvSpPr>
            <a:spLocks noGrp="1"/>
          </p:cNvSpPr>
          <p:nvPr>
            <p:ph type="sldNum" sz="quarter" idx="12"/>
          </p:nvPr>
        </p:nvSpPr>
        <p:spPr/>
        <p:txBody>
          <a:bodyPr/>
          <a:lstStyle/>
          <a:p>
            <a:fld id="{AE542B33-DB44-41E8-8F43-C86F545B5A10}" type="slidenum">
              <a:rPr lang="fr-DZ" smtClean="0"/>
              <a:t>64</a:t>
            </a:fld>
            <a:endParaRPr lang="fr-DZ"/>
          </a:p>
        </p:txBody>
      </p:sp>
      <p:pic>
        <p:nvPicPr>
          <p:cNvPr id="13" name="Picture 12">
            <a:extLst>
              <a:ext uri="{FF2B5EF4-FFF2-40B4-BE49-F238E27FC236}">
                <a16:creationId xmlns:a16="http://schemas.microsoft.com/office/drawing/2014/main" id="{D1B5F8C4-2373-B05D-6F87-56D77956DA7F}"/>
              </a:ext>
            </a:extLst>
          </p:cNvPr>
          <p:cNvPicPr>
            <a:picLocks noChangeAspect="1"/>
          </p:cNvPicPr>
          <p:nvPr/>
        </p:nvPicPr>
        <p:blipFill>
          <a:blip r:embed="rId2"/>
          <a:stretch>
            <a:fillRect/>
          </a:stretch>
        </p:blipFill>
        <p:spPr>
          <a:xfrm>
            <a:off x="3262508" y="2781799"/>
            <a:ext cx="5666984" cy="2316504"/>
          </a:xfrm>
          <a:prstGeom prst="rect">
            <a:avLst/>
          </a:prstGeom>
        </p:spPr>
      </p:pic>
      <p:sp>
        <p:nvSpPr>
          <p:cNvPr id="14" name="Title 1">
            <a:extLst>
              <a:ext uri="{FF2B5EF4-FFF2-40B4-BE49-F238E27FC236}">
                <a16:creationId xmlns:a16="http://schemas.microsoft.com/office/drawing/2014/main" id="{44AE1AB0-F603-72F6-DB1F-89020F223FB1}"/>
              </a:ext>
            </a:extLst>
          </p:cNvPr>
          <p:cNvSpPr txBox="1">
            <a:spLocks/>
          </p:cNvSpPr>
          <p:nvPr/>
        </p:nvSpPr>
        <p:spPr>
          <a:xfrm>
            <a:off x="1676400" y="120729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ü"/>
            </a:pPr>
            <a:r>
              <a:rPr lang="en-US" sz="3300" dirty="0"/>
              <a:t>some redundant arcs are no longer redundant (fast path removal)</a:t>
            </a:r>
            <a:endParaRPr lang="fr-DZ" sz="3300" dirty="0"/>
          </a:p>
        </p:txBody>
      </p:sp>
      <p:sp>
        <p:nvSpPr>
          <p:cNvPr id="6" name="TextBox 5">
            <a:extLst>
              <a:ext uri="{FF2B5EF4-FFF2-40B4-BE49-F238E27FC236}">
                <a16:creationId xmlns:a16="http://schemas.microsoft.com/office/drawing/2014/main" id="{D30CF261-A602-91E5-11A7-EE8FD5488D8D}"/>
              </a:ext>
            </a:extLst>
          </p:cNvPr>
          <p:cNvSpPr txBox="1"/>
          <p:nvPr/>
        </p:nvSpPr>
        <p:spPr>
          <a:xfrm>
            <a:off x="1882588" y="5214100"/>
            <a:ext cx="9162826" cy="600164"/>
          </a:xfrm>
          <a:prstGeom prst="rect">
            <a:avLst/>
          </a:prstGeom>
          <a:noFill/>
        </p:spPr>
        <p:txBody>
          <a:bodyPr wrap="square">
            <a:spAutoFit/>
          </a:bodyPr>
          <a:lstStyle/>
          <a:p>
            <a:r>
              <a:rPr lang="fr-FR" sz="3300" b="1" dirty="0">
                <a:solidFill>
                  <a:srgbClr val="00B050"/>
                </a:solidFill>
                <a:latin typeface="Arial" panose="020B0604020202020204" pitchFamily="34" charset="0"/>
                <a:cs typeface="Arial" panose="020B0604020202020204" pitchFamily="34" charset="0"/>
              </a:rPr>
              <a:t>G</a:t>
            </a:r>
            <a:r>
              <a:rPr lang="fr-DZ" sz="3300" b="1" dirty="0" err="1">
                <a:solidFill>
                  <a:srgbClr val="00B050"/>
                </a:solidFill>
                <a:latin typeface="Arial" panose="020B0604020202020204" pitchFamily="34" charset="0"/>
                <a:cs typeface="Arial" panose="020B0604020202020204" pitchFamily="34" charset="0"/>
              </a:rPr>
              <a:t>raph</a:t>
            </a:r>
            <a:r>
              <a:rPr lang="fr-DZ" sz="3300" b="1" dirty="0">
                <a:solidFill>
                  <a:srgbClr val="00B050"/>
                </a:solidFill>
                <a:latin typeface="Arial" panose="020B0604020202020204" pitchFamily="34" charset="0"/>
                <a:cs typeface="Arial" panose="020B0604020202020204" pitchFamily="34" charset="0"/>
              </a:rPr>
              <a:t> of the maximum </a:t>
            </a:r>
            <a:r>
              <a:rPr lang="fr-DZ" sz="3300" b="1" dirty="0" err="1">
                <a:solidFill>
                  <a:srgbClr val="00B050"/>
                </a:solidFill>
                <a:latin typeface="Arial" panose="020B0604020202020204" pitchFamily="34" charset="0"/>
                <a:cs typeface="Arial" panose="020B0604020202020204" pitchFamily="34" charset="0"/>
              </a:rPr>
              <a:t>parallelism</a:t>
            </a:r>
            <a:r>
              <a:rPr lang="fr-DZ" sz="3300" b="1" dirty="0">
                <a:solidFill>
                  <a:srgbClr val="00B050"/>
                </a:solidFill>
                <a:latin typeface="Arial" panose="020B0604020202020204" pitchFamily="34" charset="0"/>
                <a:cs typeface="Arial" panose="020B0604020202020204" pitchFamily="34" charset="0"/>
              </a:rPr>
              <a:t> system</a:t>
            </a:r>
          </a:p>
        </p:txBody>
      </p:sp>
    </p:spTree>
    <p:extLst>
      <p:ext uri="{BB962C8B-B14F-4D97-AF65-F5344CB8AC3E}">
        <p14:creationId xmlns:p14="http://schemas.microsoft.com/office/powerpoint/2010/main" val="1080230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D95EB0-C931-A9C8-FAC3-02A2A6AA07EF}"/>
              </a:ext>
            </a:extLst>
          </p:cNvPr>
          <p:cNvSpPr>
            <a:spLocks noGrp="1"/>
          </p:cNvSpPr>
          <p:nvPr>
            <p:ph idx="1"/>
          </p:nvPr>
        </p:nvSpPr>
        <p:spPr>
          <a:xfrm>
            <a:off x="838200" y="1080655"/>
            <a:ext cx="10515600" cy="5096308"/>
          </a:xfrm>
        </p:spPr>
        <p:txBody>
          <a:bodyPr>
            <a:normAutofit fontScale="62500" lnSpcReduction="20000"/>
          </a:bodyPr>
          <a:lstStyle/>
          <a:p>
            <a:pPr>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Suppose the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following</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task</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system :</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T1 :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read</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(x)</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T2 :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read</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(y) </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T3 : Z1=</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x+y</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T4 : Z2=x*y</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T5: v=z1+z2</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623888">
              <a:lnSpc>
                <a:spcPct val="107000"/>
              </a:lnSpc>
              <a:spcAft>
                <a:spcPts val="800"/>
              </a:spcAft>
            </a:pPr>
            <a:r>
              <a:rPr lang="fr-DZ" sz="3400" kern="100" dirty="0">
                <a:effectLst/>
                <a:latin typeface="Times New Roman" panose="02020603050405020304" pitchFamily="18" charset="0"/>
                <a:ea typeface="Aptos" panose="020B0004020202020204" pitchFamily="34" charset="0"/>
                <a:cs typeface="Arial" panose="020B0604020202020204" pitchFamily="34" charset="0"/>
              </a:rPr>
              <a:t>T6 :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write</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(v)</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pPr marL="0" indent="0">
              <a:lnSpc>
                <a:spcPct val="107000"/>
              </a:lnSpc>
              <a:spcAft>
                <a:spcPts val="800"/>
              </a:spcAft>
              <a:buNone/>
            </a:pPr>
            <a:endParaRPr lang="fr-CA" sz="3400" kern="100" dirty="0">
              <a:effectLst/>
              <a:latin typeface="Times New Roman" panose="02020603050405020304" pitchFamily="18" charset="0"/>
              <a:ea typeface="Aptos" panose="020B0004020202020204" pitchFamily="34" charset="0"/>
              <a:cs typeface="Arial" panose="020B0604020202020204" pitchFamily="34" charset="0"/>
            </a:endParaRPr>
          </a:p>
          <a:p>
            <a:pPr marL="0" indent="0">
              <a:lnSpc>
                <a:spcPct val="107000"/>
              </a:lnSpc>
              <a:spcAft>
                <a:spcPts val="800"/>
              </a:spcAft>
              <a:buNone/>
            </a:pP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Draw</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the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precedence</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graph (or the maximal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parallelism</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graph)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corresponding</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to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this</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system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after</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verifying</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a:t>
            </a:r>
            <a:r>
              <a:rPr lang="fr-DZ" sz="3400" kern="100" dirty="0" err="1">
                <a:effectLst/>
                <a:latin typeface="Times New Roman" panose="02020603050405020304" pitchFamily="18" charset="0"/>
                <a:ea typeface="Aptos" panose="020B0004020202020204" pitchFamily="34" charset="0"/>
                <a:cs typeface="Arial" panose="020B0604020202020204" pitchFamily="34" charset="0"/>
              </a:rPr>
              <a:t>Bernstein’s</a:t>
            </a:r>
            <a:r>
              <a:rPr lang="fr-DZ" sz="3400" kern="100" dirty="0">
                <a:effectLst/>
                <a:latin typeface="Times New Roman" panose="02020603050405020304" pitchFamily="18" charset="0"/>
                <a:ea typeface="Aptos" panose="020B0004020202020204" pitchFamily="34" charset="0"/>
                <a:cs typeface="Arial" panose="020B0604020202020204" pitchFamily="34" charset="0"/>
              </a:rPr>
              <a:t> conditions.</a:t>
            </a:r>
            <a:endParaRPr lang="fr-DZ" sz="3400" kern="100" dirty="0">
              <a:effectLst/>
              <a:latin typeface="Aptos" panose="020B0004020202020204" pitchFamily="34" charset="0"/>
              <a:ea typeface="Aptos" panose="020B0004020202020204" pitchFamily="34" charset="0"/>
              <a:cs typeface="Arial" panose="020B0604020202020204" pitchFamily="34" charset="0"/>
            </a:endParaRPr>
          </a:p>
          <a:p>
            <a:endParaRPr lang="fr-DZ" dirty="0"/>
          </a:p>
        </p:txBody>
      </p:sp>
      <p:sp>
        <p:nvSpPr>
          <p:cNvPr id="4" name="Slide Number Placeholder 3">
            <a:extLst>
              <a:ext uri="{FF2B5EF4-FFF2-40B4-BE49-F238E27FC236}">
                <a16:creationId xmlns:a16="http://schemas.microsoft.com/office/drawing/2014/main" id="{66700F99-13AC-7BDB-3C5D-A00A18C05ABA}"/>
              </a:ext>
            </a:extLst>
          </p:cNvPr>
          <p:cNvSpPr>
            <a:spLocks noGrp="1"/>
          </p:cNvSpPr>
          <p:nvPr>
            <p:ph type="sldNum" sz="quarter" idx="12"/>
          </p:nvPr>
        </p:nvSpPr>
        <p:spPr/>
        <p:txBody>
          <a:bodyPr/>
          <a:lstStyle/>
          <a:p>
            <a:fld id="{AE542B33-DB44-41E8-8F43-C86F545B5A10}" type="slidenum">
              <a:rPr lang="fr-DZ" smtClean="0"/>
              <a:t>65</a:t>
            </a:fld>
            <a:endParaRPr lang="fr-DZ"/>
          </a:p>
        </p:txBody>
      </p:sp>
      <p:sp>
        <p:nvSpPr>
          <p:cNvPr id="5" name="Title 1">
            <a:extLst>
              <a:ext uri="{FF2B5EF4-FFF2-40B4-BE49-F238E27FC236}">
                <a16:creationId xmlns:a16="http://schemas.microsoft.com/office/drawing/2014/main" id="{8A21856B-9402-1D50-64B4-9DA958DAF608}"/>
              </a:ext>
            </a:extLst>
          </p:cNvPr>
          <p:cNvSpPr txBox="1">
            <a:spLocks/>
          </p:cNvSpPr>
          <p:nvPr/>
        </p:nvSpPr>
        <p:spPr>
          <a:xfrm>
            <a:off x="822563" y="-280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t>Exercice:</a:t>
            </a:r>
            <a:endParaRPr lang="fr-DZ" b="1" dirty="0"/>
          </a:p>
        </p:txBody>
      </p:sp>
      <p:sp>
        <p:nvSpPr>
          <p:cNvPr id="2" name="Oval 1">
            <a:extLst>
              <a:ext uri="{FF2B5EF4-FFF2-40B4-BE49-F238E27FC236}">
                <a16:creationId xmlns:a16="http://schemas.microsoft.com/office/drawing/2014/main" id="{0D9B8F6C-5AA0-409F-9A0D-A59BE96E7DB3}"/>
              </a:ext>
            </a:extLst>
          </p:cNvPr>
          <p:cNvSpPr/>
          <p:nvPr/>
        </p:nvSpPr>
        <p:spPr>
          <a:xfrm>
            <a:off x="7894196" y="1949573"/>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T1</a:t>
            </a:r>
            <a:endParaRPr lang="fr-FR" dirty="0">
              <a:solidFill>
                <a:schemeClr val="tx1"/>
              </a:solidFill>
            </a:endParaRPr>
          </a:p>
        </p:txBody>
      </p:sp>
      <p:sp>
        <p:nvSpPr>
          <p:cNvPr id="6" name="Oval 5">
            <a:extLst>
              <a:ext uri="{FF2B5EF4-FFF2-40B4-BE49-F238E27FC236}">
                <a16:creationId xmlns:a16="http://schemas.microsoft.com/office/drawing/2014/main" id="{7411DE71-3ECD-4405-A721-05C988567F25}"/>
              </a:ext>
            </a:extLst>
          </p:cNvPr>
          <p:cNvSpPr/>
          <p:nvPr/>
        </p:nvSpPr>
        <p:spPr>
          <a:xfrm>
            <a:off x="9666587" y="1980679"/>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T4</a:t>
            </a:r>
            <a:endParaRPr lang="fr-FR" dirty="0">
              <a:solidFill>
                <a:schemeClr val="tx1"/>
              </a:solidFill>
            </a:endParaRPr>
          </a:p>
        </p:txBody>
      </p:sp>
      <p:sp>
        <p:nvSpPr>
          <p:cNvPr id="7" name="Oval 6">
            <a:extLst>
              <a:ext uri="{FF2B5EF4-FFF2-40B4-BE49-F238E27FC236}">
                <a16:creationId xmlns:a16="http://schemas.microsoft.com/office/drawing/2014/main" id="{3AB535C2-FBE2-48C1-AD27-E888DC945115}"/>
              </a:ext>
            </a:extLst>
          </p:cNvPr>
          <p:cNvSpPr/>
          <p:nvPr/>
        </p:nvSpPr>
        <p:spPr>
          <a:xfrm>
            <a:off x="7863950" y="382110"/>
            <a:ext cx="877971"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T2</a:t>
            </a:r>
            <a:endParaRPr lang="fr-FR" dirty="0">
              <a:solidFill>
                <a:schemeClr val="tx1"/>
              </a:solidFill>
            </a:endParaRPr>
          </a:p>
        </p:txBody>
      </p:sp>
      <p:sp>
        <p:nvSpPr>
          <p:cNvPr id="8" name="Oval 7">
            <a:extLst>
              <a:ext uri="{FF2B5EF4-FFF2-40B4-BE49-F238E27FC236}">
                <a16:creationId xmlns:a16="http://schemas.microsoft.com/office/drawing/2014/main" id="{100FB65C-BC94-4A87-B793-149E5471C7D3}"/>
              </a:ext>
            </a:extLst>
          </p:cNvPr>
          <p:cNvSpPr/>
          <p:nvPr/>
        </p:nvSpPr>
        <p:spPr>
          <a:xfrm>
            <a:off x="7873475" y="4070781"/>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T6</a:t>
            </a:r>
            <a:endParaRPr lang="fr-FR" dirty="0">
              <a:solidFill>
                <a:schemeClr val="tx1"/>
              </a:solidFill>
            </a:endParaRPr>
          </a:p>
        </p:txBody>
      </p:sp>
      <p:sp>
        <p:nvSpPr>
          <p:cNvPr id="9" name="Oval 8">
            <a:extLst>
              <a:ext uri="{FF2B5EF4-FFF2-40B4-BE49-F238E27FC236}">
                <a16:creationId xmlns:a16="http://schemas.microsoft.com/office/drawing/2014/main" id="{114A2190-DCC3-4902-8E5B-BA8C12B50840}"/>
              </a:ext>
            </a:extLst>
          </p:cNvPr>
          <p:cNvSpPr/>
          <p:nvPr/>
        </p:nvSpPr>
        <p:spPr>
          <a:xfrm>
            <a:off x="7873475" y="2844923"/>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T5</a:t>
            </a:r>
            <a:endParaRPr lang="fr-FR" dirty="0">
              <a:solidFill>
                <a:schemeClr val="tx1"/>
              </a:solidFill>
            </a:endParaRPr>
          </a:p>
        </p:txBody>
      </p:sp>
      <p:sp>
        <p:nvSpPr>
          <p:cNvPr id="10" name="Oval 9">
            <a:extLst>
              <a:ext uri="{FF2B5EF4-FFF2-40B4-BE49-F238E27FC236}">
                <a16:creationId xmlns:a16="http://schemas.microsoft.com/office/drawing/2014/main" id="{B53CA6CC-27AE-4CC7-9CB9-CB3895ACDA2E}"/>
              </a:ext>
            </a:extLst>
          </p:cNvPr>
          <p:cNvSpPr/>
          <p:nvPr/>
        </p:nvSpPr>
        <p:spPr>
          <a:xfrm>
            <a:off x="6080363" y="2233811"/>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T3</a:t>
            </a:r>
            <a:endParaRPr lang="fr-FR" dirty="0">
              <a:solidFill>
                <a:schemeClr val="tx1"/>
              </a:solidFill>
            </a:endParaRPr>
          </a:p>
        </p:txBody>
      </p:sp>
      <p:cxnSp>
        <p:nvCxnSpPr>
          <p:cNvPr id="13" name="Straight Arrow Connector 12">
            <a:extLst>
              <a:ext uri="{FF2B5EF4-FFF2-40B4-BE49-F238E27FC236}">
                <a16:creationId xmlns:a16="http://schemas.microsoft.com/office/drawing/2014/main" id="{29746056-E995-41A3-BE67-C42B725EBAE4}"/>
              </a:ext>
            </a:extLst>
          </p:cNvPr>
          <p:cNvCxnSpPr>
            <a:cxnSpLocks/>
            <a:stCxn id="2" idx="2"/>
            <a:endCxn id="10" idx="7"/>
          </p:cNvCxnSpPr>
          <p:nvPr/>
        </p:nvCxnSpPr>
        <p:spPr>
          <a:xfrm flipH="1">
            <a:off x="6803942" y="2307555"/>
            <a:ext cx="1090254" cy="311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F662D9A-4645-482A-B1BC-980C97DBBCE4}"/>
              </a:ext>
            </a:extLst>
          </p:cNvPr>
          <p:cNvCxnSpPr>
            <a:cxnSpLocks/>
            <a:stCxn id="6" idx="4"/>
            <a:endCxn id="9" idx="6"/>
          </p:cNvCxnSpPr>
          <p:nvPr/>
        </p:nvCxnSpPr>
        <p:spPr>
          <a:xfrm flipH="1">
            <a:off x="8721200" y="2696642"/>
            <a:ext cx="1369250" cy="5062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AA5F3A9-4F43-475C-89FF-89B2014A1A3F}"/>
              </a:ext>
            </a:extLst>
          </p:cNvPr>
          <p:cNvCxnSpPr>
            <a:cxnSpLocks/>
            <a:stCxn id="9" idx="4"/>
            <a:endCxn id="8" idx="0"/>
          </p:cNvCxnSpPr>
          <p:nvPr/>
        </p:nvCxnSpPr>
        <p:spPr>
          <a:xfrm>
            <a:off x="8297338" y="3560886"/>
            <a:ext cx="0" cy="509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8F680E4-E189-4149-8FBD-E2A06FBB82D6}"/>
              </a:ext>
            </a:extLst>
          </p:cNvPr>
          <p:cNvCxnSpPr>
            <a:cxnSpLocks/>
            <a:stCxn id="7" idx="2"/>
            <a:endCxn id="10" idx="0"/>
          </p:cNvCxnSpPr>
          <p:nvPr/>
        </p:nvCxnSpPr>
        <p:spPr>
          <a:xfrm flipH="1">
            <a:off x="6504226" y="740092"/>
            <a:ext cx="1359724" cy="14937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FFA9FA21-9966-421A-8161-C56A60E4F925}"/>
              </a:ext>
            </a:extLst>
          </p:cNvPr>
          <p:cNvCxnSpPr>
            <a:cxnSpLocks/>
            <a:stCxn id="7" idx="6"/>
            <a:endCxn id="6" idx="0"/>
          </p:cNvCxnSpPr>
          <p:nvPr/>
        </p:nvCxnSpPr>
        <p:spPr>
          <a:xfrm>
            <a:off x="8741921" y="740092"/>
            <a:ext cx="1348529" cy="1240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9DF7DDBD-DE5C-4674-8C05-1F4173AF7441}"/>
              </a:ext>
            </a:extLst>
          </p:cNvPr>
          <p:cNvCxnSpPr>
            <a:cxnSpLocks/>
            <a:stCxn id="2" idx="6"/>
            <a:endCxn id="6" idx="2"/>
          </p:cNvCxnSpPr>
          <p:nvPr/>
        </p:nvCxnSpPr>
        <p:spPr>
          <a:xfrm>
            <a:off x="8741921" y="2307555"/>
            <a:ext cx="924666" cy="311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0EECE0C-7D72-43E7-885E-5E26D874B8F4}"/>
              </a:ext>
            </a:extLst>
          </p:cNvPr>
          <p:cNvCxnSpPr>
            <a:cxnSpLocks/>
            <a:stCxn id="10" idx="5"/>
            <a:endCxn id="9" idx="2"/>
          </p:cNvCxnSpPr>
          <p:nvPr/>
        </p:nvCxnSpPr>
        <p:spPr>
          <a:xfrm>
            <a:off x="6803942" y="2844924"/>
            <a:ext cx="1069533" cy="357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10667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332540-5821-4735-8A79-534FFF69B60D}"/>
              </a:ext>
            </a:extLst>
          </p:cNvPr>
          <p:cNvSpPr>
            <a:spLocks noGrp="1"/>
          </p:cNvSpPr>
          <p:nvPr>
            <p:ph type="sldNum" sz="quarter" idx="12"/>
          </p:nvPr>
        </p:nvSpPr>
        <p:spPr>
          <a:xfrm>
            <a:off x="7959274" y="6262984"/>
            <a:ext cx="3083024" cy="595016"/>
          </a:xfrm>
        </p:spPr>
        <p:txBody>
          <a:bodyPr/>
          <a:lstStyle/>
          <a:p>
            <a:fld id="{AE542B33-DB44-41E8-8F43-C86F545B5A10}" type="slidenum">
              <a:rPr lang="fr-DZ" smtClean="0"/>
              <a:t>66</a:t>
            </a:fld>
            <a:endParaRPr lang="fr-DZ"/>
          </a:p>
        </p:txBody>
      </p:sp>
      <p:graphicFrame>
        <p:nvGraphicFramePr>
          <p:cNvPr id="8" name="Table 8">
            <a:extLst>
              <a:ext uri="{FF2B5EF4-FFF2-40B4-BE49-F238E27FC236}">
                <a16:creationId xmlns:a16="http://schemas.microsoft.com/office/drawing/2014/main" id="{FA652BF4-E7F8-4BAB-AD96-9240411F33D7}"/>
              </a:ext>
            </a:extLst>
          </p:cNvPr>
          <p:cNvGraphicFramePr>
            <a:graphicFrameLocks noGrp="1"/>
          </p:cNvGraphicFramePr>
          <p:nvPr>
            <p:ph idx="1"/>
            <p:extLst>
              <p:ext uri="{D42A27DB-BD31-4B8C-83A1-F6EECF244321}">
                <p14:modId xmlns:p14="http://schemas.microsoft.com/office/powerpoint/2010/main" val="1827579141"/>
              </p:ext>
            </p:extLst>
          </p:nvPr>
        </p:nvGraphicFramePr>
        <p:xfrm>
          <a:off x="186873" y="833210"/>
          <a:ext cx="11818254" cy="4669063"/>
        </p:xfrm>
        <a:graphic>
          <a:graphicData uri="http://schemas.openxmlformats.org/drawingml/2006/table">
            <a:tbl>
              <a:tblPr firstRow="1" bandRow="1">
                <a:tableStyleId>{21E4AEA4-8DFA-4A89-87EB-49C32662AFE0}</a:tableStyleId>
              </a:tblPr>
              <a:tblGrid>
                <a:gridCol w="1969709">
                  <a:extLst>
                    <a:ext uri="{9D8B030D-6E8A-4147-A177-3AD203B41FA5}">
                      <a16:colId xmlns:a16="http://schemas.microsoft.com/office/drawing/2014/main" val="1888597435"/>
                    </a:ext>
                  </a:extLst>
                </a:gridCol>
                <a:gridCol w="1969709">
                  <a:extLst>
                    <a:ext uri="{9D8B030D-6E8A-4147-A177-3AD203B41FA5}">
                      <a16:colId xmlns:a16="http://schemas.microsoft.com/office/drawing/2014/main" val="4119856598"/>
                    </a:ext>
                  </a:extLst>
                </a:gridCol>
                <a:gridCol w="1969709">
                  <a:extLst>
                    <a:ext uri="{9D8B030D-6E8A-4147-A177-3AD203B41FA5}">
                      <a16:colId xmlns:a16="http://schemas.microsoft.com/office/drawing/2014/main" val="2746161830"/>
                    </a:ext>
                  </a:extLst>
                </a:gridCol>
                <a:gridCol w="1969709">
                  <a:extLst>
                    <a:ext uri="{9D8B030D-6E8A-4147-A177-3AD203B41FA5}">
                      <a16:colId xmlns:a16="http://schemas.microsoft.com/office/drawing/2014/main" val="2533733049"/>
                    </a:ext>
                  </a:extLst>
                </a:gridCol>
                <a:gridCol w="1969709">
                  <a:extLst>
                    <a:ext uri="{9D8B030D-6E8A-4147-A177-3AD203B41FA5}">
                      <a16:colId xmlns:a16="http://schemas.microsoft.com/office/drawing/2014/main" val="1109831064"/>
                    </a:ext>
                  </a:extLst>
                </a:gridCol>
                <a:gridCol w="1969709">
                  <a:extLst>
                    <a:ext uri="{9D8B030D-6E8A-4147-A177-3AD203B41FA5}">
                      <a16:colId xmlns:a16="http://schemas.microsoft.com/office/drawing/2014/main" val="1759438312"/>
                    </a:ext>
                  </a:extLst>
                </a:gridCol>
              </a:tblGrid>
              <a:tr h="1043089">
                <a:tc>
                  <a:txBody>
                    <a:bodyPr/>
                    <a:lstStyle/>
                    <a:p>
                      <a:r>
                        <a:rPr lang="en-GB" dirty="0"/>
                        <a:t>Tasks</a:t>
                      </a:r>
                      <a:endParaRPr lang="fr-FR" dirty="0"/>
                    </a:p>
                  </a:txBody>
                  <a:tcPr/>
                </a:tc>
                <a:tc>
                  <a:txBody>
                    <a:bodyPr/>
                    <a:lstStyle/>
                    <a:p>
                      <a:r>
                        <a:rPr lang="en-GB" dirty="0"/>
                        <a:t>Reading  variables</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writing  variables</a:t>
                      </a:r>
                      <a:endParaRPr lang="fr-FR" dirty="0"/>
                    </a:p>
                  </a:txBody>
                  <a:tcPr/>
                </a:tc>
                <a:tc>
                  <a:txBody>
                    <a:bodyPr/>
                    <a:lstStyle/>
                    <a:p>
                      <a:r>
                        <a:rPr lang="en-GB" dirty="0"/>
                        <a:t>Ri ^ </a:t>
                      </a:r>
                      <a:r>
                        <a:rPr lang="en-GB" dirty="0" err="1"/>
                        <a:t>Wj</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Wi ^ </a:t>
                      </a:r>
                      <a:r>
                        <a:rPr lang="en-GB" dirty="0" err="1"/>
                        <a:t>Rj</a:t>
                      </a:r>
                      <a:endParaRPr lang="fr-FR" dirty="0"/>
                    </a:p>
                  </a:txBody>
                  <a:tcPr/>
                </a:tc>
                <a:tc>
                  <a:txBody>
                    <a:bodyPr/>
                    <a:lstStyle/>
                    <a:p>
                      <a:r>
                        <a:rPr lang="en-GB" dirty="0"/>
                        <a:t>Wi ^ </a:t>
                      </a:r>
                      <a:r>
                        <a:rPr lang="en-GB" dirty="0" err="1"/>
                        <a:t>Wj</a:t>
                      </a:r>
                      <a:endParaRPr lang="fr-FR" dirty="0"/>
                    </a:p>
                  </a:txBody>
                  <a:tcPr/>
                </a:tc>
                <a:extLst>
                  <a:ext uri="{0D108BD9-81ED-4DB2-BD59-A6C34878D82A}">
                    <a16:rowId xmlns:a16="http://schemas.microsoft.com/office/drawing/2014/main" val="2124299355"/>
                  </a:ext>
                </a:extLst>
              </a:tr>
              <a:tr h="604329">
                <a:tc>
                  <a:txBody>
                    <a:bodyPr/>
                    <a:lstStyle/>
                    <a:p>
                      <a:r>
                        <a:rPr lang="en-GB" dirty="0"/>
                        <a:t>T1</a:t>
                      </a:r>
                      <a:endParaRPr lang="fr-FR" dirty="0"/>
                    </a:p>
                  </a:txBody>
                  <a:tcPr/>
                </a:tc>
                <a:tc>
                  <a:txBody>
                    <a:bodyPr/>
                    <a:lstStyle/>
                    <a:p>
                      <a:r>
                        <a:rPr lang="en-GB" dirty="0"/>
                        <a:t>/</a:t>
                      </a:r>
                      <a:endParaRPr lang="fr-FR" dirty="0"/>
                    </a:p>
                  </a:txBody>
                  <a:tcPr/>
                </a:tc>
                <a:tc>
                  <a:txBody>
                    <a:bodyPr/>
                    <a:lstStyle/>
                    <a:p>
                      <a:r>
                        <a:rPr lang="en-GB" dirty="0"/>
                        <a:t>x</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2677517185"/>
                  </a:ext>
                </a:extLst>
              </a:tr>
              <a:tr h="604329">
                <a:tc>
                  <a:txBody>
                    <a:bodyPr/>
                    <a:lstStyle/>
                    <a:p>
                      <a:r>
                        <a:rPr lang="en-GB" dirty="0"/>
                        <a:t>T2</a:t>
                      </a:r>
                      <a:endParaRPr lang="fr-FR" dirty="0"/>
                    </a:p>
                  </a:txBody>
                  <a:tcPr/>
                </a:tc>
                <a:tc>
                  <a:txBody>
                    <a:bodyPr/>
                    <a:lstStyle/>
                    <a:p>
                      <a:r>
                        <a:rPr lang="en-GB" dirty="0"/>
                        <a:t>/</a:t>
                      </a:r>
                      <a:endParaRPr lang="fr-FR" dirty="0"/>
                    </a:p>
                  </a:txBody>
                  <a:tcPr/>
                </a:tc>
                <a:tc>
                  <a:txBody>
                    <a:bodyPr/>
                    <a:lstStyle/>
                    <a:p>
                      <a:r>
                        <a:rPr lang="en-GB" dirty="0"/>
                        <a:t>y</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1974393020"/>
                  </a:ext>
                </a:extLst>
              </a:tr>
              <a:tr h="604329">
                <a:tc>
                  <a:txBody>
                    <a:bodyPr/>
                    <a:lstStyle/>
                    <a:p>
                      <a:r>
                        <a:rPr lang="en-GB" dirty="0"/>
                        <a:t>T3</a:t>
                      </a:r>
                      <a:endParaRPr lang="fr-FR" dirty="0"/>
                    </a:p>
                  </a:txBody>
                  <a:tcPr/>
                </a:tc>
                <a:tc>
                  <a:txBody>
                    <a:bodyPr/>
                    <a:lstStyle/>
                    <a:p>
                      <a:r>
                        <a:rPr lang="en-GB" dirty="0"/>
                        <a:t>{</a:t>
                      </a:r>
                      <a:r>
                        <a:rPr lang="en-GB" dirty="0" err="1"/>
                        <a:t>x,y</a:t>
                      </a:r>
                      <a:r>
                        <a:rPr lang="en-GB" dirty="0"/>
                        <a:t>}</a:t>
                      </a:r>
                      <a:endParaRPr lang="fr-FR" dirty="0"/>
                    </a:p>
                  </a:txBody>
                  <a:tcPr/>
                </a:tc>
                <a:tc>
                  <a:txBody>
                    <a:bodyPr/>
                    <a:lstStyle/>
                    <a:p>
                      <a:r>
                        <a:rPr lang="en-GB" dirty="0"/>
                        <a:t>{z1}</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488485315"/>
                  </a:ext>
                </a:extLst>
              </a:tr>
              <a:tr h="604329">
                <a:tc>
                  <a:txBody>
                    <a:bodyPr/>
                    <a:lstStyle/>
                    <a:p>
                      <a:r>
                        <a:rPr lang="en-GB" dirty="0"/>
                        <a:t>T4</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dirty="0" err="1"/>
                        <a:t>x,y</a:t>
                      </a:r>
                      <a:r>
                        <a:rPr lang="en-GB" dirty="0"/>
                        <a:t>}</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{z2}</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1798660279"/>
                  </a:ext>
                </a:extLst>
              </a:tr>
              <a:tr h="604329">
                <a:tc>
                  <a:txBody>
                    <a:bodyPr/>
                    <a:lstStyle/>
                    <a:p>
                      <a:r>
                        <a:rPr lang="en-GB" dirty="0"/>
                        <a:t>T5</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{z1,z2}</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{v}</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extLst>
                  <a:ext uri="{0D108BD9-81ED-4DB2-BD59-A6C34878D82A}">
                    <a16:rowId xmlns:a16="http://schemas.microsoft.com/office/drawing/2014/main" val="4252633979"/>
                  </a:ext>
                </a:extLst>
              </a:tr>
              <a:tr h="604329">
                <a:tc>
                  <a:txBody>
                    <a:bodyPr/>
                    <a:lstStyle/>
                    <a:p>
                      <a:r>
                        <a:rPr lang="en-GB" dirty="0"/>
                        <a:t>T6</a:t>
                      </a:r>
                      <a:endParaRPr lang="fr-FR" dirty="0"/>
                    </a:p>
                  </a:txBody>
                  <a:tcPr/>
                </a:tc>
                <a:tc>
                  <a:txBody>
                    <a:bodyPr/>
                    <a:lstStyle/>
                    <a:p>
                      <a:r>
                        <a:rPr lang="en-GB" dirty="0"/>
                        <a:t>/</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{v}</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extLst>
                  <a:ext uri="{0D108BD9-81ED-4DB2-BD59-A6C34878D82A}">
                    <a16:rowId xmlns:a16="http://schemas.microsoft.com/office/drawing/2014/main" val="2742502802"/>
                  </a:ext>
                </a:extLst>
              </a:tr>
            </a:tbl>
          </a:graphicData>
        </a:graphic>
      </p:graphicFrame>
    </p:spTree>
    <p:extLst>
      <p:ext uri="{BB962C8B-B14F-4D97-AF65-F5344CB8AC3E}">
        <p14:creationId xmlns:p14="http://schemas.microsoft.com/office/powerpoint/2010/main" val="1215778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9848-7370-0E9A-664C-24B6A0982ED0}"/>
              </a:ext>
            </a:extLst>
          </p:cNvPr>
          <p:cNvSpPr>
            <a:spLocks noGrp="1"/>
          </p:cNvSpPr>
          <p:nvPr>
            <p:ph type="title"/>
          </p:nvPr>
        </p:nvSpPr>
        <p:spPr>
          <a:xfrm>
            <a:off x="1013011" y="216759"/>
            <a:ext cx="10515600" cy="1325563"/>
          </a:xfrm>
        </p:spPr>
        <p:txBody>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endParaRPr lang="fr-DZ" b="1"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480FB7F-452B-88D3-E6CD-2977D800DC31}"/>
              </a:ext>
            </a:extLst>
          </p:cNvPr>
          <p:cNvSpPr>
            <a:spLocks noGrp="1"/>
          </p:cNvSpPr>
          <p:nvPr>
            <p:ph idx="1"/>
          </p:nvPr>
        </p:nvSpPr>
        <p:spPr/>
        <p:txBody>
          <a:bodyPr/>
          <a:lstStyle/>
          <a:p>
            <a:pPr marL="0" indent="0" algn="ctr">
              <a:buNone/>
            </a:pPr>
            <a:r>
              <a:rPr lang="fr-FR" dirty="0" err="1"/>
              <a:t>Parallel</a:t>
            </a:r>
            <a:r>
              <a:rPr lang="fr-FR" dirty="0"/>
              <a:t> </a:t>
            </a:r>
            <a:r>
              <a:rPr lang="fr-FR" dirty="0" err="1"/>
              <a:t>Languages</a:t>
            </a:r>
            <a:endParaRPr lang="fr-FR" dirty="0"/>
          </a:p>
          <a:p>
            <a:pPr marL="0" indent="0" algn="ctr">
              <a:buNone/>
            </a:pPr>
            <a:endParaRPr lang="fr-FR" dirty="0"/>
          </a:p>
          <a:p>
            <a:pPr marL="0" indent="0" algn="ctr">
              <a:buNone/>
            </a:pPr>
            <a:endParaRPr lang="fr-FR" dirty="0"/>
          </a:p>
          <a:p>
            <a:pPr marL="0" indent="0" algn="ctr">
              <a:buNone/>
            </a:pPr>
            <a:r>
              <a:rPr lang="fr-FR" dirty="0"/>
              <a:t>           </a:t>
            </a:r>
            <a:r>
              <a:rPr lang="fr-FR" dirty="0" err="1"/>
              <a:t>Sequencing</a:t>
            </a:r>
            <a:r>
              <a:rPr lang="fr-FR" dirty="0"/>
              <a:t>                     </a:t>
            </a:r>
            <a:r>
              <a:rPr lang="fr-FR" dirty="0" err="1"/>
              <a:t>Parallelization</a:t>
            </a:r>
            <a:endParaRPr lang="fr-DZ" dirty="0"/>
          </a:p>
        </p:txBody>
      </p:sp>
      <p:sp>
        <p:nvSpPr>
          <p:cNvPr id="4" name="Slide Number Placeholder 3">
            <a:extLst>
              <a:ext uri="{FF2B5EF4-FFF2-40B4-BE49-F238E27FC236}">
                <a16:creationId xmlns:a16="http://schemas.microsoft.com/office/drawing/2014/main" id="{416A051D-4A55-443B-76FC-716660CFA542}"/>
              </a:ext>
            </a:extLst>
          </p:cNvPr>
          <p:cNvSpPr>
            <a:spLocks noGrp="1"/>
          </p:cNvSpPr>
          <p:nvPr>
            <p:ph type="sldNum" sz="quarter" idx="12"/>
          </p:nvPr>
        </p:nvSpPr>
        <p:spPr/>
        <p:txBody>
          <a:bodyPr/>
          <a:lstStyle/>
          <a:p>
            <a:fld id="{AE542B33-DB44-41E8-8F43-C86F545B5A10}" type="slidenum">
              <a:rPr lang="fr-DZ" smtClean="0"/>
              <a:t>67</a:t>
            </a:fld>
            <a:endParaRPr lang="fr-DZ"/>
          </a:p>
        </p:txBody>
      </p:sp>
      <p:pic>
        <p:nvPicPr>
          <p:cNvPr id="7" name="Picture 6">
            <a:extLst>
              <a:ext uri="{FF2B5EF4-FFF2-40B4-BE49-F238E27FC236}">
                <a16:creationId xmlns:a16="http://schemas.microsoft.com/office/drawing/2014/main" id="{64FAE44B-5575-0C53-C806-9E017EC6D828}"/>
              </a:ext>
            </a:extLst>
          </p:cNvPr>
          <p:cNvPicPr>
            <a:picLocks noChangeAspect="1"/>
          </p:cNvPicPr>
          <p:nvPr/>
        </p:nvPicPr>
        <p:blipFill>
          <a:blip r:embed="rId2"/>
          <a:stretch>
            <a:fillRect/>
          </a:stretch>
        </p:blipFill>
        <p:spPr>
          <a:xfrm>
            <a:off x="4427724" y="2436813"/>
            <a:ext cx="3686175" cy="857250"/>
          </a:xfrm>
          <a:prstGeom prst="rect">
            <a:avLst/>
          </a:prstGeom>
        </p:spPr>
      </p:pic>
      <p:pic>
        <p:nvPicPr>
          <p:cNvPr id="9" name="Picture 8">
            <a:extLst>
              <a:ext uri="{FF2B5EF4-FFF2-40B4-BE49-F238E27FC236}">
                <a16:creationId xmlns:a16="http://schemas.microsoft.com/office/drawing/2014/main" id="{60CF47C0-F088-27F3-A3FD-D9A04255EF58}"/>
              </a:ext>
            </a:extLst>
          </p:cNvPr>
          <p:cNvPicPr>
            <a:picLocks noChangeAspect="1"/>
          </p:cNvPicPr>
          <p:nvPr/>
        </p:nvPicPr>
        <p:blipFill>
          <a:blip r:embed="rId3"/>
          <a:stretch>
            <a:fillRect/>
          </a:stretch>
        </p:blipFill>
        <p:spPr>
          <a:xfrm>
            <a:off x="387499" y="4001294"/>
            <a:ext cx="6076950" cy="1800225"/>
          </a:xfrm>
          <a:prstGeom prst="rect">
            <a:avLst/>
          </a:prstGeom>
        </p:spPr>
      </p:pic>
      <p:pic>
        <p:nvPicPr>
          <p:cNvPr id="12" name="Picture 11">
            <a:extLst>
              <a:ext uri="{FF2B5EF4-FFF2-40B4-BE49-F238E27FC236}">
                <a16:creationId xmlns:a16="http://schemas.microsoft.com/office/drawing/2014/main" id="{CE139B36-D550-B566-433A-8E845859ADC5}"/>
              </a:ext>
            </a:extLst>
          </p:cNvPr>
          <p:cNvPicPr>
            <a:picLocks noChangeAspect="1"/>
          </p:cNvPicPr>
          <p:nvPr/>
        </p:nvPicPr>
        <p:blipFill>
          <a:blip r:embed="rId2"/>
          <a:stretch>
            <a:fillRect/>
          </a:stretch>
        </p:blipFill>
        <p:spPr>
          <a:xfrm>
            <a:off x="7007435" y="3816137"/>
            <a:ext cx="3206329" cy="745658"/>
          </a:xfrm>
          <a:prstGeom prst="rect">
            <a:avLst/>
          </a:prstGeom>
        </p:spPr>
      </p:pic>
      <p:sp>
        <p:nvSpPr>
          <p:cNvPr id="14" name="TextBox 13">
            <a:extLst>
              <a:ext uri="{FF2B5EF4-FFF2-40B4-BE49-F238E27FC236}">
                <a16:creationId xmlns:a16="http://schemas.microsoft.com/office/drawing/2014/main" id="{C75DC46C-F002-4A49-A19D-3468FB1F1D6D}"/>
              </a:ext>
            </a:extLst>
          </p:cNvPr>
          <p:cNvSpPr txBox="1"/>
          <p:nvPr/>
        </p:nvSpPr>
        <p:spPr>
          <a:xfrm>
            <a:off x="6703583" y="4584548"/>
            <a:ext cx="2550459" cy="646331"/>
          </a:xfrm>
          <a:prstGeom prst="rect">
            <a:avLst/>
          </a:prstGeom>
          <a:noFill/>
        </p:spPr>
        <p:txBody>
          <a:bodyPr wrap="square">
            <a:spAutoFit/>
          </a:bodyPr>
          <a:lstStyle/>
          <a:p>
            <a:r>
              <a:rPr lang="fr-DZ" b="1" dirty="0" err="1"/>
              <a:t>Parbegin</a:t>
            </a:r>
            <a:r>
              <a:rPr lang="fr-CA" b="1" dirty="0"/>
              <a:t>/</a:t>
            </a:r>
            <a:r>
              <a:rPr lang="fr-DZ" b="1" dirty="0" err="1"/>
              <a:t>Parend</a:t>
            </a:r>
            <a:r>
              <a:rPr lang="fr-DZ" b="1" dirty="0"/>
              <a:t> structure</a:t>
            </a:r>
          </a:p>
        </p:txBody>
      </p:sp>
      <p:sp>
        <p:nvSpPr>
          <p:cNvPr id="15" name="TextBox 14">
            <a:extLst>
              <a:ext uri="{FF2B5EF4-FFF2-40B4-BE49-F238E27FC236}">
                <a16:creationId xmlns:a16="http://schemas.microsoft.com/office/drawing/2014/main" id="{5355115E-4060-551E-70BB-E8F1FEE6D5FA}"/>
              </a:ext>
            </a:extLst>
          </p:cNvPr>
          <p:cNvSpPr txBox="1"/>
          <p:nvPr/>
        </p:nvSpPr>
        <p:spPr>
          <a:xfrm>
            <a:off x="9254042" y="4561795"/>
            <a:ext cx="2550459" cy="369332"/>
          </a:xfrm>
          <a:prstGeom prst="rect">
            <a:avLst/>
          </a:prstGeom>
          <a:noFill/>
        </p:spPr>
        <p:txBody>
          <a:bodyPr wrap="square">
            <a:spAutoFit/>
          </a:bodyPr>
          <a:lstStyle/>
          <a:p>
            <a:r>
              <a:rPr lang="fr-CA" b="1" dirty="0"/>
              <a:t>Fork/</a:t>
            </a:r>
            <a:r>
              <a:rPr lang="fr-CA" b="1" dirty="0" err="1"/>
              <a:t>join</a:t>
            </a:r>
            <a:r>
              <a:rPr lang="fr-DZ" b="1" dirty="0"/>
              <a:t> structure</a:t>
            </a:r>
          </a:p>
        </p:txBody>
      </p:sp>
    </p:spTree>
    <p:extLst>
      <p:ext uri="{BB962C8B-B14F-4D97-AF65-F5344CB8AC3E}">
        <p14:creationId xmlns:p14="http://schemas.microsoft.com/office/powerpoint/2010/main" val="210395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wheel(1)">
                                      <p:cBhvr>
                                        <p:cTn id="11" dur="2000"/>
                                        <p:tgtEl>
                                          <p:spTgt spid="3">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B78E5-4490-0E05-3F71-03D008B8302E}"/>
              </a:ext>
            </a:extLst>
          </p:cNvPr>
          <p:cNvSpPr>
            <a:spLocks noGrp="1"/>
          </p:cNvSpPr>
          <p:nvPr>
            <p:ph type="title"/>
          </p:nvPr>
        </p:nvSpPr>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DZ" b="1" dirty="0" err="1">
                <a:latin typeface="Arial" panose="020B0604020202020204" pitchFamily="34" charset="0"/>
                <a:cs typeface="Arial" panose="020B0604020202020204" pitchFamily="34" charset="0"/>
              </a:rPr>
              <a:t>Parbegin</a:t>
            </a:r>
            <a:r>
              <a:rPr lang="fr-CA" b="1" dirty="0">
                <a:latin typeface="Arial" panose="020B0604020202020204" pitchFamily="34" charset="0"/>
                <a:cs typeface="Arial" panose="020B0604020202020204" pitchFamily="34" charset="0"/>
              </a:rPr>
              <a:t>/</a:t>
            </a:r>
            <a:r>
              <a:rPr lang="fr-DZ" b="1" dirty="0" err="1">
                <a:latin typeface="Arial" panose="020B0604020202020204" pitchFamily="34" charset="0"/>
                <a:cs typeface="Arial" panose="020B0604020202020204" pitchFamily="34" charset="0"/>
              </a:rPr>
              <a:t>Parend</a:t>
            </a:r>
            <a:r>
              <a:rPr lang="fr-DZ" b="1" dirty="0">
                <a:latin typeface="Arial" panose="020B0604020202020204" pitchFamily="34" charset="0"/>
                <a:cs typeface="Arial" panose="020B0604020202020204" pitchFamily="34" charset="0"/>
              </a:rPr>
              <a:t> structure</a:t>
            </a:r>
            <a:br>
              <a:rPr lang="fr-DZ" b="1" dirty="0"/>
            </a:br>
            <a:endParaRPr lang="fr-DZ" dirty="0"/>
          </a:p>
        </p:txBody>
      </p:sp>
      <p:sp>
        <p:nvSpPr>
          <p:cNvPr id="3" name="Content Placeholder 2">
            <a:extLst>
              <a:ext uri="{FF2B5EF4-FFF2-40B4-BE49-F238E27FC236}">
                <a16:creationId xmlns:a16="http://schemas.microsoft.com/office/drawing/2014/main" id="{CCD8B485-252B-AFD7-05A3-001D52CE4546}"/>
              </a:ext>
            </a:extLst>
          </p:cNvPr>
          <p:cNvSpPr>
            <a:spLocks noGrp="1"/>
          </p:cNvSpPr>
          <p:nvPr>
            <p:ph idx="1"/>
          </p:nvPr>
        </p:nvSpPr>
        <p:spPr/>
        <p:txBody>
          <a:bodyPr/>
          <a:lstStyle/>
          <a:p>
            <a:endParaRPr lang="fr-DZ" dirty="0"/>
          </a:p>
        </p:txBody>
      </p:sp>
      <p:sp>
        <p:nvSpPr>
          <p:cNvPr id="4" name="Slide Number Placeholder 3">
            <a:extLst>
              <a:ext uri="{FF2B5EF4-FFF2-40B4-BE49-F238E27FC236}">
                <a16:creationId xmlns:a16="http://schemas.microsoft.com/office/drawing/2014/main" id="{4E3932E2-0883-81CB-2042-DA3697A13E3E}"/>
              </a:ext>
            </a:extLst>
          </p:cNvPr>
          <p:cNvSpPr>
            <a:spLocks noGrp="1"/>
          </p:cNvSpPr>
          <p:nvPr>
            <p:ph type="sldNum" sz="quarter" idx="12"/>
          </p:nvPr>
        </p:nvSpPr>
        <p:spPr/>
        <p:txBody>
          <a:bodyPr/>
          <a:lstStyle/>
          <a:p>
            <a:fld id="{AE542B33-DB44-41E8-8F43-C86F545B5A10}" type="slidenum">
              <a:rPr lang="fr-DZ" smtClean="0"/>
              <a:t>68</a:t>
            </a:fld>
            <a:endParaRPr lang="fr-DZ"/>
          </a:p>
        </p:txBody>
      </p:sp>
      <p:pic>
        <p:nvPicPr>
          <p:cNvPr id="6" name="Picture 5">
            <a:extLst>
              <a:ext uri="{FF2B5EF4-FFF2-40B4-BE49-F238E27FC236}">
                <a16:creationId xmlns:a16="http://schemas.microsoft.com/office/drawing/2014/main" id="{E8247054-E152-E178-8411-CB6618809A6B}"/>
              </a:ext>
            </a:extLst>
          </p:cNvPr>
          <p:cNvPicPr>
            <a:picLocks noChangeAspect="1"/>
          </p:cNvPicPr>
          <p:nvPr/>
        </p:nvPicPr>
        <p:blipFill>
          <a:blip r:embed="rId2"/>
          <a:stretch>
            <a:fillRect/>
          </a:stretch>
        </p:blipFill>
        <p:spPr>
          <a:xfrm>
            <a:off x="1613647" y="2473931"/>
            <a:ext cx="4224169" cy="3541475"/>
          </a:xfrm>
          <a:prstGeom prst="rect">
            <a:avLst/>
          </a:prstGeom>
        </p:spPr>
      </p:pic>
    </p:spTree>
    <p:extLst>
      <p:ext uri="{BB962C8B-B14F-4D97-AF65-F5344CB8AC3E}">
        <p14:creationId xmlns:p14="http://schemas.microsoft.com/office/powerpoint/2010/main" val="4141416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7097C3-0E07-26EC-D0E6-9042A1E70D7B}"/>
              </a:ext>
            </a:extLst>
          </p:cNvPr>
          <p:cNvSpPr>
            <a:spLocks noGrp="1"/>
          </p:cNvSpPr>
          <p:nvPr>
            <p:ph type="sldNum" sz="quarter" idx="12"/>
          </p:nvPr>
        </p:nvSpPr>
        <p:spPr/>
        <p:txBody>
          <a:bodyPr/>
          <a:lstStyle/>
          <a:p>
            <a:fld id="{AE542B33-DB44-41E8-8F43-C86F545B5A10}" type="slidenum">
              <a:rPr lang="fr-DZ" smtClean="0"/>
              <a:t>69</a:t>
            </a:fld>
            <a:endParaRPr lang="fr-DZ"/>
          </a:p>
        </p:txBody>
      </p:sp>
      <p:sp>
        <p:nvSpPr>
          <p:cNvPr id="10" name="TextBox 9">
            <a:extLst>
              <a:ext uri="{FF2B5EF4-FFF2-40B4-BE49-F238E27FC236}">
                <a16:creationId xmlns:a16="http://schemas.microsoft.com/office/drawing/2014/main" id="{C201B5D5-1CC7-D316-F4A0-C678D187BF69}"/>
              </a:ext>
            </a:extLst>
          </p:cNvPr>
          <p:cNvSpPr txBox="1"/>
          <p:nvPr/>
        </p:nvSpPr>
        <p:spPr>
          <a:xfrm>
            <a:off x="706418" y="1591939"/>
            <a:ext cx="10779163" cy="430887"/>
          </a:xfrm>
          <a:prstGeom prst="rect">
            <a:avLst/>
          </a:prstGeom>
          <a:noFill/>
        </p:spPr>
        <p:txBody>
          <a:bodyPr wrap="square">
            <a:spAutoFit/>
          </a:bodyPr>
          <a:lstStyle/>
          <a:p>
            <a:r>
              <a:rPr lang="fr-CA" sz="2200" b="1" dirty="0">
                <a:solidFill>
                  <a:srgbClr val="00B050"/>
                </a:solidFill>
                <a:latin typeface="Arial" panose="020B0604020202020204" pitchFamily="34" charset="0"/>
                <a:cs typeface="Arial" panose="020B0604020202020204" pitchFamily="34" charset="0"/>
              </a:rPr>
              <a:t>Example: </a:t>
            </a:r>
            <a:r>
              <a:rPr lang="fr-DZ" sz="2200" dirty="0" err="1">
                <a:latin typeface="Arial" panose="020B0604020202020204" pitchFamily="34" charset="0"/>
                <a:cs typeface="Arial" panose="020B0604020202020204" pitchFamily="34" charset="0"/>
              </a:rPr>
              <a:t>Give</a:t>
            </a:r>
            <a:r>
              <a:rPr lang="fr-DZ" sz="2200" dirty="0">
                <a:latin typeface="Arial" panose="020B0604020202020204" pitchFamily="34" charset="0"/>
                <a:cs typeface="Arial" panose="020B0604020202020204" pitchFamily="34" charset="0"/>
              </a:rPr>
              <a:t> the program </a:t>
            </a:r>
            <a:r>
              <a:rPr lang="fr-DZ" sz="2200" dirty="0" err="1">
                <a:latin typeface="Arial" panose="020B0604020202020204" pitchFamily="34" charset="0"/>
                <a:cs typeface="Arial" panose="020B0604020202020204" pitchFamily="34" charset="0"/>
              </a:rPr>
              <a:t>parbegin</a:t>
            </a:r>
            <a:r>
              <a:rPr lang="fr-CA"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parend</a:t>
            </a:r>
            <a:r>
              <a:rPr lang="fr-DZ" sz="2200" dirty="0">
                <a:latin typeface="Arial" panose="020B0604020202020204" pitchFamily="34" charset="0"/>
                <a:cs typeface="Arial" panose="020B0604020202020204" pitchFamily="34" charset="0"/>
              </a:rPr>
              <a:t> for the </a:t>
            </a:r>
            <a:r>
              <a:rPr lang="fr-DZ" sz="2200" dirty="0" err="1">
                <a:latin typeface="Arial" panose="020B0604020202020204" pitchFamily="34" charset="0"/>
                <a:cs typeface="Arial" panose="020B0604020202020204" pitchFamily="34" charset="0"/>
              </a:rPr>
              <a:t>following</a:t>
            </a:r>
            <a:r>
              <a:rPr lang="fr-DZ"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precedence</a:t>
            </a:r>
            <a:r>
              <a:rPr lang="fr-DZ" sz="2200" dirty="0">
                <a:latin typeface="Arial" panose="020B0604020202020204" pitchFamily="34" charset="0"/>
                <a:cs typeface="Arial" panose="020B0604020202020204" pitchFamily="34" charset="0"/>
              </a:rPr>
              <a:t> graph</a:t>
            </a:r>
          </a:p>
        </p:txBody>
      </p:sp>
      <p:sp>
        <p:nvSpPr>
          <p:cNvPr id="11" name="Title 1">
            <a:extLst>
              <a:ext uri="{FF2B5EF4-FFF2-40B4-BE49-F238E27FC236}">
                <a16:creationId xmlns:a16="http://schemas.microsoft.com/office/drawing/2014/main" id="{2B4151A0-CC6C-6E66-46B0-2970D6D47B3E}"/>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DZ" b="1" dirty="0" err="1">
                <a:latin typeface="Arial" panose="020B0604020202020204" pitchFamily="34" charset="0"/>
                <a:cs typeface="Arial" panose="020B0604020202020204" pitchFamily="34" charset="0"/>
              </a:rPr>
              <a:t>Parbegin</a:t>
            </a:r>
            <a:r>
              <a:rPr lang="fr-CA" b="1" dirty="0">
                <a:latin typeface="Arial" panose="020B0604020202020204" pitchFamily="34" charset="0"/>
                <a:cs typeface="Arial" panose="020B0604020202020204" pitchFamily="34" charset="0"/>
              </a:rPr>
              <a:t>/</a:t>
            </a:r>
            <a:r>
              <a:rPr lang="fr-DZ" b="1" dirty="0" err="1">
                <a:latin typeface="Arial" panose="020B0604020202020204" pitchFamily="34" charset="0"/>
                <a:cs typeface="Arial" panose="020B0604020202020204" pitchFamily="34" charset="0"/>
              </a:rPr>
              <a:t>Parend</a:t>
            </a:r>
            <a:r>
              <a:rPr lang="fr-DZ" b="1" dirty="0">
                <a:latin typeface="Arial" panose="020B0604020202020204" pitchFamily="34" charset="0"/>
                <a:cs typeface="Arial" panose="020B0604020202020204" pitchFamily="34" charset="0"/>
              </a:rPr>
              <a:t> structure</a:t>
            </a:r>
            <a:br>
              <a:rPr lang="fr-DZ" b="1" dirty="0"/>
            </a:br>
            <a:endParaRPr lang="fr-DZ" dirty="0"/>
          </a:p>
        </p:txBody>
      </p:sp>
      <p:pic>
        <p:nvPicPr>
          <p:cNvPr id="3" name="Picture 2">
            <a:extLst>
              <a:ext uri="{FF2B5EF4-FFF2-40B4-BE49-F238E27FC236}">
                <a16:creationId xmlns:a16="http://schemas.microsoft.com/office/drawing/2014/main" id="{C6391876-4B8A-95F7-4DB2-7983C497B58F}"/>
              </a:ext>
            </a:extLst>
          </p:cNvPr>
          <p:cNvPicPr>
            <a:picLocks noChangeAspect="1"/>
          </p:cNvPicPr>
          <p:nvPr/>
        </p:nvPicPr>
        <p:blipFill>
          <a:blip r:embed="rId2"/>
          <a:stretch>
            <a:fillRect/>
          </a:stretch>
        </p:blipFill>
        <p:spPr>
          <a:xfrm>
            <a:off x="1765765" y="2375317"/>
            <a:ext cx="3298675" cy="3628542"/>
          </a:xfrm>
          <a:prstGeom prst="rect">
            <a:avLst/>
          </a:prstGeom>
        </p:spPr>
      </p:pic>
      <p:pic>
        <p:nvPicPr>
          <p:cNvPr id="6" name="Picture 5">
            <a:extLst>
              <a:ext uri="{FF2B5EF4-FFF2-40B4-BE49-F238E27FC236}">
                <a16:creationId xmlns:a16="http://schemas.microsoft.com/office/drawing/2014/main" id="{9CC27C95-C680-8887-CA05-EE88AA2EBDF0}"/>
              </a:ext>
            </a:extLst>
          </p:cNvPr>
          <p:cNvPicPr>
            <a:picLocks noChangeAspect="1"/>
          </p:cNvPicPr>
          <p:nvPr/>
        </p:nvPicPr>
        <p:blipFill>
          <a:blip r:embed="rId3"/>
          <a:stretch>
            <a:fillRect/>
          </a:stretch>
        </p:blipFill>
        <p:spPr>
          <a:xfrm>
            <a:off x="6095999" y="2130108"/>
            <a:ext cx="4226242" cy="4226242"/>
          </a:xfrm>
          <a:prstGeom prst="rect">
            <a:avLst/>
          </a:prstGeom>
        </p:spPr>
      </p:pic>
      <p:sp>
        <p:nvSpPr>
          <p:cNvPr id="2" name="Rectangle 1">
            <a:extLst>
              <a:ext uri="{FF2B5EF4-FFF2-40B4-BE49-F238E27FC236}">
                <a16:creationId xmlns:a16="http://schemas.microsoft.com/office/drawing/2014/main" id="{E0A18AB1-2205-4D0A-ADB2-84FE6FB31E09}"/>
              </a:ext>
            </a:extLst>
          </p:cNvPr>
          <p:cNvSpPr/>
          <p:nvPr/>
        </p:nvSpPr>
        <p:spPr>
          <a:xfrm>
            <a:off x="1609725" y="2276475"/>
            <a:ext cx="1781175" cy="19431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E582D9D-A19E-4169-B57C-05A8887CF612}"/>
              </a:ext>
            </a:extLst>
          </p:cNvPr>
          <p:cNvSpPr/>
          <p:nvPr/>
        </p:nvSpPr>
        <p:spPr>
          <a:xfrm>
            <a:off x="3546940" y="2276475"/>
            <a:ext cx="1781175" cy="1809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B75BAEAF-C5DD-45B8-98A6-F3D076DB884C}"/>
              </a:ext>
            </a:extLst>
          </p:cNvPr>
          <p:cNvSpPr/>
          <p:nvPr/>
        </p:nvSpPr>
        <p:spPr>
          <a:xfrm>
            <a:off x="2656352" y="4326823"/>
            <a:ext cx="1781175" cy="2076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8477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7097C3-0E07-26EC-D0E6-9042A1E70D7B}"/>
              </a:ext>
            </a:extLst>
          </p:cNvPr>
          <p:cNvSpPr>
            <a:spLocks noGrp="1"/>
          </p:cNvSpPr>
          <p:nvPr>
            <p:ph type="sldNum" sz="quarter" idx="12"/>
          </p:nvPr>
        </p:nvSpPr>
        <p:spPr/>
        <p:txBody>
          <a:bodyPr/>
          <a:lstStyle/>
          <a:p>
            <a:fld id="{AE542B33-DB44-41E8-8F43-C86F545B5A10}" type="slidenum">
              <a:rPr lang="fr-DZ" smtClean="0"/>
              <a:t>70</a:t>
            </a:fld>
            <a:endParaRPr lang="fr-DZ"/>
          </a:p>
        </p:txBody>
      </p:sp>
      <p:pic>
        <p:nvPicPr>
          <p:cNvPr id="8" name="Picture 7">
            <a:extLst>
              <a:ext uri="{FF2B5EF4-FFF2-40B4-BE49-F238E27FC236}">
                <a16:creationId xmlns:a16="http://schemas.microsoft.com/office/drawing/2014/main" id="{8F87969F-0519-7C22-D9BE-897617626B28}"/>
              </a:ext>
            </a:extLst>
          </p:cNvPr>
          <p:cNvPicPr>
            <a:picLocks noChangeAspect="1"/>
          </p:cNvPicPr>
          <p:nvPr/>
        </p:nvPicPr>
        <p:blipFill>
          <a:blip r:embed="rId2"/>
          <a:stretch>
            <a:fillRect/>
          </a:stretch>
        </p:blipFill>
        <p:spPr>
          <a:xfrm>
            <a:off x="1315413" y="2701045"/>
            <a:ext cx="2731760" cy="3202753"/>
          </a:xfrm>
          <a:prstGeom prst="rect">
            <a:avLst/>
          </a:prstGeom>
        </p:spPr>
      </p:pic>
      <p:sp>
        <p:nvSpPr>
          <p:cNvPr id="10" name="TextBox 9">
            <a:extLst>
              <a:ext uri="{FF2B5EF4-FFF2-40B4-BE49-F238E27FC236}">
                <a16:creationId xmlns:a16="http://schemas.microsoft.com/office/drawing/2014/main" id="{C201B5D5-1CC7-D316-F4A0-C678D187BF69}"/>
              </a:ext>
            </a:extLst>
          </p:cNvPr>
          <p:cNvSpPr txBox="1"/>
          <p:nvPr/>
        </p:nvSpPr>
        <p:spPr>
          <a:xfrm>
            <a:off x="753034" y="1817606"/>
            <a:ext cx="10779163" cy="430887"/>
          </a:xfrm>
          <a:prstGeom prst="rect">
            <a:avLst/>
          </a:prstGeom>
          <a:noFill/>
        </p:spPr>
        <p:txBody>
          <a:bodyPr wrap="square">
            <a:spAutoFit/>
          </a:bodyPr>
          <a:lstStyle/>
          <a:p>
            <a:r>
              <a:rPr lang="fr-CA" sz="2200" b="1" dirty="0">
                <a:solidFill>
                  <a:srgbClr val="00B050"/>
                </a:solidFill>
                <a:latin typeface="Arial" panose="020B0604020202020204" pitchFamily="34" charset="0"/>
                <a:cs typeface="Arial" panose="020B0604020202020204" pitchFamily="34" charset="0"/>
              </a:rPr>
              <a:t>Example: </a:t>
            </a:r>
            <a:r>
              <a:rPr lang="fr-DZ" sz="2200" dirty="0" err="1">
                <a:latin typeface="Arial" panose="020B0604020202020204" pitchFamily="34" charset="0"/>
                <a:cs typeface="Arial" panose="020B0604020202020204" pitchFamily="34" charset="0"/>
              </a:rPr>
              <a:t>Give</a:t>
            </a:r>
            <a:r>
              <a:rPr lang="fr-DZ" sz="2200" dirty="0">
                <a:latin typeface="Arial" panose="020B0604020202020204" pitchFamily="34" charset="0"/>
                <a:cs typeface="Arial" panose="020B0604020202020204" pitchFamily="34" charset="0"/>
              </a:rPr>
              <a:t> the program </a:t>
            </a:r>
            <a:r>
              <a:rPr lang="fr-DZ" sz="2200" dirty="0" err="1">
                <a:latin typeface="Arial" panose="020B0604020202020204" pitchFamily="34" charset="0"/>
                <a:cs typeface="Arial" panose="020B0604020202020204" pitchFamily="34" charset="0"/>
              </a:rPr>
              <a:t>parbegin</a:t>
            </a:r>
            <a:r>
              <a:rPr lang="fr-CA"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parend</a:t>
            </a:r>
            <a:r>
              <a:rPr lang="fr-DZ" sz="2200" dirty="0">
                <a:latin typeface="Arial" panose="020B0604020202020204" pitchFamily="34" charset="0"/>
                <a:cs typeface="Arial" panose="020B0604020202020204" pitchFamily="34" charset="0"/>
              </a:rPr>
              <a:t> for the </a:t>
            </a:r>
            <a:r>
              <a:rPr lang="fr-DZ" sz="2200" dirty="0" err="1">
                <a:latin typeface="Arial" panose="020B0604020202020204" pitchFamily="34" charset="0"/>
                <a:cs typeface="Arial" panose="020B0604020202020204" pitchFamily="34" charset="0"/>
              </a:rPr>
              <a:t>following</a:t>
            </a:r>
            <a:r>
              <a:rPr lang="fr-DZ"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precedence</a:t>
            </a:r>
            <a:r>
              <a:rPr lang="fr-DZ" sz="2200" dirty="0">
                <a:latin typeface="Arial" panose="020B0604020202020204" pitchFamily="34" charset="0"/>
                <a:cs typeface="Arial" panose="020B0604020202020204" pitchFamily="34" charset="0"/>
              </a:rPr>
              <a:t> graph</a:t>
            </a:r>
          </a:p>
        </p:txBody>
      </p:sp>
      <p:sp>
        <p:nvSpPr>
          <p:cNvPr id="11" name="Title 1">
            <a:extLst>
              <a:ext uri="{FF2B5EF4-FFF2-40B4-BE49-F238E27FC236}">
                <a16:creationId xmlns:a16="http://schemas.microsoft.com/office/drawing/2014/main" id="{2B4151A0-CC6C-6E66-46B0-2970D6D47B3E}"/>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DZ" b="1" dirty="0" err="1">
                <a:latin typeface="Arial" panose="020B0604020202020204" pitchFamily="34" charset="0"/>
                <a:cs typeface="Arial" panose="020B0604020202020204" pitchFamily="34" charset="0"/>
              </a:rPr>
              <a:t>Parbegin</a:t>
            </a:r>
            <a:r>
              <a:rPr lang="fr-CA" b="1" dirty="0">
                <a:latin typeface="Arial" panose="020B0604020202020204" pitchFamily="34" charset="0"/>
                <a:cs typeface="Arial" panose="020B0604020202020204" pitchFamily="34" charset="0"/>
              </a:rPr>
              <a:t>/</a:t>
            </a:r>
            <a:r>
              <a:rPr lang="fr-DZ" b="1" dirty="0" err="1">
                <a:latin typeface="Arial" panose="020B0604020202020204" pitchFamily="34" charset="0"/>
                <a:cs typeface="Arial" panose="020B0604020202020204" pitchFamily="34" charset="0"/>
              </a:rPr>
              <a:t>Parend</a:t>
            </a:r>
            <a:r>
              <a:rPr lang="fr-DZ" b="1" dirty="0">
                <a:latin typeface="Arial" panose="020B0604020202020204" pitchFamily="34" charset="0"/>
                <a:cs typeface="Arial" panose="020B0604020202020204" pitchFamily="34" charset="0"/>
              </a:rPr>
              <a:t> structure</a:t>
            </a:r>
            <a:br>
              <a:rPr lang="fr-DZ" b="1" dirty="0"/>
            </a:br>
            <a:endParaRPr lang="fr-DZ" dirty="0"/>
          </a:p>
        </p:txBody>
      </p:sp>
    </p:spTree>
    <p:extLst>
      <p:ext uri="{BB962C8B-B14F-4D97-AF65-F5344CB8AC3E}">
        <p14:creationId xmlns:p14="http://schemas.microsoft.com/office/powerpoint/2010/main" val="142481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7097C3-0E07-26EC-D0E6-9042A1E70D7B}"/>
              </a:ext>
            </a:extLst>
          </p:cNvPr>
          <p:cNvSpPr>
            <a:spLocks noGrp="1"/>
          </p:cNvSpPr>
          <p:nvPr>
            <p:ph type="sldNum" sz="quarter" idx="12"/>
          </p:nvPr>
        </p:nvSpPr>
        <p:spPr/>
        <p:txBody>
          <a:bodyPr/>
          <a:lstStyle/>
          <a:p>
            <a:fld id="{AE542B33-DB44-41E8-8F43-C86F545B5A10}" type="slidenum">
              <a:rPr lang="fr-DZ" smtClean="0"/>
              <a:t>71</a:t>
            </a:fld>
            <a:endParaRPr lang="fr-DZ"/>
          </a:p>
        </p:txBody>
      </p:sp>
      <p:pic>
        <p:nvPicPr>
          <p:cNvPr id="8" name="Picture 7">
            <a:extLst>
              <a:ext uri="{FF2B5EF4-FFF2-40B4-BE49-F238E27FC236}">
                <a16:creationId xmlns:a16="http://schemas.microsoft.com/office/drawing/2014/main" id="{8F87969F-0519-7C22-D9BE-897617626B28}"/>
              </a:ext>
            </a:extLst>
          </p:cNvPr>
          <p:cNvPicPr>
            <a:picLocks noChangeAspect="1"/>
          </p:cNvPicPr>
          <p:nvPr/>
        </p:nvPicPr>
        <p:blipFill>
          <a:blip r:embed="rId2"/>
          <a:stretch>
            <a:fillRect/>
          </a:stretch>
        </p:blipFill>
        <p:spPr>
          <a:xfrm>
            <a:off x="1315413" y="2701045"/>
            <a:ext cx="2731760" cy="3202753"/>
          </a:xfrm>
          <a:prstGeom prst="rect">
            <a:avLst/>
          </a:prstGeom>
        </p:spPr>
      </p:pic>
      <p:sp>
        <p:nvSpPr>
          <p:cNvPr id="10" name="TextBox 9">
            <a:extLst>
              <a:ext uri="{FF2B5EF4-FFF2-40B4-BE49-F238E27FC236}">
                <a16:creationId xmlns:a16="http://schemas.microsoft.com/office/drawing/2014/main" id="{C201B5D5-1CC7-D316-F4A0-C678D187BF69}"/>
              </a:ext>
            </a:extLst>
          </p:cNvPr>
          <p:cNvSpPr txBox="1"/>
          <p:nvPr/>
        </p:nvSpPr>
        <p:spPr>
          <a:xfrm>
            <a:off x="753034" y="1817606"/>
            <a:ext cx="10779163" cy="430887"/>
          </a:xfrm>
          <a:prstGeom prst="rect">
            <a:avLst/>
          </a:prstGeom>
          <a:noFill/>
        </p:spPr>
        <p:txBody>
          <a:bodyPr wrap="square">
            <a:spAutoFit/>
          </a:bodyPr>
          <a:lstStyle/>
          <a:p>
            <a:r>
              <a:rPr lang="fr-CA" sz="2200" b="1" dirty="0">
                <a:solidFill>
                  <a:srgbClr val="00B050"/>
                </a:solidFill>
                <a:latin typeface="Arial" panose="020B0604020202020204" pitchFamily="34" charset="0"/>
                <a:cs typeface="Arial" panose="020B0604020202020204" pitchFamily="34" charset="0"/>
              </a:rPr>
              <a:t>Example: </a:t>
            </a:r>
            <a:r>
              <a:rPr lang="fr-DZ" sz="2200" dirty="0" err="1">
                <a:latin typeface="Arial" panose="020B0604020202020204" pitchFamily="34" charset="0"/>
                <a:cs typeface="Arial" panose="020B0604020202020204" pitchFamily="34" charset="0"/>
              </a:rPr>
              <a:t>Give</a:t>
            </a:r>
            <a:r>
              <a:rPr lang="fr-DZ" sz="2200" dirty="0">
                <a:latin typeface="Arial" panose="020B0604020202020204" pitchFamily="34" charset="0"/>
                <a:cs typeface="Arial" panose="020B0604020202020204" pitchFamily="34" charset="0"/>
              </a:rPr>
              <a:t> the program </a:t>
            </a:r>
            <a:r>
              <a:rPr lang="fr-DZ" sz="2200" dirty="0" err="1">
                <a:latin typeface="Arial" panose="020B0604020202020204" pitchFamily="34" charset="0"/>
                <a:cs typeface="Arial" panose="020B0604020202020204" pitchFamily="34" charset="0"/>
              </a:rPr>
              <a:t>parbegin</a:t>
            </a:r>
            <a:r>
              <a:rPr lang="fr-CA"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parend</a:t>
            </a:r>
            <a:r>
              <a:rPr lang="fr-DZ" sz="2200" dirty="0">
                <a:latin typeface="Arial" panose="020B0604020202020204" pitchFamily="34" charset="0"/>
                <a:cs typeface="Arial" panose="020B0604020202020204" pitchFamily="34" charset="0"/>
              </a:rPr>
              <a:t> for the </a:t>
            </a:r>
            <a:r>
              <a:rPr lang="fr-DZ" sz="2200" dirty="0" err="1">
                <a:latin typeface="Arial" panose="020B0604020202020204" pitchFamily="34" charset="0"/>
                <a:cs typeface="Arial" panose="020B0604020202020204" pitchFamily="34" charset="0"/>
              </a:rPr>
              <a:t>following</a:t>
            </a:r>
            <a:r>
              <a:rPr lang="fr-DZ" sz="2200" dirty="0">
                <a:latin typeface="Arial" panose="020B0604020202020204" pitchFamily="34" charset="0"/>
                <a:cs typeface="Arial" panose="020B0604020202020204" pitchFamily="34" charset="0"/>
              </a:rPr>
              <a:t> </a:t>
            </a:r>
            <a:r>
              <a:rPr lang="fr-DZ" sz="2200" dirty="0" err="1">
                <a:latin typeface="Arial" panose="020B0604020202020204" pitchFamily="34" charset="0"/>
                <a:cs typeface="Arial" panose="020B0604020202020204" pitchFamily="34" charset="0"/>
              </a:rPr>
              <a:t>precedence</a:t>
            </a:r>
            <a:r>
              <a:rPr lang="fr-DZ" sz="2200" dirty="0">
                <a:latin typeface="Arial" panose="020B0604020202020204" pitchFamily="34" charset="0"/>
                <a:cs typeface="Arial" panose="020B0604020202020204" pitchFamily="34" charset="0"/>
              </a:rPr>
              <a:t> graph</a:t>
            </a:r>
          </a:p>
        </p:txBody>
      </p:sp>
      <p:sp>
        <p:nvSpPr>
          <p:cNvPr id="11" name="Title 1">
            <a:extLst>
              <a:ext uri="{FF2B5EF4-FFF2-40B4-BE49-F238E27FC236}">
                <a16:creationId xmlns:a16="http://schemas.microsoft.com/office/drawing/2014/main" id="{2B4151A0-CC6C-6E66-46B0-2970D6D47B3E}"/>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DZ" b="1" dirty="0" err="1">
                <a:latin typeface="Arial" panose="020B0604020202020204" pitchFamily="34" charset="0"/>
                <a:cs typeface="Arial" panose="020B0604020202020204" pitchFamily="34" charset="0"/>
              </a:rPr>
              <a:t>Parbegin</a:t>
            </a:r>
            <a:r>
              <a:rPr lang="fr-CA" b="1" dirty="0">
                <a:latin typeface="Arial" panose="020B0604020202020204" pitchFamily="34" charset="0"/>
                <a:cs typeface="Arial" panose="020B0604020202020204" pitchFamily="34" charset="0"/>
              </a:rPr>
              <a:t>/</a:t>
            </a:r>
            <a:r>
              <a:rPr lang="fr-DZ" b="1" dirty="0" err="1">
                <a:latin typeface="Arial" panose="020B0604020202020204" pitchFamily="34" charset="0"/>
                <a:cs typeface="Arial" panose="020B0604020202020204" pitchFamily="34" charset="0"/>
              </a:rPr>
              <a:t>Parend</a:t>
            </a:r>
            <a:r>
              <a:rPr lang="fr-DZ" b="1" dirty="0">
                <a:latin typeface="Arial" panose="020B0604020202020204" pitchFamily="34" charset="0"/>
                <a:cs typeface="Arial" panose="020B0604020202020204" pitchFamily="34" charset="0"/>
              </a:rPr>
              <a:t> structure</a:t>
            </a:r>
            <a:br>
              <a:rPr lang="fr-DZ" b="1" dirty="0"/>
            </a:br>
            <a:endParaRPr lang="fr-DZ" dirty="0"/>
          </a:p>
        </p:txBody>
      </p:sp>
      <p:pic>
        <p:nvPicPr>
          <p:cNvPr id="13" name="Picture 12">
            <a:extLst>
              <a:ext uri="{FF2B5EF4-FFF2-40B4-BE49-F238E27FC236}">
                <a16:creationId xmlns:a16="http://schemas.microsoft.com/office/drawing/2014/main" id="{653F320F-3CAE-4481-3CA7-15342B8EF361}"/>
              </a:ext>
            </a:extLst>
          </p:cNvPr>
          <p:cNvPicPr>
            <a:picLocks noChangeAspect="1"/>
          </p:cNvPicPr>
          <p:nvPr/>
        </p:nvPicPr>
        <p:blipFill>
          <a:blip r:embed="rId3"/>
          <a:stretch>
            <a:fillRect/>
          </a:stretch>
        </p:blipFill>
        <p:spPr>
          <a:xfrm>
            <a:off x="7234421" y="2348259"/>
            <a:ext cx="3642166" cy="3908325"/>
          </a:xfrm>
          <a:prstGeom prst="rect">
            <a:avLst/>
          </a:prstGeom>
        </p:spPr>
      </p:pic>
    </p:spTree>
    <p:extLst>
      <p:ext uri="{BB962C8B-B14F-4D97-AF65-F5344CB8AC3E}">
        <p14:creationId xmlns:p14="http://schemas.microsoft.com/office/powerpoint/2010/main" val="282650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8EB01E-CB74-E98C-E81F-36C5C5F5D39E}"/>
              </a:ext>
            </a:extLst>
          </p:cNvPr>
          <p:cNvSpPr>
            <a:spLocks noGrp="1"/>
          </p:cNvSpPr>
          <p:nvPr>
            <p:ph type="sldNum" sz="quarter" idx="12"/>
          </p:nvPr>
        </p:nvSpPr>
        <p:spPr/>
        <p:txBody>
          <a:bodyPr/>
          <a:lstStyle/>
          <a:p>
            <a:fld id="{AE542B33-DB44-41E8-8F43-C86F545B5A10}" type="slidenum">
              <a:rPr lang="fr-DZ" smtClean="0"/>
              <a:t>72</a:t>
            </a:fld>
            <a:endParaRPr lang="fr-DZ"/>
          </a:p>
        </p:txBody>
      </p:sp>
      <p:pic>
        <p:nvPicPr>
          <p:cNvPr id="8" name="Picture 7">
            <a:extLst>
              <a:ext uri="{FF2B5EF4-FFF2-40B4-BE49-F238E27FC236}">
                <a16:creationId xmlns:a16="http://schemas.microsoft.com/office/drawing/2014/main" id="{CC4864FB-1406-B180-4F2B-09275E3765C0}"/>
              </a:ext>
            </a:extLst>
          </p:cNvPr>
          <p:cNvPicPr>
            <a:picLocks noChangeAspect="1"/>
          </p:cNvPicPr>
          <p:nvPr/>
        </p:nvPicPr>
        <p:blipFill>
          <a:blip r:embed="rId2"/>
          <a:stretch>
            <a:fillRect/>
          </a:stretch>
        </p:blipFill>
        <p:spPr>
          <a:xfrm>
            <a:off x="1656678" y="2203942"/>
            <a:ext cx="2135729" cy="1955245"/>
          </a:xfrm>
          <a:prstGeom prst="rect">
            <a:avLst/>
          </a:prstGeom>
        </p:spPr>
      </p:pic>
      <p:sp>
        <p:nvSpPr>
          <p:cNvPr id="10" name="Title 1">
            <a:extLst>
              <a:ext uri="{FF2B5EF4-FFF2-40B4-BE49-F238E27FC236}">
                <a16:creationId xmlns:a16="http://schemas.microsoft.com/office/drawing/2014/main" id="{1017C824-9B44-FDA0-8DFD-1211F69CDD5C}"/>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DZ" b="1" dirty="0" err="1">
                <a:latin typeface="Arial" panose="020B0604020202020204" pitchFamily="34" charset="0"/>
                <a:cs typeface="Arial" panose="020B0604020202020204" pitchFamily="34" charset="0"/>
              </a:rPr>
              <a:t>Parbegin</a:t>
            </a:r>
            <a:r>
              <a:rPr lang="fr-CA" b="1" dirty="0">
                <a:latin typeface="Arial" panose="020B0604020202020204" pitchFamily="34" charset="0"/>
                <a:cs typeface="Arial" panose="020B0604020202020204" pitchFamily="34" charset="0"/>
              </a:rPr>
              <a:t>/</a:t>
            </a:r>
            <a:r>
              <a:rPr lang="fr-DZ" b="1" dirty="0" err="1">
                <a:latin typeface="Arial" panose="020B0604020202020204" pitchFamily="34" charset="0"/>
                <a:cs typeface="Arial" panose="020B0604020202020204" pitchFamily="34" charset="0"/>
              </a:rPr>
              <a:t>Parend</a:t>
            </a:r>
            <a:r>
              <a:rPr lang="fr-DZ" b="1" dirty="0">
                <a:latin typeface="Arial" panose="020B0604020202020204" pitchFamily="34" charset="0"/>
                <a:cs typeface="Arial" panose="020B0604020202020204" pitchFamily="34" charset="0"/>
              </a:rPr>
              <a:t> structure</a:t>
            </a:r>
            <a:br>
              <a:rPr lang="fr-DZ" b="1" dirty="0"/>
            </a:br>
            <a:endParaRPr lang="fr-DZ" dirty="0"/>
          </a:p>
        </p:txBody>
      </p:sp>
      <p:sp>
        <p:nvSpPr>
          <p:cNvPr id="12" name="TextBox 11">
            <a:extLst>
              <a:ext uri="{FF2B5EF4-FFF2-40B4-BE49-F238E27FC236}">
                <a16:creationId xmlns:a16="http://schemas.microsoft.com/office/drawing/2014/main" id="{5CE5E460-BF96-4908-EAC8-4F42FED996FC}"/>
              </a:ext>
            </a:extLst>
          </p:cNvPr>
          <p:cNvSpPr txBox="1"/>
          <p:nvPr/>
        </p:nvSpPr>
        <p:spPr>
          <a:xfrm>
            <a:off x="4800768" y="2277870"/>
            <a:ext cx="6094206" cy="1615827"/>
          </a:xfrm>
          <a:prstGeom prst="rect">
            <a:avLst/>
          </a:prstGeom>
          <a:noFill/>
        </p:spPr>
        <p:txBody>
          <a:bodyPr wrap="square">
            <a:spAutoFit/>
          </a:bodyPr>
          <a:lstStyle/>
          <a:p>
            <a:r>
              <a:rPr lang="fr-CA" sz="3300" b="1" dirty="0">
                <a:solidFill>
                  <a:srgbClr val="00B050"/>
                </a:solidFill>
                <a:latin typeface="Arial" panose="020B0604020202020204" pitchFamily="34" charset="0"/>
                <a:cs typeface="Arial" panose="020B0604020202020204" pitchFamily="34" charset="0"/>
              </a:rPr>
              <a:t>Example: </a:t>
            </a:r>
            <a:r>
              <a:rPr lang="fr-DZ" sz="3300" dirty="0"/>
              <a:t>Can the </a:t>
            </a:r>
            <a:r>
              <a:rPr lang="fr-DZ" sz="3300" dirty="0" err="1"/>
              <a:t>following</a:t>
            </a:r>
            <a:r>
              <a:rPr lang="fr-DZ" sz="3300" dirty="0"/>
              <a:t> </a:t>
            </a:r>
            <a:r>
              <a:rPr lang="fr-DZ" sz="3300" dirty="0" err="1"/>
              <a:t>task</a:t>
            </a:r>
            <a:r>
              <a:rPr lang="fr-DZ" sz="3300" dirty="0"/>
              <a:t> graph </a:t>
            </a:r>
            <a:r>
              <a:rPr lang="fr-DZ" sz="3300" dirty="0" err="1"/>
              <a:t>be</a:t>
            </a:r>
            <a:r>
              <a:rPr lang="fr-DZ" sz="3300" dirty="0"/>
              <a:t> </a:t>
            </a:r>
            <a:r>
              <a:rPr lang="fr-DZ" sz="3300" dirty="0" err="1"/>
              <a:t>represented</a:t>
            </a:r>
            <a:r>
              <a:rPr lang="fr-DZ" sz="3300" dirty="0"/>
              <a:t> by a </a:t>
            </a:r>
            <a:r>
              <a:rPr lang="fr-DZ" sz="3300" dirty="0" err="1"/>
              <a:t>parallel</a:t>
            </a:r>
            <a:r>
              <a:rPr lang="fr-DZ" sz="3300" dirty="0"/>
              <a:t> program </a:t>
            </a:r>
            <a:r>
              <a:rPr lang="fr-DZ" sz="3300" dirty="0" err="1"/>
              <a:t>using</a:t>
            </a:r>
            <a:r>
              <a:rPr lang="fr-DZ" sz="3300" dirty="0"/>
              <a:t> </a:t>
            </a:r>
            <a:r>
              <a:rPr lang="fr-DZ" sz="3300" dirty="0" err="1"/>
              <a:t>parbegin</a:t>
            </a:r>
            <a:r>
              <a:rPr lang="fr-DZ" sz="3300" dirty="0"/>
              <a:t> </a:t>
            </a:r>
            <a:r>
              <a:rPr lang="fr-DZ" sz="3300" dirty="0" err="1"/>
              <a:t>parend</a:t>
            </a:r>
            <a:endParaRPr lang="fr-DZ" sz="3300" dirty="0"/>
          </a:p>
        </p:txBody>
      </p:sp>
    </p:spTree>
    <p:extLst>
      <p:ext uri="{BB962C8B-B14F-4D97-AF65-F5344CB8AC3E}">
        <p14:creationId xmlns:p14="http://schemas.microsoft.com/office/powerpoint/2010/main" val="24508333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F888A2-6915-99A6-9E22-FA15E347308E}"/>
              </a:ext>
            </a:extLst>
          </p:cNvPr>
          <p:cNvSpPr>
            <a:spLocks noGrp="1"/>
          </p:cNvSpPr>
          <p:nvPr>
            <p:ph type="sldNum" sz="quarter" idx="12"/>
          </p:nvPr>
        </p:nvSpPr>
        <p:spPr/>
        <p:txBody>
          <a:bodyPr/>
          <a:lstStyle/>
          <a:p>
            <a:fld id="{AE542B33-DB44-41E8-8F43-C86F545B5A10}" type="slidenum">
              <a:rPr lang="fr-DZ" smtClean="0"/>
              <a:t>73</a:t>
            </a:fld>
            <a:endParaRPr lang="fr-DZ"/>
          </a:p>
        </p:txBody>
      </p:sp>
      <p:sp>
        <p:nvSpPr>
          <p:cNvPr id="7" name="Title 1">
            <a:extLst>
              <a:ext uri="{FF2B5EF4-FFF2-40B4-BE49-F238E27FC236}">
                <a16:creationId xmlns:a16="http://schemas.microsoft.com/office/drawing/2014/main" id="{37C08ABD-6249-2CF8-B14B-483B0003BE86}"/>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CA" b="1" dirty="0">
                <a:latin typeface="Arial" panose="020B0604020202020204" pitchFamily="34" charset="0"/>
                <a:cs typeface="Arial" panose="020B0604020202020204" pitchFamily="34" charset="0"/>
              </a:rPr>
              <a:t>Fork/</a:t>
            </a:r>
            <a:r>
              <a:rPr lang="fr-CA" b="1" dirty="0" err="1">
                <a:latin typeface="Arial" panose="020B0604020202020204" pitchFamily="34" charset="0"/>
                <a:cs typeface="Arial" panose="020B0604020202020204" pitchFamily="34" charset="0"/>
              </a:rPr>
              <a:t>join</a:t>
            </a:r>
            <a:r>
              <a:rPr lang="fr-DZ" b="1" dirty="0">
                <a:latin typeface="Arial" panose="020B0604020202020204" pitchFamily="34" charset="0"/>
                <a:cs typeface="Arial" panose="020B0604020202020204" pitchFamily="34" charset="0"/>
              </a:rPr>
              <a:t> structure</a:t>
            </a:r>
            <a:br>
              <a:rPr lang="fr-DZ" b="1" dirty="0"/>
            </a:br>
            <a:endParaRPr lang="fr-DZ" dirty="0"/>
          </a:p>
        </p:txBody>
      </p:sp>
      <p:pic>
        <p:nvPicPr>
          <p:cNvPr id="11" name="Picture 10">
            <a:extLst>
              <a:ext uri="{FF2B5EF4-FFF2-40B4-BE49-F238E27FC236}">
                <a16:creationId xmlns:a16="http://schemas.microsoft.com/office/drawing/2014/main" id="{5B724ADC-AF97-C77C-6A97-11EFC0A9AF38}"/>
              </a:ext>
            </a:extLst>
          </p:cNvPr>
          <p:cNvPicPr>
            <a:picLocks noChangeAspect="1"/>
          </p:cNvPicPr>
          <p:nvPr/>
        </p:nvPicPr>
        <p:blipFill>
          <a:blip r:embed="rId2"/>
          <a:stretch>
            <a:fillRect/>
          </a:stretch>
        </p:blipFill>
        <p:spPr>
          <a:xfrm>
            <a:off x="909918" y="2018796"/>
            <a:ext cx="9239250" cy="2562225"/>
          </a:xfrm>
          <a:prstGeom prst="rect">
            <a:avLst/>
          </a:prstGeom>
        </p:spPr>
      </p:pic>
    </p:spTree>
    <p:extLst>
      <p:ext uri="{BB962C8B-B14F-4D97-AF65-F5344CB8AC3E}">
        <p14:creationId xmlns:p14="http://schemas.microsoft.com/office/powerpoint/2010/main" val="37789787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D51625-49E8-F9AF-126A-6C5C26D54BDD}"/>
              </a:ext>
            </a:extLst>
          </p:cNvPr>
          <p:cNvSpPr>
            <a:spLocks noGrp="1"/>
          </p:cNvSpPr>
          <p:nvPr>
            <p:ph type="sldNum" sz="quarter" idx="12"/>
          </p:nvPr>
        </p:nvSpPr>
        <p:spPr/>
        <p:txBody>
          <a:bodyPr/>
          <a:lstStyle/>
          <a:p>
            <a:fld id="{AE542B33-DB44-41E8-8F43-C86F545B5A10}" type="slidenum">
              <a:rPr lang="fr-DZ" smtClean="0"/>
              <a:t>74</a:t>
            </a:fld>
            <a:endParaRPr lang="fr-DZ"/>
          </a:p>
        </p:txBody>
      </p:sp>
      <p:pic>
        <p:nvPicPr>
          <p:cNvPr id="6" name="Picture 5">
            <a:extLst>
              <a:ext uri="{FF2B5EF4-FFF2-40B4-BE49-F238E27FC236}">
                <a16:creationId xmlns:a16="http://schemas.microsoft.com/office/drawing/2014/main" id="{87201DC5-2A81-3B6D-C500-DD1405999A6D}"/>
              </a:ext>
            </a:extLst>
          </p:cNvPr>
          <p:cNvPicPr>
            <a:picLocks noChangeAspect="1"/>
          </p:cNvPicPr>
          <p:nvPr/>
        </p:nvPicPr>
        <p:blipFill>
          <a:blip r:embed="rId2"/>
          <a:stretch>
            <a:fillRect/>
          </a:stretch>
        </p:blipFill>
        <p:spPr>
          <a:xfrm>
            <a:off x="838200" y="1599407"/>
            <a:ext cx="9591675" cy="4848225"/>
          </a:xfrm>
          <a:prstGeom prst="rect">
            <a:avLst/>
          </a:prstGeom>
        </p:spPr>
      </p:pic>
      <p:sp>
        <p:nvSpPr>
          <p:cNvPr id="7" name="Title 1">
            <a:extLst>
              <a:ext uri="{FF2B5EF4-FFF2-40B4-BE49-F238E27FC236}">
                <a16:creationId xmlns:a16="http://schemas.microsoft.com/office/drawing/2014/main" id="{7E679293-A311-C52C-EEFD-FFA25D98CBEF}"/>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CA" b="1" dirty="0">
                <a:latin typeface="Arial" panose="020B0604020202020204" pitchFamily="34" charset="0"/>
                <a:cs typeface="Arial" panose="020B0604020202020204" pitchFamily="34" charset="0"/>
              </a:rPr>
              <a:t>Fork/</a:t>
            </a:r>
            <a:r>
              <a:rPr lang="fr-CA" b="1" dirty="0" err="1">
                <a:latin typeface="Arial" panose="020B0604020202020204" pitchFamily="34" charset="0"/>
                <a:cs typeface="Arial" panose="020B0604020202020204" pitchFamily="34" charset="0"/>
              </a:rPr>
              <a:t>join</a:t>
            </a:r>
            <a:r>
              <a:rPr lang="fr-DZ" b="1" dirty="0">
                <a:latin typeface="Arial" panose="020B0604020202020204" pitchFamily="34" charset="0"/>
                <a:cs typeface="Arial" panose="020B0604020202020204" pitchFamily="34" charset="0"/>
              </a:rPr>
              <a:t> structure</a:t>
            </a:r>
            <a:br>
              <a:rPr lang="fr-DZ" b="1" dirty="0"/>
            </a:br>
            <a:endParaRPr lang="fr-DZ" dirty="0"/>
          </a:p>
        </p:txBody>
      </p:sp>
    </p:spTree>
    <p:extLst>
      <p:ext uri="{BB962C8B-B14F-4D97-AF65-F5344CB8AC3E}">
        <p14:creationId xmlns:p14="http://schemas.microsoft.com/office/powerpoint/2010/main" val="15132935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2DFA5422-A018-6D3A-EE2C-CE4421E37ACC}"/>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AE542B33-DB44-41E8-8F43-C86F545B5A10}" type="slidenum">
              <a:rPr lang="en-US" smtClean="0"/>
              <a:pPr>
                <a:spcAft>
                  <a:spcPts val="600"/>
                </a:spcAft>
              </a:pPr>
              <a:t>75</a:t>
            </a:fld>
            <a:endParaRPr lang="en-US"/>
          </a:p>
        </p:txBody>
      </p:sp>
      <p:sp>
        <p:nvSpPr>
          <p:cNvPr id="38" name="Isosceles Triangle 3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17815562-0307-03A6-04ED-0B890F2899E5}"/>
              </a:ext>
            </a:extLst>
          </p:cNvPr>
          <p:cNvPicPr>
            <a:picLocks noGrp="1" noChangeAspect="1"/>
          </p:cNvPicPr>
          <p:nvPr>
            <p:ph idx="1"/>
          </p:nvPr>
        </p:nvPicPr>
        <p:blipFill>
          <a:blip r:embed="rId2"/>
          <a:stretch>
            <a:fillRect/>
          </a:stretch>
        </p:blipFill>
        <p:spPr>
          <a:xfrm>
            <a:off x="643467" y="1438825"/>
            <a:ext cx="10905066" cy="3980348"/>
          </a:xfrm>
          <a:prstGeom prst="rect">
            <a:avLst/>
          </a:prstGeom>
          <a:ln>
            <a:noFill/>
          </a:ln>
        </p:spPr>
      </p:pic>
      <p:sp>
        <p:nvSpPr>
          <p:cNvPr id="40" name="Isosceles Triangle 3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17246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074652-AE06-0809-DDA5-5EC2641D0790}"/>
              </a:ext>
            </a:extLst>
          </p:cNvPr>
          <p:cNvSpPr>
            <a:spLocks noGrp="1"/>
          </p:cNvSpPr>
          <p:nvPr>
            <p:ph idx="1"/>
          </p:nvPr>
        </p:nvSpPr>
        <p:spPr>
          <a:xfrm>
            <a:off x="838200" y="1450047"/>
            <a:ext cx="10515600" cy="4351338"/>
          </a:xfrm>
        </p:spPr>
        <p:txBody>
          <a:bodyPr/>
          <a:lstStyle/>
          <a:p>
            <a:r>
              <a:rPr lang="fr-CA" sz="2800" b="1" dirty="0">
                <a:solidFill>
                  <a:srgbClr val="00B050"/>
                </a:solidFill>
                <a:latin typeface="Arial" panose="020B0604020202020204" pitchFamily="34" charset="0"/>
                <a:cs typeface="Arial" panose="020B0604020202020204" pitchFamily="34" charset="0"/>
              </a:rPr>
              <a:t>Example:</a:t>
            </a:r>
            <a:endParaRPr lang="fr-DZ" dirty="0"/>
          </a:p>
        </p:txBody>
      </p:sp>
      <p:sp>
        <p:nvSpPr>
          <p:cNvPr id="4" name="Slide Number Placeholder 3">
            <a:extLst>
              <a:ext uri="{FF2B5EF4-FFF2-40B4-BE49-F238E27FC236}">
                <a16:creationId xmlns:a16="http://schemas.microsoft.com/office/drawing/2014/main" id="{7AD60D45-3782-6666-6EDD-647761C81AD3}"/>
              </a:ext>
            </a:extLst>
          </p:cNvPr>
          <p:cNvSpPr>
            <a:spLocks noGrp="1"/>
          </p:cNvSpPr>
          <p:nvPr>
            <p:ph type="sldNum" sz="quarter" idx="12"/>
          </p:nvPr>
        </p:nvSpPr>
        <p:spPr/>
        <p:txBody>
          <a:bodyPr/>
          <a:lstStyle/>
          <a:p>
            <a:fld id="{AE542B33-DB44-41E8-8F43-C86F545B5A10}" type="slidenum">
              <a:rPr lang="fr-DZ" smtClean="0"/>
              <a:t>76</a:t>
            </a:fld>
            <a:endParaRPr lang="fr-DZ"/>
          </a:p>
        </p:txBody>
      </p:sp>
      <p:sp>
        <p:nvSpPr>
          <p:cNvPr id="9" name="Oval 8">
            <a:extLst>
              <a:ext uri="{FF2B5EF4-FFF2-40B4-BE49-F238E27FC236}">
                <a16:creationId xmlns:a16="http://schemas.microsoft.com/office/drawing/2014/main" id="{A6CCCF78-2D92-87FF-996E-D165EA3772E3}"/>
              </a:ext>
            </a:extLst>
          </p:cNvPr>
          <p:cNvSpPr/>
          <p:nvPr/>
        </p:nvSpPr>
        <p:spPr>
          <a:xfrm>
            <a:off x="7124974" y="1760891"/>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S1</a:t>
            </a:r>
            <a:endParaRPr lang="fr-DZ" sz="1500" dirty="0"/>
          </a:p>
        </p:txBody>
      </p:sp>
      <p:sp>
        <p:nvSpPr>
          <p:cNvPr id="17" name="Oval 16">
            <a:extLst>
              <a:ext uri="{FF2B5EF4-FFF2-40B4-BE49-F238E27FC236}">
                <a16:creationId xmlns:a16="http://schemas.microsoft.com/office/drawing/2014/main" id="{3E37BC73-228C-8C25-78C0-A407C457F859}"/>
              </a:ext>
            </a:extLst>
          </p:cNvPr>
          <p:cNvSpPr/>
          <p:nvPr/>
        </p:nvSpPr>
        <p:spPr>
          <a:xfrm>
            <a:off x="8335261" y="3012277"/>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S3</a:t>
            </a:r>
            <a:endParaRPr lang="fr-DZ" sz="1500" dirty="0"/>
          </a:p>
        </p:txBody>
      </p:sp>
      <p:sp>
        <p:nvSpPr>
          <p:cNvPr id="18" name="Oval 17">
            <a:extLst>
              <a:ext uri="{FF2B5EF4-FFF2-40B4-BE49-F238E27FC236}">
                <a16:creationId xmlns:a16="http://schemas.microsoft.com/office/drawing/2014/main" id="{AD960A0C-4C60-A399-2361-10BFD8AE8DC2}"/>
              </a:ext>
            </a:extLst>
          </p:cNvPr>
          <p:cNvSpPr/>
          <p:nvPr/>
        </p:nvSpPr>
        <p:spPr>
          <a:xfrm>
            <a:off x="6113960" y="2910840"/>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S2</a:t>
            </a:r>
            <a:endParaRPr lang="fr-DZ" sz="1500" dirty="0"/>
          </a:p>
        </p:txBody>
      </p:sp>
      <p:sp>
        <p:nvSpPr>
          <p:cNvPr id="19" name="Oval 18">
            <a:extLst>
              <a:ext uri="{FF2B5EF4-FFF2-40B4-BE49-F238E27FC236}">
                <a16:creationId xmlns:a16="http://schemas.microsoft.com/office/drawing/2014/main" id="{FE7D6110-B05A-5686-4F62-D25169DDDF9E}"/>
              </a:ext>
            </a:extLst>
          </p:cNvPr>
          <p:cNvSpPr/>
          <p:nvPr/>
        </p:nvSpPr>
        <p:spPr>
          <a:xfrm>
            <a:off x="6307594" y="3937065"/>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S4</a:t>
            </a:r>
            <a:endParaRPr lang="fr-DZ" sz="1500" dirty="0"/>
          </a:p>
        </p:txBody>
      </p:sp>
      <p:sp>
        <p:nvSpPr>
          <p:cNvPr id="20" name="Oval 19">
            <a:extLst>
              <a:ext uri="{FF2B5EF4-FFF2-40B4-BE49-F238E27FC236}">
                <a16:creationId xmlns:a16="http://schemas.microsoft.com/office/drawing/2014/main" id="{286474B5-EF5F-0349-D8B1-FF9689DB3BF1}"/>
              </a:ext>
            </a:extLst>
          </p:cNvPr>
          <p:cNvSpPr/>
          <p:nvPr/>
        </p:nvSpPr>
        <p:spPr>
          <a:xfrm>
            <a:off x="7049829" y="4755473"/>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S6</a:t>
            </a:r>
            <a:endParaRPr lang="fr-DZ" sz="1500" dirty="0"/>
          </a:p>
        </p:txBody>
      </p:sp>
      <p:sp>
        <p:nvSpPr>
          <p:cNvPr id="21" name="Oval 20">
            <a:extLst>
              <a:ext uri="{FF2B5EF4-FFF2-40B4-BE49-F238E27FC236}">
                <a16:creationId xmlns:a16="http://schemas.microsoft.com/office/drawing/2014/main" id="{56708340-8C0C-F52B-6F91-7979A5848704}"/>
              </a:ext>
            </a:extLst>
          </p:cNvPr>
          <p:cNvSpPr/>
          <p:nvPr/>
        </p:nvSpPr>
        <p:spPr>
          <a:xfrm>
            <a:off x="5888200" y="4977485"/>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S5</a:t>
            </a:r>
            <a:endParaRPr lang="fr-DZ" sz="1500" dirty="0"/>
          </a:p>
        </p:txBody>
      </p:sp>
      <p:sp>
        <p:nvSpPr>
          <p:cNvPr id="22" name="Oval 21">
            <a:extLst>
              <a:ext uri="{FF2B5EF4-FFF2-40B4-BE49-F238E27FC236}">
                <a16:creationId xmlns:a16="http://schemas.microsoft.com/office/drawing/2014/main" id="{7F881F56-A668-D7D1-C94A-443335029B21}"/>
              </a:ext>
            </a:extLst>
          </p:cNvPr>
          <p:cNvSpPr/>
          <p:nvPr/>
        </p:nvSpPr>
        <p:spPr>
          <a:xfrm>
            <a:off x="6689366" y="6230526"/>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S7</a:t>
            </a:r>
            <a:endParaRPr lang="fr-DZ" sz="1500" dirty="0"/>
          </a:p>
        </p:txBody>
      </p:sp>
      <p:cxnSp>
        <p:nvCxnSpPr>
          <p:cNvPr id="24" name="Straight Connector 23">
            <a:extLst>
              <a:ext uri="{FF2B5EF4-FFF2-40B4-BE49-F238E27FC236}">
                <a16:creationId xmlns:a16="http://schemas.microsoft.com/office/drawing/2014/main" id="{02637B09-F045-B976-AB2B-D9D41B55B4CB}"/>
              </a:ext>
            </a:extLst>
          </p:cNvPr>
          <p:cNvCxnSpPr>
            <a:stCxn id="9" idx="4"/>
            <a:endCxn id="17" idx="1"/>
          </p:cNvCxnSpPr>
          <p:nvPr/>
        </p:nvCxnSpPr>
        <p:spPr>
          <a:xfrm>
            <a:off x="7415431" y="2377662"/>
            <a:ext cx="1004903" cy="7249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0FA6551-81C6-5544-3572-862815E6C987}"/>
              </a:ext>
            </a:extLst>
          </p:cNvPr>
          <p:cNvCxnSpPr>
            <a:stCxn id="9" idx="4"/>
            <a:endCxn id="18" idx="7"/>
          </p:cNvCxnSpPr>
          <p:nvPr/>
        </p:nvCxnSpPr>
        <p:spPr>
          <a:xfrm flipH="1">
            <a:off x="6609800" y="2377662"/>
            <a:ext cx="805631" cy="623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457D2D6-0663-8E14-8D1B-051DE0378D42}"/>
              </a:ext>
            </a:extLst>
          </p:cNvPr>
          <p:cNvCxnSpPr>
            <a:stCxn id="18" idx="4"/>
            <a:endCxn id="19" idx="0"/>
          </p:cNvCxnSpPr>
          <p:nvPr/>
        </p:nvCxnSpPr>
        <p:spPr>
          <a:xfrm>
            <a:off x="6404417" y="3527611"/>
            <a:ext cx="193634" cy="409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03DF241-608A-8DA3-908A-86D114261C4E}"/>
              </a:ext>
            </a:extLst>
          </p:cNvPr>
          <p:cNvCxnSpPr>
            <a:cxnSpLocks/>
            <a:endCxn id="20" idx="1"/>
          </p:cNvCxnSpPr>
          <p:nvPr/>
        </p:nvCxnSpPr>
        <p:spPr>
          <a:xfrm>
            <a:off x="6634878" y="4289295"/>
            <a:ext cx="500024" cy="556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BB86A2A-DA82-A815-5BE6-52C115F67599}"/>
              </a:ext>
            </a:extLst>
          </p:cNvPr>
          <p:cNvCxnSpPr>
            <a:endCxn id="21" idx="0"/>
          </p:cNvCxnSpPr>
          <p:nvPr/>
        </p:nvCxnSpPr>
        <p:spPr>
          <a:xfrm flipH="1">
            <a:off x="6178657" y="4563425"/>
            <a:ext cx="290456" cy="41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1E863B6-DD57-0D5F-E4E0-2467BD3476C9}"/>
              </a:ext>
            </a:extLst>
          </p:cNvPr>
          <p:cNvCxnSpPr>
            <a:cxnSpLocks/>
          </p:cNvCxnSpPr>
          <p:nvPr/>
        </p:nvCxnSpPr>
        <p:spPr>
          <a:xfrm flipH="1">
            <a:off x="7134902" y="3540916"/>
            <a:ext cx="1509155" cy="27777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BC30AF-BAFE-8830-4A00-6F4ED618A467}"/>
              </a:ext>
            </a:extLst>
          </p:cNvPr>
          <p:cNvCxnSpPr>
            <a:cxnSpLocks/>
            <a:stCxn id="20" idx="4"/>
            <a:endCxn id="22" idx="0"/>
          </p:cNvCxnSpPr>
          <p:nvPr/>
        </p:nvCxnSpPr>
        <p:spPr>
          <a:xfrm flipH="1">
            <a:off x="6979823" y="5372244"/>
            <a:ext cx="360463" cy="858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8CEE7F5-224F-F554-2B4B-A54BA324D3A9}"/>
              </a:ext>
            </a:extLst>
          </p:cNvPr>
          <p:cNvCxnSpPr>
            <a:stCxn id="21" idx="4"/>
            <a:endCxn id="22" idx="1"/>
          </p:cNvCxnSpPr>
          <p:nvPr/>
        </p:nvCxnSpPr>
        <p:spPr>
          <a:xfrm>
            <a:off x="6178657" y="5594256"/>
            <a:ext cx="595782" cy="726594"/>
          </a:xfrm>
          <a:prstGeom prst="line">
            <a:avLst/>
          </a:prstGeom>
        </p:spPr>
        <p:style>
          <a:lnRef idx="1">
            <a:schemeClr val="accent1"/>
          </a:lnRef>
          <a:fillRef idx="0">
            <a:schemeClr val="accent1"/>
          </a:fillRef>
          <a:effectRef idx="0">
            <a:schemeClr val="accent1"/>
          </a:effectRef>
          <a:fontRef idx="minor">
            <a:schemeClr val="tx1"/>
          </a:fontRef>
        </p:style>
      </p:cxnSp>
      <p:sp>
        <p:nvSpPr>
          <p:cNvPr id="47" name="Title 1">
            <a:extLst>
              <a:ext uri="{FF2B5EF4-FFF2-40B4-BE49-F238E27FC236}">
                <a16:creationId xmlns:a16="http://schemas.microsoft.com/office/drawing/2014/main" id="{345F5173-98B3-F0F2-CACF-61E7CA61CA16}"/>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CA" b="1" dirty="0">
                <a:latin typeface="Arial" panose="020B0604020202020204" pitchFamily="34" charset="0"/>
                <a:cs typeface="Arial" panose="020B0604020202020204" pitchFamily="34" charset="0"/>
              </a:rPr>
              <a:t>Fork/</a:t>
            </a:r>
            <a:r>
              <a:rPr lang="fr-CA" b="1" dirty="0" err="1">
                <a:latin typeface="Arial" panose="020B0604020202020204" pitchFamily="34" charset="0"/>
                <a:cs typeface="Arial" panose="020B0604020202020204" pitchFamily="34" charset="0"/>
              </a:rPr>
              <a:t>join</a:t>
            </a:r>
            <a:r>
              <a:rPr lang="fr-DZ" b="1" dirty="0">
                <a:latin typeface="Arial" panose="020B0604020202020204" pitchFamily="34" charset="0"/>
                <a:cs typeface="Arial" panose="020B0604020202020204" pitchFamily="34" charset="0"/>
              </a:rPr>
              <a:t> structure</a:t>
            </a:r>
            <a:br>
              <a:rPr lang="fr-CA" b="1" dirty="0">
                <a:latin typeface="Arial" panose="020B0604020202020204" pitchFamily="34" charset="0"/>
                <a:cs typeface="Arial" panose="020B0604020202020204" pitchFamily="34" charset="0"/>
              </a:rPr>
            </a:br>
            <a:endParaRPr lang="fr-DZ" dirty="0"/>
          </a:p>
        </p:txBody>
      </p:sp>
      <p:sp>
        <p:nvSpPr>
          <p:cNvPr id="23" name="TextBox 22">
            <a:extLst>
              <a:ext uri="{FF2B5EF4-FFF2-40B4-BE49-F238E27FC236}">
                <a16:creationId xmlns:a16="http://schemas.microsoft.com/office/drawing/2014/main" id="{3CAB1519-1FA3-4FA8-9C3D-1963D82DD376}"/>
              </a:ext>
            </a:extLst>
          </p:cNvPr>
          <p:cNvSpPr txBox="1"/>
          <p:nvPr/>
        </p:nvSpPr>
        <p:spPr>
          <a:xfrm>
            <a:off x="838200" y="1753775"/>
            <a:ext cx="3076575" cy="3785652"/>
          </a:xfrm>
          <a:prstGeom prst="rect">
            <a:avLst/>
          </a:prstGeom>
          <a:noFill/>
        </p:spPr>
        <p:txBody>
          <a:bodyPr wrap="square" rtlCol="0">
            <a:spAutoFit/>
          </a:bodyPr>
          <a:lstStyle/>
          <a:p>
            <a:r>
              <a:rPr lang="en-GB" sz="2400" dirty="0"/>
              <a:t>Begin</a:t>
            </a:r>
          </a:p>
          <a:p>
            <a:r>
              <a:rPr lang="en-GB" sz="2400" dirty="0"/>
              <a:t>	S1</a:t>
            </a:r>
          </a:p>
          <a:p>
            <a:r>
              <a:rPr lang="en-GB" sz="2400" dirty="0"/>
              <a:t>	Fork L1:</a:t>
            </a:r>
          </a:p>
          <a:p>
            <a:r>
              <a:rPr lang="en-GB" sz="2400" dirty="0"/>
              <a:t>	S3</a:t>
            </a:r>
          </a:p>
          <a:p>
            <a:r>
              <a:rPr lang="en-GB" sz="2400" dirty="0"/>
              <a:t>	S4</a:t>
            </a:r>
          </a:p>
          <a:p>
            <a:r>
              <a:rPr lang="en-GB" sz="2400" dirty="0"/>
              <a:t>	Fork L2:	</a:t>
            </a:r>
          </a:p>
          <a:p>
            <a:r>
              <a:rPr lang="en-GB" sz="2400" dirty="0"/>
              <a:t>	S6</a:t>
            </a:r>
          </a:p>
          <a:p>
            <a:r>
              <a:rPr lang="en-GB" sz="2400" dirty="0"/>
              <a:t>	L2:S5</a:t>
            </a:r>
          </a:p>
          <a:p>
            <a:r>
              <a:rPr lang="en-GB" sz="2400" dirty="0"/>
              <a:t>	L1:S2</a:t>
            </a:r>
          </a:p>
          <a:p>
            <a:r>
              <a:rPr lang="en-GB" sz="2400" dirty="0"/>
              <a:t>End</a:t>
            </a:r>
          </a:p>
        </p:txBody>
      </p:sp>
      <p:sp>
        <p:nvSpPr>
          <p:cNvPr id="5" name="TextBox 4">
            <a:extLst>
              <a:ext uri="{FF2B5EF4-FFF2-40B4-BE49-F238E27FC236}">
                <a16:creationId xmlns:a16="http://schemas.microsoft.com/office/drawing/2014/main" id="{B543A0B9-5356-4D6B-A626-3D54FDE47FAC}"/>
              </a:ext>
            </a:extLst>
          </p:cNvPr>
          <p:cNvSpPr txBox="1"/>
          <p:nvPr/>
        </p:nvSpPr>
        <p:spPr>
          <a:xfrm>
            <a:off x="8820231" y="1056615"/>
            <a:ext cx="1419225" cy="769441"/>
          </a:xfrm>
          <a:prstGeom prst="rect">
            <a:avLst/>
          </a:prstGeom>
          <a:noFill/>
        </p:spPr>
        <p:txBody>
          <a:bodyPr wrap="square" rtlCol="0">
            <a:spAutoFit/>
          </a:bodyPr>
          <a:lstStyle/>
          <a:p>
            <a:pPr algn="ctr"/>
            <a:r>
              <a:rPr lang="en-GB" sz="4400" u="sng" dirty="0"/>
              <a:t>TRY</a:t>
            </a:r>
            <a:endParaRPr lang="fr-FR" u="sng" dirty="0"/>
          </a:p>
        </p:txBody>
      </p:sp>
    </p:spTree>
    <p:extLst>
      <p:ext uri="{BB962C8B-B14F-4D97-AF65-F5344CB8AC3E}">
        <p14:creationId xmlns:p14="http://schemas.microsoft.com/office/powerpoint/2010/main" val="155481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P spid="18" grpId="0" animBg="1"/>
      <p:bldP spid="19" grpId="0" animBg="1"/>
      <p:bldP spid="20" grpId="0" animBg="1"/>
      <p:bldP spid="21" grpId="0" animBg="1"/>
      <p:bldP spid="2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074652-AE06-0809-DDA5-5EC2641D0790}"/>
              </a:ext>
            </a:extLst>
          </p:cNvPr>
          <p:cNvSpPr>
            <a:spLocks noGrp="1"/>
          </p:cNvSpPr>
          <p:nvPr>
            <p:ph idx="1"/>
          </p:nvPr>
        </p:nvSpPr>
        <p:spPr>
          <a:xfrm>
            <a:off x="838200" y="1450047"/>
            <a:ext cx="10515600" cy="4351338"/>
          </a:xfrm>
        </p:spPr>
        <p:txBody>
          <a:bodyPr/>
          <a:lstStyle/>
          <a:p>
            <a:r>
              <a:rPr lang="fr-CA" sz="2800" b="1" dirty="0">
                <a:solidFill>
                  <a:srgbClr val="00B050"/>
                </a:solidFill>
                <a:latin typeface="Arial" panose="020B0604020202020204" pitchFamily="34" charset="0"/>
                <a:cs typeface="Arial" panose="020B0604020202020204" pitchFamily="34" charset="0"/>
              </a:rPr>
              <a:t>Example:</a:t>
            </a:r>
            <a:endParaRPr lang="fr-DZ" dirty="0"/>
          </a:p>
        </p:txBody>
      </p:sp>
      <p:sp>
        <p:nvSpPr>
          <p:cNvPr id="4" name="Slide Number Placeholder 3">
            <a:extLst>
              <a:ext uri="{FF2B5EF4-FFF2-40B4-BE49-F238E27FC236}">
                <a16:creationId xmlns:a16="http://schemas.microsoft.com/office/drawing/2014/main" id="{7AD60D45-3782-6666-6EDD-647761C81AD3}"/>
              </a:ext>
            </a:extLst>
          </p:cNvPr>
          <p:cNvSpPr>
            <a:spLocks noGrp="1"/>
          </p:cNvSpPr>
          <p:nvPr>
            <p:ph type="sldNum" sz="quarter" idx="12"/>
          </p:nvPr>
        </p:nvSpPr>
        <p:spPr/>
        <p:txBody>
          <a:bodyPr/>
          <a:lstStyle/>
          <a:p>
            <a:fld id="{AE542B33-DB44-41E8-8F43-C86F545B5A10}" type="slidenum">
              <a:rPr lang="fr-DZ" smtClean="0"/>
              <a:t>77</a:t>
            </a:fld>
            <a:endParaRPr lang="fr-DZ"/>
          </a:p>
        </p:txBody>
      </p:sp>
      <p:pic>
        <p:nvPicPr>
          <p:cNvPr id="6" name="Picture 5">
            <a:extLst>
              <a:ext uri="{FF2B5EF4-FFF2-40B4-BE49-F238E27FC236}">
                <a16:creationId xmlns:a16="http://schemas.microsoft.com/office/drawing/2014/main" id="{0CB242A8-1FA8-68FE-1E30-592DB765A200}"/>
              </a:ext>
            </a:extLst>
          </p:cNvPr>
          <p:cNvPicPr>
            <a:picLocks noChangeAspect="1"/>
          </p:cNvPicPr>
          <p:nvPr/>
        </p:nvPicPr>
        <p:blipFill>
          <a:blip r:embed="rId3"/>
          <a:stretch>
            <a:fillRect/>
          </a:stretch>
        </p:blipFill>
        <p:spPr>
          <a:xfrm>
            <a:off x="1653907" y="1942306"/>
            <a:ext cx="2876550" cy="4162425"/>
          </a:xfrm>
          <a:prstGeom prst="rect">
            <a:avLst/>
          </a:prstGeom>
        </p:spPr>
      </p:pic>
      <p:sp>
        <p:nvSpPr>
          <p:cNvPr id="9" name="Oval 8">
            <a:extLst>
              <a:ext uri="{FF2B5EF4-FFF2-40B4-BE49-F238E27FC236}">
                <a16:creationId xmlns:a16="http://schemas.microsoft.com/office/drawing/2014/main" id="{A6CCCF78-2D92-87FF-996E-D165EA3772E3}"/>
              </a:ext>
            </a:extLst>
          </p:cNvPr>
          <p:cNvSpPr/>
          <p:nvPr/>
        </p:nvSpPr>
        <p:spPr>
          <a:xfrm>
            <a:off x="8898319" y="1178625"/>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S1</a:t>
            </a:r>
            <a:endParaRPr lang="fr-DZ" sz="1500" dirty="0"/>
          </a:p>
        </p:txBody>
      </p:sp>
      <p:sp>
        <p:nvSpPr>
          <p:cNvPr id="17" name="Oval 16">
            <a:extLst>
              <a:ext uri="{FF2B5EF4-FFF2-40B4-BE49-F238E27FC236}">
                <a16:creationId xmlns:a16="http://schemas.microsoft.com/office/drawing/2014/main" id="{3E37BC73-228C-8C25-78C0-A407C457F859}"/>
              </a:ext>
            </a:extLst>
          </p:cNvPr>
          <p:cNvSpPr/>
          <p:nvPr/>
        </p:nvSpPr>
        <p:spPr>
          <a:xfrm>
            <a:off x="10108606" y="2430011"/>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S3</a:t>
            </a:r>
            <a:endParaRPr lang="fr-DZ" sz="1500" dirty="0"/>
          </a:p>
        </p:txBody>
      </p:sp>
      <p:sp>
        <p:nvSpPr>
          <p:cNvPr id="18" name="Oval 17">
            <a:extLst>
              <a:ext uri="{FF2B5EF4-FFF2-40B4-BE49-F238E27FC236}">
                <a16:creationId xmlns:a16="http://schemas.microsoft.com/office/drawing/2014/main" id="{AD960A0C-4C60-A399-2361-10BFD8AE8DC2}"/>
              </a:ext>
            </a:extLst>
          </p:cNvPr>
          <p:cNvSpPr/>
          <p:nvPr/>
        </p:nvSpPr>
        <p:spPr>
          <a:xfrm>
            <a:off x="7887305" y="2328574"/>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S2</a:t>
            </a:r>
            <a:endParaRPr lang="fr-DZ" sz="1500" dirty="0"/>
          </a:p>
        </p:txBody>
      </p:sp>
      <p:sp>
        <p:nvSpPr>
          <p:cNvPr id="19" name="Oval 18">
            <a:extLst>
              <a:ext uri="{FF2B5EF4-FFF2-40B4-BE49-F238E27FC236}">
                <a16:creationId xmlns:a16="http://schemas.microsoft.com/office/drawing/2014/main" id="{FE7D6110-B05A-5686-4F62-D25169DDDF9E}"/>
              </a:ext>
            </a:extLst>
          </p:cNvPr>
          <p:cNvSpPr/>
          <p:nvPr/>
        </p:nvSpPr>
        <p:spPr>
          <a:xfrm>
            <a:off x="7963397" y="3398643"/>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S4</a:t>
            </a:r>
            <a:endParaRPr lang="fr-DZ" sz="1500" dirty="0"/>
          </a:p>
        </p:txBody>
      </p:sp>
      <p:sp>
        <p:nvSpPr>
          <p:cNvPr id="20" name="Oval 19">
            <a:extLst>
              <a:ext uri="{FF2B5EF4-FFF2-40B4-BE49-F238E27FC236}">
                <a16:creationId xmlns:a16="http://schemas.microsoft.com/office/drawing/2014/main" id="{286474B5-EF5F-0349-D8B1-FF9689DB3BF1}"/>
              </a:ext>
            </a:extLst>
          </p:cNvPr>
          <p:cNvSpPr/>
          <p:nvPr/>
        </p:nvSpPr>
        <p:spPr>
          <a:xfrm>
            <a:off x="8823174" y="4173207"/>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S6</a:t>
            </a:r>
            <a:endParaRPr lang="fr-DZ" sz="1500" dirty="0"/>
          </a:p>
        </p:txBody>
      </p:sp>
      <p:sp>
        <p:nvSpPr>
          <p:cNvPr id="21" name="Oval 20">
            <a:extLst>
              <a:ext uri="{FF2B5EF4-FFF2-40B4-BE49-F238E27FC236}">
                <a16:creationId xmlns:a16="http://schemas.microsoft.com/office/drawing/2014/main" id="{56708340-8C0C-F52B-6F91-7979A5848704}"/>
              </a:ext>
            </a:extLst>
          </p:cNvPr>
          <p:cNvSpPr/>
          <p:nvPr/>
        </p:nvSpPr>
        <p:spPr>
          <a:xfrm>
            <a:off x="7661545" y="4395219"/>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S5</a:t>
            </a:r>
            <a:endParaRPr lang="fr-DZ" sz="1500" dirty="0"/>
          </a:p>
        </p:txBody>
      </p:sp>
      <p:sp>
        <p:nvSpPr>
          <p:cNvPr id="22" name="Oval 21">
            <a:extLst>
              <a:ext uri="{FF2B5EF4-FFF2-40B4-BE49-F238E27FC236}">
                <a16:creationId xmlns:a16="http://schemas.microsoft.com/office/drawing/2014/main" id="{7F881F56-A668-D7D1-C94A-443335029B21}"/>
              </a:ext>
            </a:extLst>
          </p:cNvPr>
          <p:cNvSpPr/>
          <p:nvPr/>
        </p:nvSpPr>
        <p:spPr>
          <a:xfrm>
            <a:off x="8867405" y="5685297"/>
            <a:ext cx="580913" cy="616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500" dirty="0"/>
              <a:t>S7</a:t>
            </a:r>
            <a:endParaRPr lang="fr-DZ" sz="1500" dirty="0"/>
          </a:p>
        </p:txBody>
      </p:sp>
      <p:cxnSp>
        <p:nvCxnSpPr>
          <p:cNvPr id="24" name="Straight Connector 23">
            <a:extLst>
              <a:ext uri="{FF2B5EF4-FFF2-40B4-BE49-F238E27FC236}">
                <a16:creationId xmlns:a16="http://schemas.microsoft.com/office/drawing/2014/main" id="{02637B09-F045-B976-AB2B-D9D41B55B4CB}"/>
              </a:ext>
            </a:extLst>
          </p:cNvPr>
          <p:cNvCxnSpPr>
            <a:stCxn id="9" idx="4"/>
            <a:endCxn id="17" idx="1"/>
          </p:cNvCxnSpPr>
          <p:nvPr/>
        </p:nvCxnSpPr>
        <p:spPr>
          <a:xfrm>
            <a:off x="9188776" y="1795396"/>
            <a:ext cx="1004903" cy="7249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0FA6551-81C6-5544-3572-862815E6C987}"/>
              </a:ext>
            </a:extLst>
          </p:cNvPr>
          <p:cNvCxnSpPr>
            <a:stCxn id="9" idx="4"/>
            <a:endCxn id="18" idx="7"/>
          </p:cNvCxnSpPr>
          <p:nvPr/>
        </p:nvCxnSpPr>
        <p:spPr>
          <a:xfrm flipH="1">
            <a:off x="8383145" y="1795396"/>
            <a:ext cx="805631" cy="623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457D2D6-0663-8E14-8D1B-051DE0378D42}"/>
              </a:ext>
            </a:extLst>
          </p:cNvPr>
          <p:cNvCxnSpPr>
            <a:cxnSpLocks/>
            <a:stCxn id="18" idx="4"/>
            <a:endCxn id="19" idx="0"/>
          </p:cNvCxnSpPr>
          <p:nvPr/>
        </p:nvCxnSpPr>
        <p:spPr>
          <a:xfrm>
            <a:off x="8177762" y="2945345"/>
            <a:ext cx="76092" cy="4532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03DF241-608A-8DA3-908A-86D114261C4E}"/>
              </a:ext>
            </a:extLst>
          </p:cNvPr>
          <p:cNvCxnSpPr>
            <a:cxnSpLocks/>
            <a:stCxn id="19" idx="6"/>
            <a:endCxn id="20" idx="1"/>
          </p:cNvCxnSpPr>
          <p:nvPr/>
        </p:nvCxnSpPr>
        <p:spPr>
          <a:xfrm>
            <a:off x="8544310" y="3707029"/>
            <a:ext cx="363937" cy="556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BB86A2A-DA82-A815-5BE6-52C115F67599}"/>
              </a:ext>
            </a:extLst>
          </p:cNvPr>
          <p:cNvCxnSpPr>
            <a:cxnSpLocks/>
            <a:stCxn id="19" idx="3"/>
            <a:endCxn id="21" idx="0"/>
          </p:cNvCxnSpPr>
          <p:nvPr/>
        </p:nvCxnSpPr>
        <p:spPr>
          <a:xfrm flipH="1">
            <a:off x="7952002" y="3925090"/>
            <a:ext cx="96468" cy="4701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1E863B6-DD57-0D5F-E4E0-2467BD3476C9}"/>
              </a:ext>
            </a:extLst>
          </p:cNvPr>
          <p:cNvCxnSpPr>
            <a:cxnSpLocks/>
            <a:stCxn id="17" idx="4"/>
            <a:endCxn id="22" idx="7"/>
          </p:cNvCxnSpPr>
          <p:nvPr/>
        </p:nvCxnSpPr>
        <p:spPr>
          <a:xfrm flipH="1">
            <a:off x="9363245" y="3046782"/>
            <a:ext cx="1035818" cy="2728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BC30AF-BAFE-8830-4A00-6F4ED618A467}"/>
              </a:ext>
            </a:extLst>
          </p:cNvPr>
          <p:cNvCxnSpPr>
            <a:cxnSpLocks/>
            <a:stCxn id="20" idx="4"/>
            <a:endCxn id="22" idx="0"/>
          </p:cNvCxnSpPr>
          <p:nvPr/>
        </p:nvCxnSpPr>
        <p:spPr>
          <a:xfrm>
            <a:off x="9113631" y="4789978"/>
            <a:ext cx="44231" cy="8953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8CEE7F5-224F-F554-2B4B-A54BA324D3A9}"/>
              </a:ext>
            </a:extLst>
          </p:cNvPr>
          <p:cNvCxnSpPr>
            <a:stCxn id="21" idx="4"/>
            <a:endCxn id="22" idx="1"/>
          </p:cNvCxnSpPr>
          <p:nvPr/>
        </p:nvCxnSpPr>
        <p:spPr>
          <a:xfrm>
            <a:off x="7952002" y="5011990"/>
            <a:ext cx="1000476" cy="763631"/>
          </a:xfrm>
          <a:prstGeom prst="line">
            <a:avLst/>
          </a:prstGeom>
        </p:spPr>
        <p:style>
          <a:lnRef idx="1">
            <a:schemeClr val="accent1"/>
          </a:lnRef>
          <a:fillRef idx="0">
            <a:schemeClr val="accent1"/>
          </a:fillRef>
          <a:effectRef idx="0">
            <a:schemeClr val="accent1"/>
          </a:effectRef>
          <a:fontRef idx="minor">
            <a:schemeClr val="tx1"/>
          </a:fontRef>
        </p:style>
      </p:cxnSp>
      <p:sp>
        <p:nvSpPr>
          <p:cNvPr id="47" name="Title 1">
            <a:extLst>
              <a:ext uri="{FF2B5EF4-FFF2-40B4-BE49-F238E27FC236}">
                <a16:creationId xmlns:a16="http://schemas.microsoft.com/office/drawing/2014/main" id="{345F5173-98B3-F0F2-CACF-61E7CA61CA16}"/>
              </a:ext>
            </a:extLst>
          </p:cNvPr>
          <p:cNvSpPr>
            <a:spLocks noGrp="1"/>
          </p:cNvSpPr>
          <p:nvPr>
            <p:ph type="title"/>
          </p:nvPr>
        </p:nvSpPr>
        <p:spPr>
          <a:xfrm>
            <a:off x="838200" y="365125"/>
            <a:ext cx="10515600" cy="1325563"/>
          </a:xfrm>
        </p:spPr>
        <p:txBody>
          <a:bodyPr>
            <a:normAutofit fontScale="90000"/>
          </a:bodyPr>
          <a:lstStyle/>
          <a:p>
            <a:r>
              <a:rPr lang="fr-FR" b="1" dirty="0" err="1">
                <a:solidFill>
                  <a:srgbClr val="FF0000"/>
                </a:solidFill>
                <a:latin typeface="Arial" panose="020B0604020202020204" pitchFamily="34" charset="0"/>
                <a:cs typeface="Arial" panose="020B0604020202020204" pitchFamily="34" charset="0"/>
              </a:rPr>
              <a:t>Parallelism</a:t>
            </a:r>
            <a:r>
              <a:rPr lang="fr-FR" b="1" dirty="0">
                <a:solidFill>
                  <a:srgbClr val="FF0000"/>
                </a:solidFill>
                <a:latin typeface="Arial" panose="020B0604020202020204" pitchFamily="34" charset="0"/>
                <a:cs typeface="Arial" panose="020B0604020202020204" pitchFamily="34" charset="0"/>
              </a:rPr>
              <a:t> and </a:t>
            </a:r>
            <a:r>
              <a:rPr lang="fr-FR" b="1" dirty="0" err="1">
                <a:solidFill>
                  <a:srgbClr val="FF0000"/>
                </a:solidFill>
                <a:latin typeface="Arial" panose="020B0604020202020204" pitchFamily="34" charset="0"/>
                <a:cs typeface="Arial" panose="020B0604020202020204" pitchFamily="34" charset="0"/>
              </a:rPr>
              <a:t>Parallel</a:t>
            </a:r>
            <a:r>
              <a:rPr lang="fr-FR" b="1" dirty="0">
                <a:solidFill>
                  <a:srgbClr val="FF0000"/>
                </a:solidFill>
                <a:latin typeface="Arial" panose="020B0604020202020204" pitchFamily="34" charset="0"/>
                <a:cs typeface="Arial" panose="020B0604020202020204" pitchFamily="34" charset="0"/>
              </a:rPr>
              <a:t> </a:t>
            </a:r>
            <a:r>
              <a:rPr lang="fr-FR" b="1" dirty="0" err="1">
                <a:solidFill>
                  <a:srgbClr val="FF0000"/>
                </a:solidFill>
                <a:latin typeface="Arial" panose="020B0604020202020204" pitchFamily="34" charset="0"/>
                <a:cs typeface="Arial" panose="020B0604020202020204" pitchFamily="34" charset="0"/>
              </a:rPr>
              <a:t>Languages</a:t>
            </a:r>
            <a:r>
              <a:rPr lang="fr-FR" b="1" dirty="0">
                <a:solidFill>
                  <a:srgbClr val="FF0000"/>
                </a:solidFill>
                <a:latin typeface="Arial" panose="020B0604020202020204" pitchFamily="34" charset="0"/>
                <a:cs typeface="Arial" panose="020B0604020202020204" pitchFamily="34" charset="0"/>
              </a:rPr>
              <a:t>:</a:t>
            </a:r>
            <a:br>
              <a:rPr lang="fr-FR" b="1" dirty="0">
                <a:solidFill>
                  <a:srgbClr val="FF0000"/>
                </a:solidFill>
                <a:latin typeface="Arial" panose="020B0604020202020204" pitchFamily="34" charset="0"/>
                <a:cs typeface="Arial" panose="020B0604020202020204" pitchFamily="34" charset="0"/>
              </a:rPr>
            </a:br>
            <a:r>
              <a:rPr lang="fr-CA" b="1" dirty="0">
                <a:latin typeface="Arial" panose="020B0604020202020204" pitchFamily="34" charset="0"/>
                <a:cs typeface="Arial" panose="020B0604020202020204" pitchFamily="34" charset="0"/>
              </a:rPr>
              <a:t>Fork/</a:t>
            </a:r>
            <a:r>
              <a:rPr lang="fr-CA" b="1" dirty="0" err="1">
                <a:latin typeface="Arial" panose="020B0604020202020204" pitchFamily="34" charset="0"/>
                <a:cs typeface="Arial" panose="020B0604020202020204" pitchFamily="34" charset="0"/>
              </a:rPr>
              <a:t>join</a:t>
            </a:r>
            <a:r>
              <a:rPr lang="fr-DZ" b="1" dirty="0">
                <a:latin typeface="Arial" panose="020B0604020202020204" pitchFamily="34" charset="0"/>
                <a:cs typeface="Arial" panose="020B0604020202020204" pitchFamily="34" charset="0"/>
              </a:rPr>
              <a:t> structure</a:t>
            </a:r>
            <a:br>
              <a:rPr lang="fr-CA" b="1" dirty="0">
                <a:latin typeface="Arial" panose="020B0604020202020204" pitchFamily="34" charset="0"/>
                <a:cs typeface="Arial" panose="020B0604020202020204" pitchFamily="34" charset="0"/>
              </a:rPr>
            </a:br>
            <a:endParaRPr lang="fr-DZ" dirty="0"/>
          </a:p>
        </p:txBody>
      </p:sp>
    </p:spTree>
    <p:extLst>
      <p:ext uri="{BB962C8B-B14F-4D97-AF65-F5344CB8AC3E}">
        <p14:creationId xmlns:p14="http://schemas.microsoft.com/office/powerpoint/2010/main" val="282407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P spid="18" grpId="0" animBg="1"/>
      <p:bldP spid="19" grpId="0" animBg="1"/>
      <p:bldP spid="20" grpId="0" animBg="1"/>
      <p:bldP spid="21" grpId="0" animBg="1"/>
      <p:bldP spid="2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52AE0-7B10-3422-DB9C-5327F933528E}"/>
              </a:ext>
            </a:extLst>
          </p:cNvPr>
          <p:cNvSpPr>
            <a:spLocks noGrp="1"/>
          </p:cNvSpPr>
          <p:nvPr>
            <p:ph idx="1"/>
          </p:nvPr>
        </p:nvSpPr>
        <p:spPr>
          <a:xfrm>
            <a:off x="575153" y="1449844"/>
            <a:ext cx="10515600" cy="4351338"/>
          </a:xfrm>
        </p:spPr>
        <p:txBody>
          <a:bodyPr>
            <a:normAutofit/>
          </a:bodyPr>
          <a:lstStyle/>
          <a:p>
            <a:pPr marL="0" indent="0" algn="ctr">
              <a:buNone/>
            </a:pPr>
            <a:endParaRPr lang="fr-CA" sz="7200" b="1" dirty="0">
              <a:solidFill>
                <a:schemeClr val="tx2"/>
              </a:solidFill>
            </a:endParaRPr>
          </a:p>
          <a:p>
            <a:pPr marL="0" indent="0" algn="ctr">
              <a:buNone/>
            </a:pPr>
            <a:r>
              <a:rPr lang="fr-CA" sz="7200" b="1" dirty="0">
                <a:solidFill>
                  <a:srgbClr val="FF0000"/>
                </a:solidFill>
              </a:rPr>
              <a:t>Annex</a:t>
            </a:r>
            <a:endParaRPr lang="fr-DZ" sz="7200" dirty="0">
              <a:solidFill>
                <a:srgbClr val="FF0000"/>
              </a:solidFill>
            </a:endParaRPr>
          </a:p>
        </p:txBody>
      </p:sp>
      <p:sp>
        <p:nvSpPr>
          <p:cNvPr id="4" name="Slide Number Placeholder 3">
            <a:extLst>
              <a:ext uri="{FF2B5EF4-FFF2-40B4-BE49-F238E27FC236}">
                <a16:creationId xmlns:a16="http://schemas.microsoft.com/office/drawing/2014/main" id="{FEED1C3C-C7AF-0525-8A87-259B11B619B3}"/>
              </a:ext>
            </a:extLst>
          </p:cNvPr>
          <p:cNvSpPr>
            <a:spLocks noGrp="1"/>
          </p:cNvSpPr>
          <p:nvPr>
            <p:ph type="sldNum" sz="quarter" idx="12"/>
          </p:nvPr>
        </p:nvSpPr>
        <p:spPr/>
        <p:txBody>
          <a:bodyPr/>
          <a:lstStyle/>
          <a:p>
            <a:fld id="{AE542B33-DB44-41E8-8F43-C86F545B5A10}" type="slidenum">
              <a:rPr lang="fr-DZ" smtClean="0"/>
              <a:t>78</a:t>
            </a:fld>
            <a:endParaRPr lang="fr-DZ"/>
          </a:p>
        </p:txBody>
      </p:sp>
    </p:spTree>
    <p:extLst>
      <p:ext uri="{BB962C8B-B14F-4D97-AF65-F5344CB8AC3E}">
        <p14:creationId xmlns:p14="http://schemas.microsoft.com/office/powerpoint/2010/main" val="8854098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90D134-59B8-66C6-5FC4-2D5409F86F03}"/>
              </a:ext>
            </a:extLst>
          </p:cNvPr>
          <p:cNvSpPr>
            <a:spLocks noGrp="1"/>
          </p:cNvSpPr>
          <p:nvPr>
            <p:ph type="sldNum" sz="quarter" idx="12"/>
          </p:nvPr>
        </p:nvSpPr>
        <p:spPr/>
        <p:txBody>
          <a:bodyPr/>
          <a:lstStyle/>
          <a:p>
            <a:fld id="{AE542B33-DB44-41E8-8F43-C86F545B5A10}" type="slidenum">
              <a:rPr lang="fr-DZ" smtClean="0"/>
              <a:t>79</a:t>
            </a:fld>
            <a:endParaRPr lang="fr-DZ"/>
          </a:p>
        </p:txBody>
      </p:sp>
      <p:sp>
        <p:nvSpPr>
          <p:cNvPr id="6" name="Rectangle 2">
            <a:extLst>
              <a:ext uri="{FF2B5EF4-FFF2-40B4-BE49-F238E27FC236}">
                <a16:creationId xmlns:a16="http://schemas.microsoft.com/office/drawing/2014/main" id="{B8B7DB08-B8BF-B5A4-0C03-0094A85AA583}"/>
              </a:ext>
            </a:extLst>
          </p:cNvPr>
          <p:cNvSpPr>
            <a:spLocks noChangeArrowheads="1"/>
          </p:cNvSpPr>
          <p:nvPr/>
        </p:nvSpPr>
        <p:spPr bwMode="auto">
          <a:xfrm>
            <a:off x="436419" y="682945"/>
            <a:ext cx="11097490"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800" b="1" i="0" u="none" strike="noStrike" cap="none" normalizeH="0" baseline="0" dirty="0" err="1">
                <a:ln>
                  <a:noFill/>
                </a:ln>
                <a:solidFill>
                  <a:schemeClr val="tx1"/>
                </a:solidFill>
                <a:effectLst/>
                <a:latin typeface="Arial" panose="020B0604020202020204" pitchFamily="34" charset="0"/>
              </a:rPr>
              <a:t>Differentiate</a:t>
            </a:r>
            <a:r>
              <a:rPr kumimoji="0" lang="fr-DZ" altLang="fr-DZ" sz="2800" b="1" i="0" u="none" strike="noStrike" cap="none" normalizeH="0" baseline="0" dirty="0">
                <a:ln>
                  <a:noFill/>
                </a:ln>
                <a:solidFill>
                  <a:schemeClr val="tx1"/>
                </a:solidFill>
                <a:effectLst/>
                <a:latin typeface="Arial" panose="020B0604020202020204" pitchFamily="34" charset="0"/>
              </a:rPr>
              <a:t> </a:t>
            </a:r>
            <a:r>
              <a:rPr kumimoji="0" lang="fr-DZ" altLang="fr-DZ" sz="2800" b="1" i="0" u="none" strike="noStrike" cap="none" normalizeH="0" baseline="0" dirty="0" err="1">
                <a:ln>
                  <a:noFill/>
                </a:ln>
                <a:solidFill>
                  <a:schemeClr val="tx1"/>
                </a:solidFill>
                <a:effectLst/>
                <a:latin typeface="Arial" panose="020B0604020202020204" pitchFamily="34" charset="0"/>
              </a:rPr>
              <a:t>between</a:t>
            </a:r>
            <a:r>
              <a:rPr kumimoji="0" lang="fr-DZ" altLang="fr-DZ" sz="2800" b="1" i="0" u="none" strike="noStrike" cap="none" normalizeH="0" baseline="0" dirty="0">
                <a:ln>
                  <a:noFill/>
                </a:ln>
                <a:solidFill>
                  <a:schemeClr val="tx1"/>
                </a:solidFill>
                <a:effectLst/>
                <a:latin typeface="Arial" panose="020B0604020202020204" pitchFamily="34" charset="0"/>
              </a:rPr>
              <a:t> </a:t>
            </a:r>
            <a:r>
              <a:rPr kumimoji="0" lang="fr-DZ" altLang="fr-DZ" sz="2800" b="1" i="0" u="none" strike="noStrike" cap="none" normalizeH="0" baseline="0" dirty="0" err="1">
                <a:ln>
                  <a:noFill/>
                </a:ln>
                <a:solidFill>
                  <a:schemeClr val="tx1"/>
                </a:solidFill>
                <a:effectLst/>
                <a:latin typeface="Arial" panose="020B0604020202020204" pitchFamily="34" charset="0"/>
              </a:rPr>
              <a:t>tasks</a:t>
            </a:r>
            <a:r>
              <a:rPr kumimoji="0" lang="fr-DZ" altLang="fr-DZ" sz="2800" b="1" i="0" u="none" strike="noStrike" cap="none" normalizeH="0" baseline="0" dirty="0">
                <a:ln>
                  <a:noFill/>
                </a:ln>
                <a:solidFill>
                  <a:schemeClr val="tx1"/>
                </a:solidFill>
                <a:effectLst/>
                <a:latin typeface="Arial" panose="020B0604020202020204" pitchFamily="34" charset="0"/>
              </a:rPr>
              <a:t>, </a:t>
            </a:r>
            <a:r>
              <a:rPr kumimoji="0" lang="fr-DZ" altLang="fr-DZ" sz="2800" b="1" i="0" u="none" strike="noStrike" cap="none" normalizeH="0" baseline="0" dirty="0" err="1">
                <a:ln>
                  <a:noFill/>
                </a:ln>
                <a:solidFill>
                  <a:schemeClr val="tx1"/>
                </a:solidFill>
                <a:effectLst/>
                <a:latin typeface="Arial" panose="020B0604020202020204" pitchFamily="34" charset="0"/>
              </a:rPr>
              <a:t>processes</a:t>
            </a:r>
            <a:r>
              <a:rPr kumimoji="0" lang="fr-DZ" altLang="fr-DZ" sz="2800" b="1" i="0" u="none" strike="noStrike" cap="none" normalizeH="0" baseline="0" dirty="0">
                <a:ln>
                  <a:noFill/>
                </a:ln>
                <a:solidFill>
                  <a:schemeClr val="tx1"/>
                </a:solidFill>
                <a:effectLst/>
                <a:latin typeface="Arial" panose="020B0604020202020204" pitchFamily="34" charset="0"/>
              </a:rPr>
              <a:t>, and threads</a:t>
            </a:r>
            <a:r>
              <a:rPr kumimoji="0" lang="fr-DZ" altLang="fr-DZ" sz="2800" b="0" i="0" u="none" strike="noStrike" cap="none" normalizeH="0" baseline="0" dirty="0">
                <a:ln>
                  <a:noFill/>
                </a:ln>
                <a:solidFill>
                  <a:schemeClr val="tx1"/>
                </a:solidFill>
                <a:effectLst/>
                <a:latin typeface="Arial" panose="020B0604020202020204" pitchFamily="34" charset="0"/>
              </a:rPr>
              <a:t>:</a:t>
            </a:r>
            <a:endParaRPr kumimoji="0" lang="fr-CA" altLang="fr-DZ"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DZ" altLang="fr-DZ" sz="2800" b="0" i="0" u="none" strike="noStrike" cap="none" normalizeH="0" baseline="0" dirty="0">
              <a:ln>
                <a:noFill/>
              </a:ln>
              <a:solidFill>
                <a:schemeClr val="tx1"/>
              </a:solidFill>
              <a:effectLst/>
              <a:latin typeface="Arial" panose="020B0604020202020204" pitchFamily="34" charset="0"/>
            </a:endParaRPr>
          </a:p>
          <a:p>
            <a:pPr marL="446088" marR="0" lvl="0" algn="l" defTabSz="914400" rtl="0" eaLnBrk="0" fontAlgn="base" latinLnBrk="0" hangingPunct="0">
              <a:lnSpc>
                <a:spcPct val="100000"/>
              </a:lnSpc>
              <a:spcBef>
                <a:spcPct val="0"/>
              </a:spcBef>
              <a:spcAft>
                <a:spcPct val="0"/>
              </a:spcAft>
              <a:buClrTx/>
              <a:buSzTx/>
              <a:buFontTx/>
              <a:buChar char="•"/>
              <a:tabLst/>
            </a:pPr>
            <a:r>
              <a:rPr kumimoji="0" lang="fr-DZ" altLang="fr-DZ" sz="2800" b="0" i="0" u="none" strike="noStrike" cap="none" normalizeH="0" baseline="0" dirty="0">
                <a:ln>
                  <a:noFill/>
                </a:ln>
                <a:solidFill>
                  <a:schemeClr val="tx1"/>
                </a:solidFill>
                <a:effectLst/>
                <a:latin typeface="Arial" panose="020B0604020202020204" pitchFamily="34" charset="0"/>
              </a:rPr>
              <a:t>A </a:t>
            </a:r>
            <a:r>
              <a:rPr kumimoji="0" lang="fr-DZ" altLang="fr-DZ" sz="2800" b="1" i="0" u="none" strike="noStrike" cap="none" normalizeH="0" baseline="0" dirty="0" err="1">
                <a:ln>
                  <a:noFill/>
                </a:ln>
                <a:solidFill>
                  <a:schemeClr val="tx1"/>
                </a:solidFill>
                <a:effectLst/>
                <a:latin typeface="Arial" panose="020B0604020202020204" pitchFamily="34" charset="0"/>
              </a:rPr>
              <a:t>task</a:t>
            </a:r>
            <a:r>
              <a:rPr kumimoji="0" lang="fr-DZ" altLang="fr-DZ" sz="2800" b="0" i="0" u="none" strike="noStrike" cap="none" normalizeH="0" baseline="0" dirty="0">
                <a:ln>
                  <a:noFill/>
                </a:ln>
                <a:solidFill>
                  <a:schemeClr val="tx1"/>
                </a:solidFill>
                <a:effectLst/>
                <a:latin typeface="Arial" panose="020B0604020202020204" pitchFamily="34" charset="0"/>
              </a:rPr>
              <a:t> can </a:t>
            </a:r>
            <a:r>
              <a:rPr kumimoji="0" lang="fr-DZ" altLang="fr-DZ" sz="2800" b="0" i="0" u="none" strike="noStrike" cap="none" normalizeH="0" baseline="0" dirty="0" err="1">
                <a:ln>
                  <a:noFill/>
                </a:ln>
                <a:solidFill>
                  <a:schemeClr val="tx1"/>
                </a:solidFill>
                <a:effectLst/>
                <a:latin typeface="Arial" panose="020B0604020202020204" pitchFamily="34" charset="0"/>
              </a:rPr>
              <a:t>refer</a:t>
            </a:r>
            <a:r>
              <a:rPr kumimoji="0" lang="fr-DZ" altLang="fr-DZ" sz="2800" b="0" i="0" u="none" strike="noStrike" cap="none" normalizeH="0" baseline="0" dirty="0">
                <a:ln>
                  <a:noFill/>
                </a:ln>
                <a:solidFill>
                  <a:schemeClr val="tx1"/>
                </a:solidFill>
                <a:effectLst/>
                <a:latin typeface="Arial" panose="020B0604020202020204" pitchFamily="34" charset="0"/>
              </a:rPr>
              <a:t> to an </a:t>
            </a:r>
            <a:r>
              <a:rPr kumimoji="0" lang="fr-DZ" altLang="fr-DZ" sz="2800" b="0" i="0" u="none" strike="noStrike" cap="none" normalizeH="0" baseline="0" dirty="0" err="1">
                <a:ln>
                  <a:noFill/>
                </a:ln>
                <a:solidFill>
                  <a:schemeClr val="tx1"/>
                </a:solidFill>
                <a:effectLst/>
                <a:latin typeface="Arial" panose="020B0604020202020204" pitchFamily="34" charset="0"/>
              </a:rPr>
              <a:t>entire</a:t>
            </a:r>
            <a:r>
              <a:rPr kumimoji="0" lang="fr-DZ" altLang="fr-DZ" sz="2800" b="0" i="0" u="none" strike="noStrike" cap="none" normalizeH="0" baseline="0" dirty="0">
                <a:ln>
                  <a:noFill/>
                </a:ln>
                <a:solidFill>
                  <a:schemeClr val="tx1"/>
                </a:solidFill>
                <a:effectLst/>
                <a:latin typeface="Arial" panose="020B0604020202020204" pitchFamily="34" charset="0"/>
              </a:rPr>
              <a:t> process or a </a:t>
            </a:r>
            <a:r>
              <a:rPr kumimoji="0" lang="fr-DZ" altLang="fr-DZ" sz="2800" b="1" i="0" u="none" strike="noStrike" cap="none" normalizeH="0" baseline="0" dirty="0">
                <a:ln>
                  <a:noFill/>
                </a:ln>
                <a:solidFill>
                  <a:schemeClr val="tx1"/>
                </a:solidFill>
                <a:effectLst/>
                <a:latin typeface="Arial" panose="020B0604020202020204" pitchFamily="34" charset="0"/>
              </a:rPr>
              <a:t>thread</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within</a:t>
            </a:r>
            <a:r>
              <a:rPr kumimoji="0" lang="fr-DZ" altLang="fr-DZ" sz="2800" b="0" i="0" u="none" strike="noStrike" cap="none" normalizeH="0" baseline="0" dirty="0">
                <a:ln>
                  <a:noFill/>
                </a:ln>
                <a:solidFill>
                  <a:schemeClr val="tx1"/>
                </a:solidFill>
                <a:effectLst/>
                <a:latin typeface="Arial" panose="020B0604020202020204" pitchFamily="34" charset="0"/>
              </a:rPr>
              <a:t> a </a:t>
            </a:r>
            <a:r>
              <a:rPr kumimoji="0" lang="fr-DZ" altLang="fr-DZ" sz="2800" b="0" i="0" u="none" strike="noStrike" cap="none" normalizeH="0" baseline="0" dirty="0" err="1">
                <a:ln>
                  <a:noFill/>
                </a:ln>
                <a:solidFill>
                  <a:schemeClr val="tx1"/>
                </a:solidFill>
                <a:effectLst/>
                <a:latin typeface="Arial" panose="020B0604020202020204" pitchFamily="34" charset="0"/>
              </a:rPr>
              <a:t>multithreaded</a:t>
            </a:r>
            <a:r>
              <a:rPr kumimoji="0" lang="fr-DZ" altLang="fr-DZ" sz="2800" b="0" i="0" u="none" strike="noStrike" cap="none" normalizeH="0" baseline="0" dirty="0">
                <a:ln>
                  <a:noFill/>
                </a:ln>
                <a:solidFill>
                  <a:schemeClr val="tx1"/>
                </a:solidFill>
                <a:effectLst/>
                <a:latin typeface="Arial" panose="020B0604020202020204" pitchFamily="34" charset="0"/>
              </a:rPr>
              <a:t> process.</a:t>
            </a:r>
          </a:p>
          <a:p>
            <a:pPr marL="446088" marR="0" lvl="0" algn="l" defTabSz="914400" rtl="0" eaLnBrk="0" fontAlgn="base" latinLnBrk="0" hangingPunct="0">
              <a:lnSpc>
                <a:spcPct val="100000"/>
              </a:lnSpc>
              <a:spcBef>
                <a:spcPct val="0"/>
              </a:spcBef>
              <a:spcAft>
                <a:spcPct val="0"/>
              </a:spcAft>
              <a:buClrTx/>
              <a:buSzTx/>
              <a:buFontTx/>
              <a:buChar char="•"/>
              <a:tabLst/>
            </a:pPr>
            <a:r>
              <a:rPr kumimoji="0" lang="fr-DZ" altLang="fr-DZ" sz="2800" b="0" i="0" u="none" strike="noStrike" cap="none" normalizeH="0" baseline="0" dirty="0">
                <a:ln>
                  <a:noFill/>
                </a:ln>
                <a:solidFill>
                  <a:schemeClr val="tx1"/>
                </a:solidFill>
                <a:effectLst/>
                <a:latin typeface="Arial" panose="020B0604020202020204" pitchFamily="34" charset="0"/>
              </a:rPr>
              <a:t>A </a:t>
            </a:r>
            <a:r>
              <a:rPr kumimoji="0" lang="fr-DZ" altLang="fr-DZ" sz="2800" b="1" i="0" u="none" strike="noStrike" cap="none" normalizeH="0" baseline="0" dirty="0">
                <a:ln>
                  <a:noFill/>
                </a:ln>
                <a:solidFill>
                  <a:schemeClr val="tx1"/>
                </a:solidFill>
                <a:effectLst/>
                <a:latin typeface="Arial" panose="020B0604020202020204" pitchFamily="34" charset="0"/>
              </a:rPr>
              <a:t>process</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is</a:t>
            </a:r>
            <a:r>
              <a:rPr kumimoji="0" lang="fr-DZ" altLang="fr-DZ" sz="2800" b="0" i="0" u="none" strike="noStrike" cap="none" normalizeH="0" baseline="0" dirty="0">
                <a:ln>
                  <a:noFill/>
                </a:ln>
                <a:solidFill>
                  <a:schemeClr val="tx1"/>
                </a:solidFill>
                <a:effectLst/>
                <a:latin typeface="Arial" panose="020B0604020202020204" pitchFamily="34" charset="0"/>
              </a:rPr>
              <a:t> an instance of a program running on the system.</a:t>
            </a:r>
          </a:p>
          <a:p>
            <a:pPr marL="446088" marR="0" lvl="0" algn="l" defTabSz="914400" rtl="0" eaLnBrk="0" fontAlgn="base" latinLnBrk="0" hangingPunct="0">
              <a:lnSpc>
                <a:spcPct val="100000"/>
              </a:lnSpc>
              <a:spcBef>
                <a:spcPct val="0"/>
              </a:spcBef>
              <a:spcAft>
                <a:spcPct val="0"/>
              </a:spcAft>
              <a:buClrTx/>
              <a:buSzTx/>
              <a:buFontTx/>
              <a:buChar char="•"/>
              <a:tabLst/>
            </a:pPr>
            <a:r>
              <a:rPr kumimoji="0" lang="fr-DZ" altLang="fr-DZ" sz="2800" b="0" i="0" u="none" strike="noStrike" cap="none" normalizeH="0" baseline="0" dirty="0">
                <a:ln>
                  <a:noFill/>
                </a:ln>
                <a:solidFill>
                  <a:schemeClr val="tx1"/>
                </a:solidFill>
                <a:effectLst/>
                <a:latin typeface="Arial" panose="020B0604020202020204" pitchFamily="34" charset="0"/>
              </a:rPr>
              <a:t>A </a:t>
            </a:r>
            <a:r>
              <a:rPr kumimoji="0" lang="fr-DZ" altLang="fr-DZ" sz="2800" b="1" i="0" u="none" strike="noStrike" cap="none" normalizeH="0" baseline="0" dirty="0">
                <a:ln>
                  <a:noFill/>
                </a:ln>
                <a:solidFill>
                  <a:schemeClr val="tx1"/>
                </a:solidFill>
                <a:effectLst/>
                <a:latin typeface="Arial" panose="020B0604020202020204" pitchFamily="34" charset="0"/>
              </a:rPr>
              <a:t>thread</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is</a:t>
            </a:r>
            <a:r>
              <a:rPr kumimoji="0" lang="fr-DZ" altLang="fr-DZ" sz="2800" b="0" i="0" u="none" strike="noStrike" cap="none" normalizeH="0" baseline="0" dirty="0">
                <a:ln>
                  <a:noFill/>
                </a:ln>
                <a:solidFill>
                  <a:schemeClr val="tx1"/>
                </a:solidFill>
                <a:effectLst/>
                <a:latin typeface="Arial" panose="020B0604020202020204" pitchFamily="34" charset="0"/>
              </a:rPr>
              <a:t> a subdivision of a process </a:t>
            </a:r>
            <a:r>
              <a:rPr kumimoji="0" lang="fr-DZ" altLang="fr-DZ" sz="2800" b="0" i="0" u="none" strike="noStrike" cap="none" normalizeH="0" baseline="0" dirty="0" err="1">
                <a:ln>
                  <a:noFill/>
                </a:ln>
                <a:solidFill>
                  <a:schemeClr val="tx1"/>
                </a:solidFill>
                <a:effectLst/>
                <a:latin typeface="Arial" panose="020B0604020202020204" pitchFamily="34" charset="0"/>
              </a:rPr>
              <a:t>that</a:t>
            </a:r>
            <a:r>
              <a:rPr kumimoji="0" lang="fr-DZ" altLang="fr-DZ" sz="2800" b="0" i="0" u="none" strike="noStrike" cap="none" normalizeH="0" baseline="0" dirty="0">
                <a:ln>
                  <a:noFill/>
                </a:ln>
                <a:solidFill>
                  <a:schemeClr val="tx1"/>
                </a:solidFill>
                <a:effectLst/>
                <a:latin typeface="Arial" panose="020B0604020202020204" pitchFamily="34" charset="0"/>
              </a:rPr>
              <a:t> can </a:t>
            </a:r>
            <a:r>
              <a:rPr kumimoji="0" lang="fr-DZ" altLang="fr-DZ" sz="2800" b="0" i="0" u="none" strike="noStrike" cap="none" normalizeH="0" baseline="0" dirty="0" err="1">
                <a:ln>
                  <a:noFill/>
                </a:ln>
                <a:solidFill>
                  <a:schemeClr val="tx1"/>
                </a:solidFill>
                <a:effectLst/>
                <a:latin typeface="Arial" panose="020B0604020202020204" pitchFamily="34" charset="0"/>
              </a:rPr>
              <a:t>execute</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independently</a:t>
            </a:r>
            <a:r>
              <a:rPr kumimoji="0" lang="fr-DZ" altLang="fr-DZ" sz="2800" b="0" i="0" u="none" strike="noStrike" cap="none" normalizeH="0" baseline="0" dirty="0">
                <a:ln>
                  <a:noFill/>
                </a:ln>
                <a:solidFill>
                  <a:schemeClr val="tx1"/>
                </a:solidFill>
                <a:effectLst/>
                <a:latin typeface="Arial" panose="020B0604020202020204" pitchFamily="34" charset="0"/>
              </a:rPr>
              <a:t>.</a:t>
            </a:r>
            <a:endParaRPr kumimoji="0" lang="fr-CA" altLang="fr-DZ"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DZ" altLang="fr-DZ"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2800" b="1" i="0" u="none" strike="noStrike" cap="none" normalizeH="0" baseline="0" dirty="0" err="1">
                <a:ln>
                  <a:noFill/>
                </a:ln>
                <a:solidFill>
                  <a:schemeClr val="tx1"/>
                </a:solidFill>
                <a:effectLst/>
                <a:latin typeface="Arial" panose="020B0604020202020204" pitchFamily="34" charset="0"/>
              </a:rPr>
              <a:t>Consider</a:t>
            </a:r>
            <a:r>
              <a:rPr kumimoji="0" lang="fr-DZ" altLang="fr-DZ" sz="2800" b="1" i="0" u="none" strike="noStrike" cap="none" normalizeH="0" baseline="0" dirty="0">
                <a:ln>
                  <a:noFill/>
                </a:ln>
                <a:solidFill>
                  <a:schemeClr val="tx1"/>
                </a:solidFill>
                <a:effectLst/>
                <a:latin typeface="Arial" panose="020B0604020202020204" pitchFamily="34" charset="0"/>
              </a:rPr>
              <a:t> concurrent </a:t>
            </a:r>
            <a:r>
              <a:rPr kumimoji="0" lang="fr-DZ" altLang="fr-DZ" sz="2800" b="1" i="0" u="none" strike="noStrike" cap="none" normalizeH="0" baseline="0" dirty="0" err="1">
                <a:ln>
                  <a:noFill/>
                </a:ln>
                <a:solidFill>
                  <a:schemeClr val="tx1"/>
                </a:solidFill>
                <a:effectLst/>
                <a:latin typeface="Arial" panose="020B0604020202020204" pitchFamily="34" charset="0"/>
              </a:rPr>
              <a:t>execution</a:t>
            </a:r>
            <a:r>
              <a:rPr kumimoji="0" lang="fr-DZ" altLang="fr-DZ" sz="2800" b="0" i="0" u="none" strike="noStrike" cap="none" normalizeH="0" baseline="0" dirty="0">
                <a:ln>
                  <a:noFill/>
                </a:ln>
                <a:solidFill>
                  <a:schemeClr val="tx1"/>
                </a:solidFill>
                <a:effectLst/>
                <a:latin typeface="Arial" panose="020B0604020202020204" pitchFamily="34" charset="0"/>
              </a:rPr>
              <a:t>:</a:t>
            </a:r>
          </a:p>
          <a:p>
            <a:pPr marL="539750" marR="0" lvl="0" algn="l" defTabSz="914400" rtl="0" eaLnBrk="0" fontAlgn="base" latinLnBrk="0" hangingPunct="0">
              <a:lnSpc>
                <a:spcPct val="100000"/>
              </a:lnSpc>
              <a:spcBef>
                <a:spcPct val="0"/>
              </a:spcBef>
              <a:spcAft>
                <a:spcPct val="0"/>
              </a:spcAft>
              <a:buClrTx/>
              <a:buSzTx/>
              <a:buFontTx/>
              <a:buChar char="•"/>
              <a:tabLst/>
            </a:pPr>
            <a:r>
              <a:rPr kumimoji="0" lang="fr-DZ" altLang="fr-DZ" sz="2800" b="0" i="0" u="none" strike="noStrike" cap="none" normalizeH="0" baseline="0" dirty="0">
                <a:ln>
                  <a:noFill/>
                </a:ln>
                <a:solidFill>
                  <a:schemeClr val="tx1"/>
                </a:solidFill>
                <a:effectLst/>
                <a:latin typeface="Arial" panose="020B0604020202020204" pitchFamily="34" charset="0"/>
              </a:rPr>
              <a:t>In a multitasking system, </a:t>
            </a:r>
            <a:r>
              <a:rPr kumimoji="0" lang="fr-DZ" altLang="fr-DZ" sz="2800" b="0" i="0" u="none" strike="noStrike" cap="none" normalizeH="0" baseline="0" dirty="0" err="1">
                <a:ln>
                  <a:noFill/>
                </a:ln>
                <a:solidFill>
                  <a:schemeClr val="tx1"/>
                </a:solidFill>
                <a:effectLst/>
                <a:latin typeface="Arial" panose="020B0604020202020204" pitchFamily="34" charset="0"/>
              </a:rPr>
              <a:t>tasks</a:t>
            </a:r>
            <a:r>
              <a:rPr kumimoji="0" lang="fr-DZ" altLang="fr-DZ" sz="2800" b="0" i="0" u="none" strike="noStrike" cap="none" normalizeH="0" baseline="0" dirty="0">
                <a:ln>
                  <a:noFill/>
                </a:ln>
                <a:solidFill>
                  <a:schemeClr val="tx1"/>
                </a:solidFill>
                <a:effectLst/>
                <a:latin typeface="Arial" panose="020B0604020202020204" pitchFamily="34" charset="0"/>
              </a:rPr>
              <a:t> can </a:t>
            </a:r>
            <a:r>
              <a:rPr kumimoji="0" lang="fr-DZ" altLang="fr-DZ" sz="2800" b="0" i="0" u="none" strike="noStrike" cap="none" normalizeH="0" baseline="0" dirty="0" err="1">
                <a:ln>
                  <a:noFill/>
                </a:ln>
                <a:solidFill>
                  <a:schemeClr val="tx1"/>
                </a:solidFill>
                <a:effectLst/>
                <a:latin typeface="Arial" panose="020B0604020202020204" pitchFamily="34" charset="0"/>
              </a:rPr>
              <a:t>be</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executed</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1" i="0" u="none" strike="noStrike" cap="none" normalizeH="0" baseline="0" dirty="0" err="1">
                <a:ln>
                  <a:noFill/>
                </a:ln>
                <a:solidFill>
                  <a:schemeClr val="tx1"/>
                </a:solidFill>
                <a:effectLst/>
                <a:latin typeface="Arial" panose="020B0604020202020204" pitchFamily="34" charset="0"/>
              </a:rPr>
              <a:t>sequentially</a:t>
            </a:r>
            <a:r>
              <a:rPr kumimoji="0" lang="fr-DZ" altLang="fr-DZ" sz="2800" b="0" i="0" u="none" strike="noStrike" cap="none" normalizeH="0" baseline="0" dirty="0">
                <a:ln>
                  <a:noFill/>
                </a:ln>
                <a:solidFill>
                  <a:schemeClr val="tx1"/>
                </a:solidFill>
                <a:effectLst/>
                <a:latin typeface="Arial" panose="020B0604020202020204" pitchFamily="34" charset="0"/>
              </a:rPr>
              <a:t> or </a:t>
            </a:r>
            <a:r>
              <a:rPr kumimoji="0" lang="fr-DZ" altLang="fr-DZ" sz="2800" b="1" i="0" u="none" strike="noStrike" cap="none" normalizeH="0" baseline="0" dirty="0" err="1">
                <a:ln>
                  <a:noFill/>
                </a:ln>
                <a:solidFill>
                  <a:schemeClr val="tx1"/>
                </a:solidFill>
                <a:effectLst/>
                <a:latin typeface="Arial" panose="020B0604020202020204" pitchFamily="34" charset="0"/>
              </a:rPr>
              <a:t>concurrently</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depending</a:t>
            </a:r>
            <a:r>
              <a:rPr kumimoji="0" lang="fr-DZ" altLang="fr-DZ" sz="2800" b="0" i="0" u="none" strike="noStrike" cap="none" normalizeH="0" baseline="0" dirty="0">
                <a:ln>
                  <a:noFill/>
                </a:ln>
                <a:solidFill>
                  <a:schemeClr val="tx1"/>
                </a:solidFill>
                <a:effectLst/>
                <a:latin typeface="Arial" panose="020B0604020202020204" pitchFamily="34" charset="0"/>
              </a:rPr>
              <a:t> on the operating </a:t>
            </a:r>
            <a:r>
              <a:rPr kumimoji="0" lang="fr-DZ" altLang="fr-DZ" sz="2800" b="0" i="0" u="none" strike="noStrike" cap="none" normalizeH="0" baseline="0" dirty="0" err="1">
                <a:ln>
                  <a:noFill/>
                </a:ln>
                <a:solidFill>
                  <a:schemeClr val="tx1"/>
                </a:solidFill>
                <a:effectLst/>
                <a:latin typeface="Arial" panose="020B0604020202020204" pitchFamily="34" charset="0"/>
              </a:rPr>
              <a:t>system’s</a:t>
            </a:r>
            <a:r>
              <a:rPr kumimoji="0" lang="fr-DZ" altLang="fr-DZ" sz="2800" b="0" i="0" u="none" strike="noStrike" cap="none" normalizeH="0" baseline="0" dirty="0">
                <a:ln>
                  <a:noFill/>
                </a:ln>
                <a:solidFill>
                  <a:schemeClr val="tx1"/>
                </a:solidFill>
                <a:effectLst/>
                <a:latin typeface="Arial" panose="020B0604020202020204" pitchFamily="34" charset="0"/>
              </a:rPr>
              <a:t> </a:t>
            </a:r>
            <a:r>
              <a:rPr kumimoji="0" lang="fr-DZ" altLang="fr-DZ" sz="2800" b="0" i="0" u="none" strike="noStrike" cap="none" normalizeH="0" baseline="0" dirty="0" err="1">
                <a:ln>
                  <a:noFill/>
                </a:ln>
                <a:solidFill>
                  <a:schemeClr val="tx1"/>
                </a:solidFill>
                <a:effectLst/>
                <a:latin typeface="Arial" panose="020B0604020202020204" pitchFamily="34" charset="0"/>
              </a:rPr>
              <a:t>scheduling</a:t>
            </a:r>
            <a:r>
              <a:rPr kumimoji="0" lang="fr-DZ" altLang="fr-DZ"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15876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906F5-C0CC-C0F1-0288-3A7090DBAD3D}"/>
              </a:ext>
            </a:extLst>
          </p:cNvPr>
          <p:cNvSpPr>
            <a:spLocks noGrp="1"/>
          </p:cNvSpPr>
          <p:nvPr>
            <p:ph type="title"/>
          </p:nvPr>
        </p:nvSpPr>
        <p:spPr/>
        <p:txBody>
          <a:bodyPr/>
          <a:lstStyle/>
          <a:p>
            <a:r>
              <a:rPr kumimoji="0" lang="fr-DZ" altLang="fr-DZ" sz="4400" b="1" i="0" u="none" strike="noStrike" cap="none" normalizeH="0" baseline="0" dirty="0" err="1">
                <a:ln>
                  <a:noFill/>
                </a:ln>
                <a:solidFill>
                  <a:schemeClr val="tx1"/>
                </a:solidFill>
                <a:effectLst/>
                <a:latin typeface="Arial" panose="020B0604020202020204" pitchFamily="34" charset="0"/>
              </a:rPr>
              <a:t>Difference</a:t>
            </a:r>
            <a:r>
              <a:rPr kumimoji="0" lang="fr-DZ" altLang="fr-DZ" sz="4400" b="1" i="0" u="none" strike="noStrike" cap="none" normalizeH="0" baseline="0" dirty="0">
                <a:ln>
                  <a:noFill/>
                </a:ln>
                <a:solidFill>
                  <a:schemeClr val="tx1"/>
                </a:solidFill>
                <a:effectLst/>
                <a:latin typeface="Arial" panose="020B0604020202020204" pitchFamily="34" charset="0"/>
              </a:rPr>
              <a:t> </a:t>
            </a:r>
            <a:r>
              <a:rPr kumimoji="0" lang="fr-DZ" altLang="fr-DZ" sz="4400" b="1" i="0" u="none" strike="noStrike" cap="none" normalizeH="0" baseline="0" dirty="0" err="1">
                <a:ln>
                  <a:noFill/>
                </a:ln>
                <a:solidFill>
                  <a:schemeClr val="tx1"/>
                </a:solidFill>
                <a:effectLst/>
                <a:latin typeface="Arial" panose="020B0604020202020204" pitchFamily="34" charset="0"/>
              </a:rPr>
              <a:t>Between</a:t>
            </a:r>
            <a:r>
              <a:rPr kumimoji="0" lang="fr-DZ" altLang="fr-DZ" sz="4400" b="1" i="0" u="none" strike="noStrike" cap="none" normalizeH="0" baseline="0" dirty="0">
                <a:ln>
                  <a:noFill/>
                </a:ln>
                <a:solidFill>
                  <a:schemeClr val="tx1"/>
                </a:solidFill>
                <a:effectLst/>
                <a:latin typeface="Arial" panose="020B0604020202020204" pitchFamily="34" charset="0"/>
              </a:rPr>
              <a:t> Thread and </a:t>
            </a:r>
            <a:r>
              <a:rPr kumimoji="0" lang="fr-DZ" altLang="fr-DZ" sz="4400" b="1" i="0" u="none" strike="noStrike" cap="none" normalizeH="0" baseline="0" dirty="0" err="1">
                <a:ln>
                  <a:noFill/>
                </a:ln>
                <a:solidFill>
                  <a:schemeClr val="tx1"/>
                </a:solidFill>
                <a:effectLst/>
                <a:latin typeface="Arial" panose="020B0604020202020204" pitchFamily="34" charset="0"/>
              </a:rPr>
              <a:t>Task</a:t>
            </a:r>
            <a:br>
              <a:rPr kumimoji="0" lang="fr-DZ" altLang="fr-DZ" sz="4400" b="1" i="0" u="none" strike="noStrike" cap="none" normalizeH="0" baseline="0" dirty="0">
                <a:ln>
                  <a:noFill/>
                </a:ln>
                <a:solidFill>
                  <a:schemeClr val="tx1"/>
                </a:solidFill>
                <a:effectLst/>
                <a:latin typeface="Arial" panose="020B0604020202020204" pitchFamily="34" charset="0"/>
              </a:rPr>
            </a:br>
            <a:endParaRPr lang="fr-DZ" dirty="0"/>
          </a:p>
        </p:txBody>
      </p:sp>
      <p:sp>
        <p:nvSpPr>
          <p:cNvPr id="4" name="Slide Number Placeholder 3">
            <a:extLst>
              <a:ext uri="{FF2B5EF4-FFF2-40B4-BE49-F238E27FC236}">
                <a16:creationId xmlns:a16="http://schemas.microsoft.com/office/drawing/2014/main" id="{FB5019B3-ECC6-8051-EF85-610DF10657BE}"/>
              </a:ext>
            </a:extLst>
          </p:cNvPr>
          <p:cNvSpPr>
            <a:spLocks noGrp="1"/>
          </p:cNvSpPr>
          <p:nvPr>
            <p:ph type="sldNum" sz="quarter" idx="12"/>
          </p:nvPr>
        </p:nvSpPr>
        <p:spPr/>
        <p:txBody>
          <a:bodyPr/>
          <a:lstStyle/>
          <a:p>
            <a:fld id="{AE542B33-DB44-41E8-8F43-C86F545B5A10}" type="slidenum">
              <a:rPr lang="fr-DZ" smtClean="0"/>
              <a:t>80</a:t>
            </a:fld>
            <a:endParaRPr lang="fr-DZ"/>
          </a:p>
        </p:txBody>
      </p:sp>
      <p:graphicFrame>
        <p:nvGraphicFramePr>
          <p:cNvPr id="6" name="Table 5">
            <a:extLst>
              <a:ext uri="{FF2B5EF4-FFF2-40B4-BE49-F238E27FC236}">
                <a16:creationId xmlns:a16="http://schemas.microsoft.com/office/drawing/2014/main" id="{8BA6401A-3CBB-C37A-E8CF-EB44E559DDA7}"/>
              </a:ext>
            </a:extLst>
          </p:cNvPr>
          <p:cNvGraphicFramePr>
            <a:graphicFrameLocks noGrp="1"/>
          </p:cNvGraphicFramePr>
          <p:nvPr/>
        </p:nvGraphicFramePr>
        <p:xfrm>
          <a:off x="1366221" y="1344706"/>
          <a:ext cx="9141867" cy="5331422"/>
        </p:xfrm>
        <a:graphic>
          <a:graphicData uri="http://schemas.openxmlformats.org/drawingml/2006/table">
            <a:tbl>
              <a:tblPr>
                <a:tableStyleId>{775DCB02-9BB8-47FD-8907-85C794F793BA}</a:tableStyleId>
              </a:tblPr>
              <a:tblGrid>
                <a:gridCol w="3047289">
                  <a:extLst>
                    <a:ext uri="{9D8B030D-6E8A-4147-A177-3AD203B41FA5}">
                      <a16:colId xmlns:a16="http://schemas.microsoft.com/office/drawing/2014/main" val="1658451800"/>
                    </a:ext>
                  </a:extLst>
                </a:gridCol>
                <a:gridCol w="3047289">
                  <a:extLst>
                    <a:ext uri="{9D8B030D-6E8A-4147-A177-3AD203B41FA5}">
                      <a16:colId xmlns:a16="http://schemas.microsoft.com/office/drawing/2014/main" val="1107851895"/>
                    </a:ext>
                  </a:extLst>
                </a:gridCol>
                <a:gridCol w="3047289">
                  <a:extLst>
                    <a:ext uri="{9D8B030D-6E8A-4147-A177-3AD203B41FA5}">
                      <a16:colId xmlns:a16="http://schemas.microsoft.com/office/drawing/2014/main" val="789766755"/>
                    </a:ext>
                  </a:extLst>
                </a:gridCol>
              </a:tblGrid>
              <a:tr h="288471">
                <a:tc>
                  <a:txBody>
                    <a:bodyPr/>
                    <a:lstStyle/>
                    <a:p>
                      <a:pPr algn="ctr"/>
                      <a:r>
                        <a:rPr lang="fr-FR" sz="1600" b="1">
                          <a:latin typeface="Times New Roman" panose="02020603050405020304" pitchFamily="18" charset="0"/>
                          <a:cs typeface="Times New Roman" panose="02020603050405020304" pitchFamily="18" charset="0"/>
                        </a:rPr>
                        <a:t>Criterion</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ctr"/>
                      <a:r>
                        <a:rPr lang="fr-FR" sz="1600" b="1">
                          <a:latin typeface="Times New Roman" panose="02020603050405020304" pitchFamily="18" charset="0"/>
                          <a:cs typeface="Times New Roman" panose="02020603050405020304" pitchFamily="18" charset="0"/>
                        </a:rPr>
                        <a:t>Thread</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ctr"/>
                      <a:r>
                        <a:rPr lang="fr-FR" sz="1600" b="1" dirty="0" err="1">
                          <a:latin typeface="Times New Roman" panose="02020603050405020304" pitchFamily="18" charset="0"/>
                          <a:cs typeface="Times New Roman" panose="02020603050405020304" pitchFamily="18" charset="0"/>
                        </a:rPr>
                        <a:t>Task</a:t>
                      </a:r>
                      <a:endParaRPr lang="fr-FR" sz="1600" dirty="0">
                        <a:latin typeface="Times New Roman" panose="02020603050405020304" pitchFamily="18" charset="0"/>
                        <a:cs typeface="Times New Roman" panose="02020603050405020304" pitchFamily="18" charset="0"/>
                      </a:endParaRPr>
                    </a:p>
                  </a:txBody>
                  <a:tcPr marL="64945" marR="64945" marT="32473" marB="32473" anchor="ctr"/>
                </a:tc>
                <a:extLst>
                  <a:ext uri="{0D108BD9-81ED-4DB2-BD59-A6C34878D82A}">
                    <a16:rowId xmlns:a16="http://schemas.microsoft.com/office/drawing/2014/main" val="4172555135"/>
                  </a:ext>
                </a:extLst>
              </a:tr>
              <a:tr h="940230">
                <a:tc>
                  <a:txBody>
                    <a:bodyPr/>
                    <a:lstStyle/>
                    <a:p>
                      <a:pPr algn="l"/>
                      <a:r>
                        <a:rPr lang="fr-FR" sz="1600" b="1">
                          <a:latin typeface="Times New Roman" panose="02020603050405020304" pitchFamily="18" charset="0"/>
                          <a:cs typeface="Times New Roman" panose="02020603050405020304" pitchFamily="18" charset="0"/>
                        </a:rPr>
                        <a:t>Definition</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A thread is a unit of execution within a process. It shares memory and resources with its parent process.</a:t>
                      </a: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A task is a specific work unit that can be executed by a thread or a process.</a:t>
                      </a:r>
                    </a:p>
                  </a:txBody>
                  <a:tcPr marL="64945" marR="64945" marT="32473" marB="32473" anchor="ctr"/>
                </a:tc>
                <a:extLst>
                  <a:ext uri="{0D108BD9-81ED-4DB2-BD59-A6C34878D82A}">
                    <a16:rowId xmlns:a16="http://schemas.microsoft.com/office/drawing/2014/main" val="2353661713"/>
                  </a:ext>
                </a:extLst>
              </a:tr>
              <a:tr h="505724">
                <a:tc>
                  <a:txBody>
                    <a:bodyPr/>
                    <a:lstStyle/>
                    <a:p>
                      <a:pPr algn="l"/>
                      <a:r>
                        <a:rPr lang="fr-FR" sz="1600" b="1">
                          <a:latin typeface="Times New Roman" panose="02020603050405020304" pitchFamily="18" charset="0"/>
                          <a:cs typeface="Times New Roman" panose="02020603050405020304" pitchFamily="18" charset="0"/>
                        </a:rPr>
                        <a:t>Management</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Managed by the </a:t>
                      </a:r>
                      <a:r>
                        <a:rPr lang="en-US" sz="1600" b="1">
                          <a:latin typeface="Times New Roman" panose="02020603050405020304" pitchFamily="18" charset="0"/>
                          <a:cs typeface="Times New Roman" panose="02020603050405020304" pitchFamily="18" charset="0"/>
                        </a:rPr>
                        <a:t>operating system</a:t>
                      </a:r>
                      <a:r>
                        <a:rPr lang="en-US" sz="1600">
                          <a:latin typeface="Times New Roman" panose="02020603050405020304" pitchFamily="18" charset="0"/>
                          <a:cs typeface="Times New Roman" panose="02020603050405020304" pitchFamily="18" charset="0"/>
                        </a:rPr>
                        <a:t> through thread scheduling.</a:t>
                      </a: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Managed by a task scheduler or queue.</a:t>
                      </a:r>
                    </a:p>
                  </a:txBody>
                  <a:tcPr marL="64945" marR="64945" marT="32473" marB="32473" anchor="ctr"/>
                </a:tc>
                <a:extLst>
                  <a:ext uri="{0D108BD9-81ED-4DB2-BD59-A6C34878D82A}">
                    <a16:rowId xmlns:a16="http://schemas.microsoft.com/office/drawing/2014/main" val="187291720"/>
                  </a:ext>
                </a:extLst>
              </a:tr>
              <a:tr h="722977">
                <a:tc>
                  <a:txBody>
                    <a:bodyPr/>
                    <a:lstStyle/>
                    <a:p>
                      <a:pPr algn="l"/>
                      <a:r>
                        <a:rPr lang="fr-FR" sz="1600" b="1">
                          <a:latin typeface="Times New Roman" panose="02020603050405020304" pitchFamily="18" charset="0"/>
                          <a:cs typeface="Times New Roman" panose="02020603050405020304" pitchFamily="18" charset="0"/>
                        </a:rPr>
                        <a:t>Resources</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Shares memory, files, and other resources with other threads in the same process.</a:t>
                      </a: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Can be an independent unit executed on a separate thread or process.</a:t>
                      </a:r>
                    </a:p>
                  </a:txBody>
                  <a:tcPr marL="64945" marR="64945" marT="32473" marB="32473" anchor="ctr"/>
                </a:tc>
                <a:extLst>
                  <a:ext uri="{0D108BD9-81ED-4DB2-BD59-A6C34878D82A}">
                    <a16:rowId xmlns:a16="http://schemas.microsoft.com/office/drawing/2014/main" val="2137632841"/>
                  </a:ext>
                </a:extLst>
              </a:tr>
              <a:tr h="940230">
                <a:tc>
                  <a:txBody>
                    <a:bodyPr/>
                    <a:lstStyle/>
                    <a:p>
                      <a:pPr algn="l"/>
                      <a:r>
                        <a:rPr lang="fr-FR" sz="1600" b="1">
                          <a:latin typeface="Times New Roman" panose="02020603050405020304" pitchFamily="18" charset="0"/>
                          <a:cs typeface="Times New Roman" panose="02020603050405020304" pitchFamily="18" charset="0"/>
                        </a:rPr>
                        <a:t>Concurrency &amp; Parallelism</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Can run </a:t>
                      </a:r>
                      <a:r>
                        <a:rPr lang="en-US" sz="1600" b="1" dirty="0">
                          <a:latin typeface="Times New Roman" panose="02020603050405020304" pitchFamily="18" charset="0"/>
                          <a:cs typeface="Times New Roman" panose="02020603050405020304" pitchFamily="18" charset="0"/>
                        </a:rPr>
                        <a:t>concurrently</a:t>
                      </a:r>
                      <a:r>
                        <a:rPr lang="en-US" sz="1600" dirty="0">
                          <a:latin typeface="Times New Roman" panose="02020603050405020304" pitchFamily="18" charset="0"/>
                          <a:cs typeface="Times New Roman" panose="02020603050405020304" pitchFamily="18" charset="0"/>
                        </a:rPr>
                        <a:t> (with other threads of the same process) or </a:t>
                      </a:r>
                      <a:r>
                        <a:rPr lang="en-US" sz="1600" b="1" dirty="0">
                          <a:latin typeface="Times New Roman" panose="02020603050405020304" pitchFamily="18" charset="0"/>
                          <a:cs typeface="Times New Roman" panose="02020603050405020304" pitchFamily="18" charset="0"/>
                        </a:rPr>
                        <a:t>in parallel</a:t>
                      </a:r>
                      <a:r>
                        <a:rPr lang="en-US" sz="1600" dirty="0">
                          <a:latin typeface="Times New Roman" panose="02020603050405020304" pitchFamily="18" charset="0"/>
                          <a:cs typeface="Times New Roman" panose="02020603050405020304" pitchFamily="18" charset="0"/>
                        </a:rPr>
                        <a:t> (if multiple CPU cores are available).</a:t>
                      </a: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Can be executed </a:t>
                      </a:r>
                      <a:r>
                        <a:rPr lang="en-US" sz="1600" b="1">
                          <a:latin typeface="Times New Roman" panose="02020603050405020304" pitchFamily="18" charset="0"/>
                          <a:cs typeface="Times New Roman" panose="02020603050405020304" pitchFamily="18" charset="0"/>
                        </a:rPr>
                        <a:t>sequentially</a:t>
                      </a:r>
                      <a:r>
                        <a:rPr lang="en-US" sz="1600">
                          <a:latin typeface="Times New Roman" panose="02020603050405020304" pitchFamily="18" charset="0"/>
                          <a:cs typeface="Times New Roman" panose="02020603050405020304" pitchFamily="18" charset="0"/>
                        </a:rPr>
                        <a:t> or </a:t>
                      </a:r>
                      <a:r>
                        <a:rPr lang="en-US" sz="1600" b="1">
                          <a:latin typeface="Times New Roman" panose="02020603050405020304" pitchFamily="18" charset="0"/>
                          <a:cs typeface="Times New Roman" panose="02020603050405020304" pitchFamily="18" charset="0"/>
                        </a:rPr>
                        <a:t>in parallel</a:t>
                      </a:r>
                      <a:r>
                        <a:rPr lang="en-US" sz="1600">
                          <a:latin typeface="Times New Roman" panose="02020603050405020304" pitchFamily="18" charset="0"/>
                          <a:cs typeface="Times New Roman" panose="02020603050405020304" pitchFamily="18" charset="0"/>
                        </a:rPr>
                        <a:t>, depending on scheduling.</a:t>
                      </a:r>
                    </a:p>
                  </a:txBody>
                  <a:tcPr marL="64945" marR="64945" marT="32473" marB="32473" anchor="ctr"/>
                </a:tc>
                <a:extLst>
                  <a:ext uri="{0D108BD9-81ED-4DB2-BD59-A6C34878D82A}">
                    <a16:rowId xmlns:a16="http://schemas.microsoft.com/office/drawing/2014/main" val="1496853762"/>
                  </a:ext>
                </a:extLst>
              </a:tr>
              <a:tr h="505724">
                <a:tc>
                  <a:txBody>
                    <a:bodyPr/>
                    <a:lstStyle/>
                    <a:p>
                      <a:pPr algn="l"/>
                      <a:r>
                        <a:rPr lang="fr-FR" sz="1600" b="1">
                          <a:latin typeface="Times New Roman" panose="02020603050405020304" pitchFamily="18" charset="0"/>
                          <a:cs typeface="Times New Roman" panose="02020603050405020304" pitchFamily="18" charset="0"/>
                        </a:rPr>
                        <a:t>Creation</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Fast creation, low resource cost (e.g., pthread in C, Thread in Java).</a:t>
                      </a:r>
                    </a:p>
                  </a:txBody>
                  <a:tcPr marL="64945" marR="64945" marT="32473" marB="32473" anchor="ctr"/>
                </a:tc>
                <a:tc>
                  <a:txBody>
                    <a:bodyPr/>
                    <a:lstStyle/>
                    <a:p>
                      <a:pPr algn="l"/>
                      <a:r>
                        <a:rPr lang="en-US" sz="1600">
                          <a:latin typeface="Times New Roman" panose="02020603050405020304" pitchFamily="18" charset="0"/>
                          <a:cs typeface="Times New Roman" panose="02020603050405020304" pitchFamily="18" charset="0"/>
                        </a:rPr>
                        <a:t>May require more resources depending on execution needs.</a:t>
                      </a:r>
                    </a:p>
                  </a:txBody>
                  <a:tcPr marL="64945" marR="64945" marT="32473" marB="32473" anchor="ctr"/>
                </a:tc>
                <a:extLst>
                  <a:ext uri="{0D108BD9-81ED-4DB2-BD59-A6C34878D82A}">
                    <a16:rowId xmlns:a16="http://schemas.microsoft.com/office/drawing/2014/main" val="2105508466"/>
                  </a:ext>
                </a:extLst>
              </a:tr>
              <a:tr h="940230">
                <a:tc>
                  <a:txBody>
                    <a:bodyPr/>
                    <a:lstStyle/>
                    <a:p>
                      <a:pPr algn="l"/>
                      <a:r>
                        <a:rPr lang="fr-FR" sz="1600" b="1">
                          <a:latin typeface="Times New Roman" panose="02020603050405020304" pitchFamily="18" charset="0"/>
                          <a:cs typeface="Times New Roman" panose="02020603050405020304" pitchFamily="18" charset="0"/>
                        </a:rPr>
                        <a:t>Example</a:t>
                      </a:r>
                      <a:endParaRPr lang="fr-FR" sz="1600">
                        <a:latin typeface="Times New Roman" panose="02020603050405020304" pitchFamily="18" charset="0"/>
                        <a:cs typeface="Times New Roman" panose="02020603050405020304" pitchFamily="18" charset="0"/>
                      </a:endParaRP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A web browser uses </a:t>
                      </a:r>
                      <a:r>
                        <a:rPr lang="en-US" sz="1600" b="1" dirty="0">
                          <a:latin typeface="Times New Roman" panose="02020603050405020304" pitchFamily="18" charset="0"/>
                          <a:cs typeface="Times New Roman" panose="02020603050405020304" pitchFamily="18" charset="0"/>
                        </a:rPr>
                        <a:t>multiple threads</a:t>
                      </a:r>
                      <a:r>
                        <a:rPr lang="en-US" sz="1600" dirty="0">
                          <a:latin typeface="Times New Roman" panose="02020603050405020304" pitchFamily="18" charset="0"/>
                          <a:cs typeface="Times New Roman" panose="02020603050405020304" pitchFamily="18" charset="0"/>
                        </a:rPr>
                        <a:t>: one for UI, one for rendering, another for downloading.</a:t>
                      </a:r>
                    </a:p>
                  </a:txBody>
                  <a:tcPr marL="64945" marR="64945" marT="32473" marB="32473" anchor="ctr"/>
                </a:tc>
                <a:tc>
                  <a:txBody>
                    <a:bodyPr/>
                    <a:lstStyle/>
                    <a:p>
                      <a:pPr algn="l"/>
                      <a:r>
                        <a:rPr lang="en-US" sz="1600" dirty="0">
                          <a:latin typeface="Times New Roman" panose="02020603050405020304" pitchFamily="18" charset="0"/>
                          <a:cs typeface="Times New Roman" panose="02020603050405020304" pitchFamily="18" charset="0"/>
                        </a:rPr>
                        <a:t>A task could be "downloading a file," which can be executed by a dedicated thread.</a:t>
                      </a:r>
                    </a:p>
                  </a:txBody>
                  <a:tcPr marL="64945" marR="64945" marT="32473" marB="32473" anchor="ctr"/>
                </a:tc>
                <a:extLst>
                  <a:ext uri="{0D108BD9-81ED-4DB2-BD59-A6C34878D82A}">
                    <a16:rowId xmlns:a16="http://schemas.microsoft.com/office/drawing/2014/main" val="1145615814"/>
                  </a:ext>
                </a:extLst>
              </a:tr>
            </a:tbl>
          </a:graphicData>
        </a:graphic>
      </p:graphicFrame>
    </p:spTree>
    <p:extLst>
      <p:ext uri="{BB962C8B-B14F-4D97-AF65-F5344CB8AC3E}">
        <p14:creationId xmlns:p14="http://schemas.microsoft.com/office/powerpoint/2010/main" val="20797352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74BC7F-CCA4-4934-949B-F96008F24469}"/>
              </a:ext>
            </a:extLst>
          </p:cNvPr>
          <p:cNvSpPr>
            <a:spLocks noGrp="1"/>
          </p:cNvSpPr>
          <p:nvPr>
            <p:ph type="sldNum" sz="quarter" idx="12"/>
          </p:nvPr>
        </p:nvSpPr>
        <p:spPr/>
        <p:txBody>
          <a:bodyPr/>
          <a:lstStyle/>
          <a:p>
            <a:fld id="{AE542B33-DB44-41E8-8F43-C86F545B5A10}" type="slidenum">
              <a:rPr lang="fr-DZ" smtClean="0"/>
              <a:t>81</a:t>
            </a:fld>
            <a:endParaRPr lang="fr-DZ"/>
          </a:p>
        </p:txBody>
      </p:sp>
      <p:sp>
        <p:nvSpPr>
          <p:cNvPr id="11" name="Oval 10">
            <a:extLst>
              <a:ext uri="{FF2B5EF4-FFF2-40B4-BE49-F238E27FC236}">
                <a16:creationId xmlns:a16="http://schemas.microsoft.com/office/drawing/2014/main" id="{C3A50BA6-84AE-4498-A91D-A3A1BC91F383}"/>
              </a:ext>
            </a:extLst>
          </p:cNvPr>
          <p:cNvSpPr/>
          <p:nvPr/>
        </p:nvSpPr>
        <p:spPr>
          <a:xfrm>
            <a:off x="1331913" y="3537345"/>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T3</a:t>
            </a:r>
            <a:endParaRPr lang="fr-FR" dirty="0">
              <a:solidFill>
                <a:schemeClr val="tx1"/>
              </a:solidFill>
            </a:endParaRPr>
          </a:p>
        </p:txBody>
      </p:sp>
      <p:sp>
        <p:nvSpPr>
          <p:cNvPr id="19" name="Oval 18">
            <a:extLst>
              <a:ext uri="{FF2B5EF4-FFF2-40B4-BE49-F238E27FC236}">
                <a16:creationId xmlns:a16="http://schemas.microsoft.com/office/drawing/2014/main" id="{9B024EFA-3809-4764-A613-ED5C7B217A1D}"/>
              </a:ext>
            </a:extLst>
          </p:cNvPr>
          <p:cNvSpPr/>
          <p:nvPr/>
        </p:nvSpPr>
        <p:spPr>
          <a:xfrm>
            <a:off x="4585742" y="2324552"/>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T1</a:t>
            </a:r>
            <a:endParaRPr lang="fr-FR" dirty="0">
              <a:solidFill>
                <a:schemeClr val="tx1"/>
              </a:solidFill>
            </a:endParaRPr>
          </a:p>
        </p:txBody>
      </p:sp>
      <p:sp>
        <p:nvSpPr>
          <p:cNvPr id="20" name="Oval 19">
            <a:extLst>
              <a:ext uri="{FF2B5EF4-FFF2-40B4-BE49-F238E27FC236}">
                <a16:creationId xmlns:a16="http://schemas.microsoft.com/office/drawing/2014/main" id="{B87FBDB5-ED7B-469C-8C75-2145FE9F35A1}"/>
              </a:ext>
            </a:extLst>
          </p:cNvPr>
          <p:cNvSpPr/>
          <p:nvPr/>
        </p:nvSpPr>
        <p:spPr>
          <a:xfrm>
            <a:off x="5864066" y="3537345"/>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T5</a:t>
            </a:r>
            <a:endParaRPr lang="fr-FR" dirty="0">
              <a:solidFill>
                <a:schemeClr val="tx1"/>
              </a:solidFill>
            </a:endParaRPr>
          </a:p>
        </p:txBody>
      </p:sp>
      <p:sp>
        <p:nvSpPr>
          <p:cNvPr id="21" name="Oval 20">
            <a:extLst>
              <a:ext uri="{FF2B5EF4-FFF2-40B4-BE49-F238E27FC236}">
                <a16:creationId xmlns:a16="http://schemas.microsoft.com/office/drawing/2014/main" id="{F76BB5EA-CB82-4CDA-B245-888DF189EC5D}"/>
              </a:ext>
            </a:extLst>
          </p:cNvPr>
          <p:cNvSpPr/>
          <p:nvPr/>
        </p:nvSpPr>
        <p:spPr>
          <a:xfrm>
            <a:off x="3457962" y="3537346"/>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T6</a:t>
            </a:r>
            <a:endParaRPr lang="fr-FR" dirty="0">
              <a:solidFill>
                <a:schemeClr val="tx1"/>
              </a:solidFill>
            </a:endParaRPr>
          </a:p>
        </p:txBody>
      </p:sp>
      <p:cxnSp>
        <p:nvCxnSpPr>
          <p:cNvPr id="22" name="Straight Arrow Connector 21">
            <a:extLst>
              <a:ext uri="{FF2B5EF4-FFF2-40B4-BE49-F238E27FC236}">
                <a16:creationId xmlns:a16="http://schemas.microsoft.com/office/drawing/2014/main" id="{AD834977-184B-4706-9590-8DEE66DDEC0B}"/>
              </a:ext>
            </a:extLst>
          </p:cNvPr>
          <p:cNvCxnSpPr>
            <a:cxnSpLocks/>
            <a:stCxn id="19" idx="2"/>
            <a:endCxn id="21" idx="0"/>
          </p:cNvCxnSpPr>
          <p:nvPr/>
        </p:nvCxnSpPr>
        <p:spPr>
          <a:xfrm flipH="1">
            <a:off x="3881825" y="2682534"/>
            <a:ext cx="703917" cy="8548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90CA4B9F-693A-49FD-93C7-8A1EC6C0F4E4}"/>
              </a:ext>
            </a:extLst>
          </p:cNvPr>
          <p:cNvCxnSpPr>
            <a:cxnSpLocks/>
            <a:stCxn id="20" idx="4"/>
            <a:endCxn id="43" idx="6"/>
          </p:cNvCxnSpPr>
          <p:nvPr/>
        </p:nvCxnSpPr>
        <p:spPr>
          <a:xfrm flipH="1">
            <a:off x="3983638" y="4253308"/>
            <a:ext cx="2304291" cy="14295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6674B967-D428-478A-8ED0-2FA6C5F04983}"/>
              </a:ext>
            </a:extLst>
          </p:cNvPr>
          <p:cNvCxnSpPr>
            <a:cxnSpLocks/>
            <a:stCxn id="19" idx="6"/>
            <a:endCxn id="20" idx="0"/>
          </p:cNvCxnSpPr>
          <p:nvPr/>
        </p:nvCxnSpPr>
        <p:spPr>
          <a:xfrm>
            <a:off x="5433467" y="2682534"/>
            <a:ext cx="854462" cy="854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F27BCD4-7022-41FA-84AA-68B5AEAB1A84}"/>
              </a:ext>
            </a:extLst>
          </p:cNvPr>
          <p:cNvSpPr txBox="1"/>
          <p:nvPr/>
        </p:nvSpPr>
        <p:spPr>
          <a:xfrm>
            <a:off x="84858" y="1081503"/>
            <a:ext cx="10697217" cy="523220"/>
          </a:xfrm>
          <a:prstGeom prst="rect">
            <a:avLst/>
          </a:prstGeom>
          <a:noFill/>
        </p:spPr>
        <p:txBody>
          <a:bodyPr wrap="square">
            <a:spAutoFit/>
          </a:bodyPr>
          <a:lstStyle/>
          <a:p>
            <a:r>
              <a:rPr lang="en-GB" sz="2800" dirty="0"/>
              <a:t>P(    S(     P (T3 , S(T1 , P(T6 , T5))) ,    T2)      ,T4)</a:t>
            </a:r>
            <a:endParaRPr lang="fr-FR" sz="2800" dirty="0"/>
          </a:p>
        </p:txBody>
      </p:sp>
      <p:sp>
        <p:nvSpPr>
          <p:cNvPr id="43" name="Oval 42">
            <a:extLst>
              <a:ext uri="{FF2B5EF4-FFF2-40B4-BE49-F238E27FC236}">
                <a16:creationId xmlns:a16="http://schemas.microsoft.com/office/drawing/2014/main" id="{32C0AB48-4881-41EB-AD3D-4E4CE90BCFA6}"/>
              </a:ext>
            </a:extLst>
          </p:cNvPr>
          <p:cNvSpPr/>
          <p:nvPr/>
        </p:nvSpPr>
        <p:spPr>
          <a:xfrm>
            <a:off x="3135913" y="5324900"/>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T2</a:t>
            </a:r>
            <a:endParaRPr lang="fr-FR" dirty="0">
              <a:solidFill>
                <a:schemeClr val="tx1"/>
              </a:solidFill>
            </a:endParaRPr>
          </a:p>
        </p:txBody>
      </p:sp>
      <p:cxnSp>
        <p:nvCxnSpPr>
          <p:cNvPr id="45" name="Straight Arrow Connector 44">
            <a:extLst>
              <a:ext uri="{FF2B5EF4-FFF2-40B4-BE49-F238E27FC236}">
                <a16:creationId xmlns:a16="http://schemas.microsoft.com/office/drawing/2014/main" id="{7D350902-7E32-4900-9DDB-6A624EB358DB}"/>
              </a:ext>
            </a:extLst>
          </p:cNvPr>
          <p:cNvCxnSpPr>
            <a:cxnSpLocks/>
            <a:stCxn id="21" idx="4"/>
            <a:endCxn id="43" idx="0"/>
          </p:cNvCxnSpPr>
          <p:nvPr/>
        </p:nvCxnSpPr>
        <p:spPr>
          <a:xfrm flipH="1">
            <a:off x="3559776" y="4253309"/>
            <a:ext cx="322049" cy="10715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4250E58C-1400-432F-B264-0598A2AC0E2E}"/>
              </a:ext>
            </a:extLst>
          </p:cNvPr>
          <p:cNvCxnSpPr>
            <a:cxnSpLocks/>
            <a:stCxn id="11" idx="4"/>
            <a:endCxn id="43" idx="2"/>
          </p:cNvCxnSpPr>
          <p:nvPr/>
        </p:nvCxnSpPr>
        <p:spPr>
          <a:xfrm>
            <a:off x="1755776" y="4253308"/>
            <a:ext cx="1380137" cy="14295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594D6FB9-14FB-4DB5-91A0-4FD98E1FBB4A}"/>
              </a:ext>
            </a:extLst>
          </p:cNvPr>
          <p:cNvSpPr/>
          <p:nvPr/>
        </p:nvSpPr>
        <p:spPr>
          <a:xfrm>
            <a:off x="365051" y="2465283"/>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T4</a:t>
            </a:r>
            <a:endParaRPr lang="fr-FR" dirty="0">
              <a:solidFill>
                <a:schemeClr val="tx1"/>
              </a:solidFill>
            </a:endParaRPr>
          </a:p>
        </p:txBody>
      </p:sp>
      <p:sp>
        <p:nvSpPr>
          <p:cNvPr id="66" name="TextBox 65">
            <a:extLst>
              <a:ext uri="{FF2B5EF4-FFF2-40B4-BE49-F238E27FC236}">
                <a16:creationId xmlns:a16="http://schemas.microsoft.com/office/drawing/2014/main" id="{764E628A-B100-4046-89DF-4AD7B65B73DF}"/>
              </a:ext>
            </a:extLst>
          </p:cNvPr>
          <p:cNvSpPr txBox="1"/>
          <p:nvPr/>
        </p:nvSpPr>
        <p:spPr>
          <a:xfrm>
            <a:off x="8258629" y="1175118"/>
            <a:ext cx="4238171" cy="369332"/>
          </a:xfrm>
          <a:prstGeom prst="rect">
            <a:avLst/>
          </a:prstGeom>
          <a:noFill/>
        </p:spPr>
        <p:txBody>
          <a:bodyPr wrap="square" rtlCol="0">
            <a:spAutoFit/>
          </a:bodyPr>
          <a:lstStyle/>
          <a:p>
            <a:r>
              <a:rPr lang="en-GB" dirty="0"/>
              <a:t>PAR Begin </a:t>
            </a:r>
            <a:r>
              <a:rPr lang="en-GB" dirty="0" err="1"/>
              <a:t>Parend</a:t>
            </a:r>
            <a:endParaRPr lang="fr-FR" dirty="0"/>
          </a:p>
        </p:txBody>
      </p:sp>
      <p:sp>
        <p:nvSpPr>
          <p:cNvPr id="67" name="TextBox 66">
            <a:extLst>
              <a:ext uri="{FF2B5EF4-FFF2-40B4-BE49-F238E27FC236}">
                <a16:creationId xmlns:a16="http://schemas.microsoft.com/office/drawing/2014/main" id="{80C4EFAA-DE19-4C44-9BB4-47B5C4A94A80}"/>
              </a:ext>
            </a:extLst>
          </p:cNvPr>
          <p:cNvSpPr txBox="1"/>
          <p:nvPr/>
        </p:nvSpPr>
        <p:spPr>
          <a:xfrm>
            <a:off x="8258629" y="1589630"/>
            <a:ext cx="3933371" cy="4801314"/>
          </a:xfrm>
          <a:prstGeom prst="rect">
            <a:avLst/>
          </a:prstGeom>
          <a:noFill/>
        </p:spPr>
        <p:txBody>
          <a:bodyPr wrap="square" rtlCol="0">
            <a:spAutoFit/>
          </a:bodyPr>
          <a:lstStyle/>
          <a:p>
            <a:pPr lvl="1"/>
            <a:r>
              <a:rPr lang="en-GB" dirty="0"/>
              <a:t>Begin</a:t>
            </a:r>
          </a:p>
          <a:p>
            <a:pPr lvl="1"/>
            <a:r>
              <a:rPr lang="en-GB" dirty="0"/>
              <a:t>Par Begin</a:t>
            </a:r>
          </a:p>
          <a:p>
            <a:pPr lvl="1"/>
            <a:r>
              <a:rPr lang="en-GB" dirty="0"/>
              <a:t>  T4;</a:t>
            </a:r>
            <a:br>
              <a:rPr lang="en-GB" dirty="0"/>
            </a:br>
            <a:r>
              <a:rPr lang="en-GB" dirty="0"/>
              <a:t>  begin S1:</a:t>
            </a:r>
          </a:p>
          <a:p>
            <a:pPr lvl="1"/>
            <a:r>
              <a:rPr lang="en-GB" dirty="0"/>
              <a:t>     par begin</a:t>
            </a:r>
          </a:p>
          <a:p>
            <a:pPr lvl="1"/>
            <a:r>
              <a:rPr lang="en-GB" dirty="0"/>
              <a:t>       T3;</a:t>
            </a:r>
          </a:p>
          <a:p>
            <a:pPr lvl="1"/>
            <a:r>
              <a:rPr lang="en-GB" dirty="0"/>
              <a:t>	begin S2:</a:t>
            </a:r>
          </a:p>
          <a:p>
            <a:pPr lvl="1"/>
            <a:r>
              <a:rPr lang="en-GB" dirty="0"/>
              <a:t>	T1:</a:t>
            </a:r>
          </a:p>
          <a:p>
            <a:pPr lvl="1"/>
            <a:r>
              <a:rPr lang="en-GB" dirty="0"/>
              <a:t>	par begin :</a:t>
            </a:r>
          </a:p>
          <a:p>
            <a:pPr lvl="1"/>
            <a:r>
              <a:rPr lang="en-GB" dirty="0"/>
              <a:t>       	  T6;</a:t>
            </a:r>
          </a:p>
          <a:p>
            <a:pPr lvl="1"/>
            <a:r>
              <a:rPr lang="en-GB" dirty="0"/>
              <a:t>           T5;</a:t>
            </a:r>
          </a:p>
          <a:p>
            <a:pPr lvl="1"/>
            <a:r>
              <a:rPr lang="en-GB" dirty="0"/>
              <a:t>	 par end</a:t>
            </a:r>
          </a:p>
          <a:p>
            <a:pPr lvl="1"/>
            <a:r>
              <a:rPr lang="en-GB" dirty="0"/>
              <a:t>     par end </a:t>
            </a:r>
          </a:p>
          <a:p>
            <a:pPr lvl="1"/>
            <a:r>
              <a:rPr lang="en-GB" dirty="0"/>
              <a:t>     T2;</a:t>
            </a:r>
            <a:br>
              <a:rPr lang="en-GB" dirty="0"/>
            </a:br>
            <a:r>
              <a:rPr lang="en-GB" dirty="0"/>
              <a:t>  end S1;</a:t>
            </a:r>
          </a:p>
          <a:p>
            <a:pPr lvl="1"/>
            <a:r>
              <a:rPr lang="en-GB" dirty="0"/>
              <a:t>Par End</a:t>
            </a:r>
          </a:p>
          <a:p>
            <a:pPr lvl="1"/>
            <a:r>
              <a:rPr lang="en-GB" dirty="0"/>
              <a:t>End</a:t>
            </a:r>
          </a:p>
        </p:txBody>
      </p:sp>
    </p:spTree>
    <p:extLst>
      <p:ext uri="{BB962C8B-B14F-4D97-AF65-F5344CB8AC3E}">
        <p14:creationId xmlns:p14="http://schemas.microsoft.com/office/powerpoint/2010/main" val="18043399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74BC7F-CCA4-4934-949B-F96008F24469}"/>
              </a:ext>
            </a:extLst>
          </p:cNvPr>
          <p:cNvSpPr>
            <a:spLocks noGrp="1"/>
          </p:cNvSpPr>
          <p:nvPr>
            <p:ph type="sldNum" sz="quarter" idx="12"/>
          </p:nvPr>
        </p:nvSpPr>
        <p:spPr/>
        <p:txBody>
          <a:bodyPr/>
          <a:lstStyle/>
          <a:p>
            <a:fld id="{AE542B33-DB44-41E8-8F43-C86F545B5A10}" type="slidenum">
              <a:rPr lang="fr-DZ" smtClean="0"/>
              <a:t>82</a:t>
            </a:fld>
            <a:endParaRPr lang="fr-DZ"/>
          </a:p>
        </p:txBody>
      </p:sp>
      <p:sp>
        <p:nvSpPr>
          <p:cNvPr id="11" name="Oval 10">
            <a:extLst>
              <a:ext uri="{FF2B5EF4-FFF2-40B4-BE49-F238E27FC236}">
                <a16:creationId xmlns:a16="http://schemas.microsoft.com/office/drawing/2014/main" id="{C3A50BA6-84AE-4498-A91D-A3A1BC91F383}"/>
              </a:ext>
            </a:extLst>
          </p:cNvPr>
          <p:cNvSpPr/>
          <p:nvPr/>
        </p:nvSpPr>
        <p:spPr>
          <a:xfrm>
            <a:off x="1607685" y="2506831"/>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T3</a:t>
            </a:r>
            <a:endParaRPr lang="fr-FR" dirty="0">
              <a:solidFill>
                <a:schemeClr val="tx1"/>
              </a:solidFill>
            </a:endParaRPr>
          </a:p>
        </p:txBody>
      </p:sp>
      <p:sp>
        <p:nvSpPr>
          <p:cNvPr id="19" name="Oval 18">
            <a:extLst>
              <a:ext uri="{FF2B5EF4-FFF2-40B4-BE49-F238E27FC236}">
                <a16:creationId xmlns:a16="http://schemas.microsoft.com/office/drawing/2014/main" id="{9B024EFA-3809-4764-A613-ED5C7B217A1D}"/>
              </a:ext>
            </a:extLst>
          </p:cNvPr>
          <p:cNvSpPr/>
          <p:nvPr/>
        </p:nvSpPr>
        <p:spPr>
          <a:xfrm>
            <a:off x="4650548" y="2506830"/>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T1</a:t>
            </a:r>
            <a:endParaRPr lang="fr-FR" dirty="0">
              <a:solidFill>
                <a:schemeClr val="tx1"/>
              </a:solidFill>
            </a:endParaRPr>
          </a:p>
        </p:txBody>
      </p:sp>
      <p:sp>
        <p:nvSpPr>
          <p:cNvPr id="20" name="Oval 19">
            <a:extLst>
              <a:ext uri="{FF2B5EF4-FFF2-40B4-BE49-F238E27FC236}">
                <a16:creationId xmlns:a16="http://schemas.microsoft.com/office/drawing/2014/main" id="{B87FBDB5-ED7B-469C-8C75-2145FE9F35A1}"/>
              </a:ext>
            </a:extLst>
          </p:cNvPr>
          <p:cNvSpPr/>
          <p:nvPr/>
        </p:nvSpPr>
        <p:spPr>
          <a:xfrm>
            <a:off x="6029586" y="3898728"/>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T5</a:t>
            </a:r>
            <a:endParaRPr lang="fr-FR" dirty="0">
              <a:solidFill>
                <a:schemeClr val="tx1"/>
              </a:solidFill>
            </a:endParaRPr>
          </a:p>
        </p:txBody>
      </p:sp>
      <p:sp>
        <p:nvSpPr>
          <p:cNvPr id="21" name="Oval 20">
            <a:extLst>
              <a:ext uri="{FF2B5EF4-FFF2-40B4-BE49-F238E27FC236}">
                <a16:creationId xmlns:a16="http://schemas.microsoft.com/office/drawing/2014/main" id="{F76BB5EA-CB82-4CDA-B245-888DF189EC5D}"/>
              </a:ext>
            </a:extLst>
          </p:cNvPr>
          <p:cNvSpPr/>
          <p:nvPr/>
        </p:nvSpPr>
        <p:spPr>
          <a:xfrm>
            <a:off x="3623482" y="3898729"/>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T6</a:t>
            </a:r>
            <a:endParaRPr lang="fr-FR" dirty="0">
              <a:solidFill>
                <a:schemeClr val="tx1"/>
              </a:solidFill>
            </a:endParaRPr>
          </a:p>
        </p:txBody>
      </p:sp>
      <p:cxnSp>
        <p:nvCxnSpPr>
          <p:cNvPr id="22" name="Straight Arrow Connector 21">
            <a:extLst>
              <a:ext uri="{FF2B5EF4-FFF2-40B4-BE49-F238E27FC236}">
                <a16:creationId xmlns:a16="http://schemas.microsoft.com/office/drawing/2014/main" id="{AD834977-184B-4706-9590-8DEE66DDEC0B}"/>
              </a:ext>
            </a:extLst>
          </p:cNvPr>
          <p:cNvCxnSpPr>
            <a:cxnSpLocks/>
            <a:stCxn id="19" idx="2"/>
            <a:endCxn id="21" idx="0"/>
          </p:cNvCxnSpPr>
          <p:nvPr/>
        </p:nvCxnSpPr>
        <p:spPr>
          <a:xfrm flipH="1">
            <a:off x="4047345" y="2864812"/>
            <a:ext cx="603203" cy="10339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90CA4B9F-693A-49FD-93C7-8A1EC6C0F4E4}"/>
              </a:ext>
            </a:extLst>
          </p:cNvPr>
          <p:cNvCxnSpPr>
            <a:cxnSpLocks/>
            <a:stCxn id="20" idx="4"/>
            <a:endCxn id="43" idx="6"/>
          </p:cNvCxnSpPr>
          <p:nvPr/>
        </p:nvCxnSpPr>
        <p:spPr>
          <a:xfrm flipH="1">
            <a:off x="4157596" y="4614691"/>
            <a:ext cx="2295853" cy="1212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6674B967-D428-478A-8ED0-2FA6C5F04983}"/>
              </a:ext>
            </a:extLst>
          </p:cNvPr>
          <p:cNvCxnSpPr>
            <a:cxnSpLocks/>
            <a:stCxn id="19" idx="6"/>
            <a:endCxn id="20" idx="0"/>
          </p:cNvCxnSpPr>
          <p:nvPr/>
        </p:nvCxnSpPr>
        <p:spPr>
          <a:xfrm>
            <a:off x="5498273" y="2864812"/>
            <a:ext cx="955176" cy="10339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F27BCD4-7022-41FA-84AA-68B5AEAB1A84}"/>
              </a:ext>
            </a:extLst>
          </p:cNvPr>
          <p:cNvSpPr txBox="1"/>
          <p:nvPr/>
        </p:nvSpPr>
        <p:spPr>
          <a:xfrm>
            <a:off x="84858" y="1081503"/>
            <a:ext cx="10697217" cy="523220"/>
          </a:xfrm>
          <a:prstGeom prst="rect">
            <a:avLst/>
          </a:prstGeom>
          <a:noFill/>
        </p:spPr>
        <p:txBody>
          <a:bodyPr wrap="square">
            <a:spAutoFit/>
          </a:bodyPr>
          <a:lstStyle/>
          <a:p>
            <a:r>
              <a:rPr lang="en-GB" sz="2800" dirty="0"/>
              <a:t>P(    S(     P (T3 , S(T1 , P(T6 , T5))) ,    T2)      ,T4)</a:t>
            </a:r>
            <a:endParaRPr lang="fr-FR" sz="2800" dirty="0"/>
          </a:p>
        </p:txBody>
      </p:sp>
      <p:sp>
        <p:nvSpPr>
          <p:cNvPr id="43" name="Oval 42">
            <a:extLst>
              <a:ext uri="{FF2B5EF4-FFF2-40B4-BE49-F238E27FC236}">
                <a16:creationId xmlns:a16="http://schemas.microsoft.com/office/drawing/2014/main" id="{32C0AB48-4881-41EB-AD3D-4E4CE90BCFA6}"/>
              </a:ext>
            </a:extLst>
          </p:cNvPr>
          <p:cNvSpPr/>
          <p:nvPr/>
        </p:nvSpPr>
        <p:spPr>
          <a:xfrm>
            <a:off x="3309871" y="5469504"/>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T2</a:t>
            </a:r>
            <a:endParaRPr lang="fr-FR" dirty="0">
              <a:solidFill>
                <a:schemeClr val="tx1"/>
              </a:solidFill>
            </a:endParaRPr>
          </a:p>
        </p:txBody>
      </p:sp>
      <p:cxnSp>
        <p:nvCxnSpPr>
          <p:cNvPr id="45" name="Straight Arrow Connector 44">
            <a:extLst>
              <a:ext uri="{FF2B5EF4-FFF2-40B4-BE49-F238E27FC236}">
                <a16:creationId xmlns:a16="http://schemas.microsoft.com/office/drawing/2014/main" id="{7D350902-7E32-4900-9DDB-6A624EB358DB}"/>
              </a:ext>
            </a:extLst>
          </p:cNvPr>
          <p:cNvCxnSpPr>
            <a:cxnSpLocks/>
            <a:stCxn id="21" idx="4"/>
            <a:endCxn id="43" idx="0"/>
          </p:cNvCxnSpPr>
          <p:nvPr/>
        </p:nvCxnSpPr>
        <p:spPr>
          <a:xfrm flipH="1">
            <a:off x="3733734" y="4614692"/>
            <a:ext cx="313611" cy="8548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4250E58C-1400-432F-B264-0598A2AC0E2E}"/>
              </a:ext>
            </a:extLst>
          </p:cNvPr>
          <p:cNvCxnSpPr>
            <a:cxnSpLocks/>
            <a:stCxn id="11" idx="4"/>
            <a:endCxn id="43" idx="2"/>
          </p:cNvCxnSpPr>
          <p:nvPr/>
        </p:nvCxnSpPr>
        <p:spPr>
          <a:xfrm>
            <a:off x="2031548" y="3222794"/>
            <a:ext cx="1278323" cy="2604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594D6FB9-14FB-4DB5-91A0-4FD98E1FBB4A}"/>
              </a:ext>
            </a:extLst>
          </p:cNvPr>
          <p:cNvSpPr/>
          <p:nvPr/>
        </p:nvSpPr>
        <p:spPr>
          <a:xfrm>
            <a:off x="275772" y="2506830"/>
            <a:ext cx="847725" cy="7159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T4</a:t>
            </a:r>
            <a:endParaRPr lang="fr-FR" dirty="0">
              <a:solidFill>
                <a:schemeClr val="tx1"/>
              </a:solidFill>
            </a:endParaRPr>
          </a:p>
        </p:txBody>
      </p:sp>
      <p:sp>
        <p:nvSpPr>
          <p:cNvPr id="66" name="TextBox 65">
            <a:extLst>
              <a:ext uri="{FF2B5EF4-FFF2-40B4-BE49-F238E27FC236}">
                <a16:creationId xmlns:a16="http://schemas.microsoft.com/office/drawing/2014/main" id="{764E628A-B100-4046-89DF-4AD7B65B73DF}"/>
              </a:ext>
            </a:extLst>
          </p:cNvPr>
          <p:cNvSpPr txBox="1"/>
          <p:nvPr/>
        </p:nvSpPr>
        <p:spPr>
          <a:xfrm>
            <a:off x="8258629" y="1175118"/>
            <a:ext cx="4238171" cy="369332"/>
          </a:xfrm>
          <a:prstGeom prst="rect">
            <a:avLst/>
          </a:prstGeom>
          <a:noFill/>
        </p:spPr>
        <p:txBody>
          <a:bodyPr wrap="square" rtlCol="0">
            <a:spAutoFit/>
          </a:bodyPr>
          <a:lstStyle/>
          <a:p>
            <a:r>
              <a:rPr lang="en-GB" dirty="0"/>
              <a:t>Fork and Join</a:t>
            </a:r>
            <a:endParaRPr lang="fr-FR" dirty="0"/>
          </a:p>
        </p:txBody>
      </p:sp>
      <p:sp>
        <p:nvSpPr>
          <p:cNvPr id="67" name="TextBox 66">
            <a:extLst>
              <a:ext uri="{FF2B5EF4-FFF2-40B4-BE49-F238E27FC236}">
                <a16:creationId xmlns:a16="http://schemas.microsoft.com/office/drawing/2014/main" id="{80C4EFAA-DE19-4C44-9BB4-47B5C4A94A80}"/>
              </a:ext>
            </a:extLst>
          </p:cNvPr>
          <p:cNvSpPr txBox="1"/>
          <p:nvPr/>
        </p:nvSpPr>
        <p:spPr>
          <a:xfrm>
            <a:off x="8258629" y="1589630"/>
            <a:ext cx="3933371" cy="4801314"/>
          </a:xfrm>
          <a:prstGeom prst="rect">
            <a:avLst/>
          </a:prstGeom>
          <a:noFill/>
        </p:spPr>
        <p:txBody>
          <a:bodyPr wrap="square" rtlCol="0">
            <a:spAutoFit/>
          </a:bodyPr>
          <a:lstStyle/>
          <a:p>
            <a:pPr lvl="1"/>
            <a:r>
              <a:rPr lang="en-GB" dirty="0"/>
              <a:t>Count=3;</a:t>
            </a:r>
          </a:p>
          <a:p>
            <a:pPr lvl="1"/>
            <a:endParaRPr lang="en-GB" dirty="0"/>
          </a:p>
          <a:p>
            <a:pPr lvl="1"/>
            <a:r>
              <a:rPr lang="en-GB" dirty="0"/>
              <a:t>Begin</a:t>
            </a:r>
          </a:p>
          <a:p>
            <a:pPr lvl="1"/>
            <a:r>
              <a:rPr lang="en-GB" dirty="0"/>
              <a:t>T4;</a:t>
            </a:r>
          </a:p>
          <a:p>
            <a:pPr lvl="1"/>
            <a:r>
              <a:rPr lang="en-GB" dirty="0"/>
              <a:t>Quit;</a:t>
            </a:r>
          </a:p>
          <a:p>
            <a:pPr lvl="1"/>
            <a:r>
              <a:rPr lang="en-GB" dirty="0"/>
              <a:t>T1;</a:t>
            </a:r>
          </a:p>
          <a:p>
            <a:pPr lvl="1"/>
            <a:r>
              <a:rPr lang="en-GB" dirty="0"/>
              <a:t> fork L1:</a:t>
            </a:r>
          </a:p>
          <a:p>
            <a:pPr lvl="1"/>
            <a:r>
              <a:rPr lang="en-GB" dirty="0"/>
              <a:t>T6;</a:t>
            </a:r>
          </a:p>
          <a:p>
            <a:pPr lvl="1"/>
            <a:r>
              <a:rPr lang="en-GB" dirty="0" err="1"/>
              <a:t>Goto</a:t>
            </a:r>
            <a:r>
              <a:rPr lang="en-GB" dirty="0"/>
              <a:t> L2:</a:t>
            </a:r>
          </a:p>
          <a:p>
            <a:pPr lvl="1"/>
            <a:r>
              <a:rPr lang="en-GB" dirty="0"/>
              <a:t>L1:T5;</a:t>
            </a:r>
          </a:p>
          <a:p>
            <a:pPr lvl="1"/>
            <a:r>
              <a:rPr lang="en-GB" dirty="0"/>
              <a:t>GotoL2:</a:t>
            </a:r>
          </a:p>
          <a:p>
            <a:pPr lvl="1"/>
            <a:r>
              <a:rPr lang="en-GB" dirty="0"/>
              <a:t>L2:T2:</a:t>
            </a:r>
          </a:p>
          <a:p>
            <a:pPr lvl="1"/>
            <a:r>
              <a:rPr lang="en-GB" dirty="0"/>
              <a:t>Quit;</a:t>
            </a:r>
          </a:p>
          <a:p>
            <a:pPr lvl="1"/>
            <a:r>
              <a:rPr lang="en-GB" dirty="0"/>
              <a:t>T3;</a:t>
            </a:r>
          </a:p>
          <a:p>
            <a:pPr lvl="1"/>
            <a:r>
              <a:rPr lang="en-GB" dirty="0" err="1"/>
              <a:t>Goto</a:t>
            </a:r>
            <a:r>
              <a:rPr lang="en-GB" dirty="0"/>
              <a:t> L2;</a:t>
            </a:r>
          </a:p>
          <a:p>
            <a:pPr lvl="1"/>
            <a:r>
              <a:rPr lang="en-GB" dirty="0"/>
              <a:t>Join count;</a:t>
            </a:r>
            <a:br>
              <a:rPr lang="en-GB" dirty="0"/>
            </a:br>
            <a:r>
              <a:rPr lang="en-GB" dirty="0"/>
              <a:t>End</a:t>
            </a:r>
          </a:p>
        </p:txBody>
      </p:sp>
    </p:spTree>
    <p:extLst>
      <p:ext uri="{BB962C8B-B14F-4D97-AF65-F5344CB8AC3E}">
        <p14:creationId xmlns:p14="http://schemas.microsoft.com/office/powerpoint/2010/main" val="38576322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332540-5821-4735-8A79-534FFF69B60D}"/>
              </a:ext>
            </a:extLst>
          </p:cNvPr>
          <p:cNvSpPr>
            <a:spLocks noGrp="1"/>
          </p:cNvSpPr>
          <p:nvPr>
            <p:ph type="sldNum" sz="quarter" idx="12"/>
          </p:nvPr>
        </p:nvSpPr>
        <p:spPr>
          <a:xfrm>
            <a:off x="7959274" y="6262984"/>
            <a:ext cx="3083024" cy="595016"/>
          </a:xfrm>
        </p:spPr>
        <p:txBody>
          <a:bodyPr/>
          <a:lstStyle/>
          <a:p>
            <a:fld id="{AE542B33-DB44-41E8-8F43-C86F545B5A10}" type="slidenum">
              <a:rPr lang="fr-DZ" smtClean="0"/>
              <a:t>83</a:t>
            </a:fld>
            <a:endParaRPr lang="fr-DZ"/>
          </a:p>
        </p:txBody>
      </p:sp>
      <p:graphicFrame>
        <p:nvGraphicFramePr>
          <p:cNvPr id="8" name="Table 8">
            <a:extLst>
              <a:ext uri="{FF2B5EF4-FFF2-40B4-BE49-F238E27FC236}">
                <a16:creationId xmlns:a16="http://schemas.microsoft.com/office/drawing/2014/main" id="{FA652BF4-E7F8-4BAB-AD96-9240411F33D7}"/>
              </a:ext>
            </a:extLst>
          </p:cNvPr>
          <p:cNvGraphicFramePr>
            <a:graphicFrameLocks noGrp="1"/>
          </p:cNvGraphicFramePr>
          <p:nvPr>
            <p:ph idx="1"/>
            <p:extLst>
              <p:ext uri="{D42A27DB-BD31-4B8C-83A1-F6EECF244321}">
                <p14:modId xmlns:p14="http://schemas.microsoft.com/office/powerpoint/2010/main" val="2623057172"/>
              </p:ext>
            </p:extLst>
          </p:nvPr>
        </p:nvGraphicFramePr>
        <p:xfrm>
          <a:off x="186873" y="833210"/>
          <a:ext cx="11818254" cy="4669063"/>
        </p:xfrm>
        <a:graphic>
          <a:graphicData uri="http://schemas.openxmlformats.org/drawingml/2006/table">
            <a:tbl>
              <a:tblPr firstRow="1" bandRow="1">
                <a:tableStyleId>{21E4AEA4-8DFA-4A89-87EB-49C32662AFE0}</a:tableStyleId>
              </a:tblPr>
              <a:tblGrid>
                <a:gridCol w="1969709">
                  <a:extLst>
                    <a:ext uri="{9D8B030D-6E8A-4147-A177-3AD203B41FA5}">
                      <a16:colId xmlns:a16="http://schemas.microsoft.com/office/drawing/2014/main" val="1888597435"/>
                    </a:ext>
                  </a:extLst>
                </a:gridCol>
                <a:gridCol w="1969709">
                  <a:extLst>
                    <a:ext uri="{9D8B030D-6E8A-4147-A177-3AD203B41FA5}">
                      <a16:colId xmlns:a16="http://schemas.microsoft.com/office/drawing/2014/main" val="4119856598"/>
                    </a:ext>
                  </a:extLst>
                </a:gridCol>
                <a:gridCol w="1969709">
                  <a:extLst>
                    <a:ext uri="{9D8B030D-6E8A-4147-A177-3AD203B41FA5}">
                      <a16:colId xmlns:a16="http://schemas.microsoft.com/office/drawing/2014/main" val="2746161830"/>
                    </a:ext>
                  </a:extLst>
                </a:gridCol>
                <a:gridCol w="1969709">
                  <a:extLst>
                    <a:ext uri="{9D8B030D-6E8A-4147-A177-3AD203B41FA5}">
                      <a16:colId xmlns:a16="http://schemas.microsoft.com/office/drawing/2014/main" val="2533733049"/>
                    </a:ext>
                  </a:extLst>
                </a:gridCol>
                <a:gridCol w="1969709">
                  <a:extLst>
                    <a:ext uri="{9D8B030D-6E8A-4147-A177-3AD203B41FA5}">
                      <a16:colId xmlns:a16="http://schemas.microsoft.com/office/drawing/2014/main" val="1109831064"/>
                    </a:ext>
                  </a:extLst>
                </a:gridCol>
                <a:gridCol w="1969709">
                  <a:extLst>
                    <a:ext uri="{9D8B030D-6E8A-4147-A177-3AD203B41FA5}">
                      <a16:colId xmlns:a16="http://schemas.microsoft.com/office/drawing/2014/main" val="1759438312"/>
                    </a:ext>
                  </a:extLst>
                </a:gridCol>
              </a:tblGrid>
              <a:tr h="1043089">
                <a:tc>
                  <a:txBody>
                    <a:bodyPr/>
                    <a:lstStyle/>
                    <a:p>
                      <a:endParaRPr lang="fr-FR" dirty="0"/>
                    </a:p>
                  </a:txBody>
                  <a:tcPr/>
                </a:tc>
                <a:tc>
                  <a:txBody>
                    <a:bodyPr/>
                    <a:lstStyle/>
                    <a:p>
                      <a:r>
                        <a:rPr lang="en-GB" dirty="0"/>
                        <a:t>Reading  variables</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writing  variables</a:t>
                      </a:r>
                      <a:endParaRPr lang="fr-FR" dirty="0"/>
                    </a:p>
                  </a:txBody>
                  <a:tcPr/>
                </a:tc>
                <a:tc>
                  <a:txBody>
                    <a:bodyPr/>
                    <a:lstStyle/>
                    <a:p>
                      <a:r>
                        <a:rPr lang="en-GB" dirty="0"/>
                        <a:t>Ri ^ </a:t>
                      </a:r>
                      <a:r>
                        <a:rPr lang="en-GB" dirty="0" err="1"/>
                        <a:t>Wj</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Wi ^ </a:t>
                      </a:r>
                      <a:r>
                        <a:rPr lang="en-GB" dirty="0" err="1"/>
                        <a:t>Rj</a:t>
                      </a:r>
                      <a:endParaRPr lang="fr-FR" dirty="0"/>
                    </a:p>
                  </a:txBody>
                  <a:tcPr/>
                </a:tc>
                <a:tc>
                  <a:txBody>
                    <a:bodyPr/>
                    <a:lstStyle/>
                    <a:p>
                      <a:r>
                        <a:rPr lang="en-GB" dirty="0"/>
                        <a:t>Wi ^ </a:t>
                      </a:r>
                      <a:r>
                        <a:rPr lang="en-GB" dirty="0" err="1"/>
                        <a:t>Wj</a:t>
                      </a:r>
                      <a:endParaRPr lang="fr-FR" dirty="0"/>
                    </a:p>
                  </a:txBody>
                  <a:tcPr/>
                </a:tc>
                <a:extLst>
                  <a:ext uri="{0D108BD9-81ED-4DB2-BD59-A6C34878D82A}">
                    <a16:rowId xmlns:a16="http://schemas.microsoft.com/office/drawing/2014/main" val="2124299355"/>
                  </a:ext>
                </a:extLst>
              </a:tr>
              <a:tr h="604329">
                <a:tc>
                  <a:txBody>
                    <a:bodyPr/>
                    <a:lstStyle/>
                    <a:p>
                      <a:r>
                        <a:rPr lang="en-GB" dirty="0"/>
                        <a:t>T1</a:t>
                      </a:r>
                      <a:endParaRPr lang="fr-FR" dirty="0"/>
                    </a:p>
                  </a:txBody>
                  <a:tcPr/>
                </a:tc>
                <a:tc>
                  <a:txBody>
                    <a:bodyPr/>
                    <a:lstStyle/>
                    <a:p>
                      <a:r>
                        <a:rPr lang="en-GB" dirty="0"/>
                        <a:t>/</a:t>
                      </a:r>
                      <a:endParaRPr lang="fr-FR" dirty="0"/>
                    </a:p>
                  </a:txBody>
                  <a:tcPr/>
                </a:tc>
                <a:tc>
                  <a:txBody>
                    <a:bodyPr/>
                    <a:lstStyle/>
                    <a:p>
                      <a:r>
                        <a:rPr lang="en-GB" dirty="0"/>
                        <a:t>x</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2677517185"/>
                  </a:ext>
                </a:extLst>
              </a:tr>
              <a:tr h="604329">
                <a:tc>
                  <a:txBody>
                    <a:bodyPr/>
                    <a:lstStyle/>
                    <a:p>
                      <a:r>
                        <a:rPr lang="en-GB" dirty="0"/>
                        <a:t>T2</a:t>
                      </a:r>
                      <a:endParaRPr lang="fr-FR" dirty="0"/>
                    </a:p>
                  </a:txBody>
                  <a:tcPr/>
                </a:tc>
                <a:tc>
                  <a:txBody>
                    <a:bodyPr/>
                    <a:lstStyle/>
                    <a:p>
                      <a:r>
                        <a:rPr lang="en-GB" dirty="0"/>
                        <a:t>/</a:t>
                      </a:r>
                      <a:endParaRPr lang="fr-FR" dirty="0"/>
                    </a:p>
                  </a:txBody>
                  <a:tcPr/>
                </a:tc>
                <a:tc>
                  <a:txBody>
                    <a:bodyPr/>
                    <a:lstStyle/>
                    <a:p>
                      <a:r>
                        <a:rPr lang="en-GB" dirty="0"/>
                        <a:t>y</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1974393020"/>
                  </a:ext>
                </a:extLst>
              </a:tr>
              <a:tr h="604329">
                <a:tc>
                  <a:txBody>
                    <a:bodyPr/>
                    <a:lstStyle/>
                    <a:p>
                      <a:r>
                        <a:rPr lang="en-GB" dirty="0"/>
                        <a:t>T3</a:t>
                      </a:r>
                      <a:endParaRPr lang="fr-FR" dirty="0"/>
                    </a:p>
                  </a:txBody>
                  <a:tcPr/>
                </a:tc>
                <a:tc>
                  <a:txBody>
                    <a:bodyPr/>
                    <a:lstStyle/>
                    <a:p>
                      <a:r>
                        <a:rPr lang="en-GB" dirty="0"/>
                        <a:t>{</a:t>
                      </a:r>
                      <a:r>
                        <a:rPr lang="en-GB" dirty="0" err="1"/>
                        <a:t>x,y</a:t>
                      </a:r>
                      <a:r>
                        <a:rPr lang="en-GB" dirty="0"/>
                        <a:t>}</a:t>
                      </a:r>
                      <a:endParaRPr lang="fr-FR" dirty="0"/>
                    </a:p>
                  </a:txBody>
                  <a:tcPr/>
                </a:tc>
                <a:tc>
                  <a:txBody>
                    <a:bodyPr/>
                    <a:lstStyle/>
                    <a:p>
                      <a:r>
                        <a:rPr lang="en-GB" dirty="0"/>
                        <a:t>{z1}</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488485315"/>
                  </a:ext>
                </a:extLst>
              </a:tr>
              <a:tr h="604329">
                <a:tc>
                  <a:txBody>
                    <a:bodyPr/>
                    <a:lstStyle/>
                    <a:p>
                      <a:r>
                        <a:rPr lang="en-GB" dirty="0"/>
                        <a:t>T4</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dirty="0" err="1"/>
                        <a:t>x,y</a:t>
                      </a:r>
                      <a:r>
                        <a:rPr lang="en-GB" dirty="0"/>
                        <a:t>}</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{z2}</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tc>
                  <a:txBody>
                    <a:bodyPr/>
                    <a:lstStyle/>
                    <a:p>
                      <a:r>
                        <a:rPr lang="en-GB" dirty="0"/>
                        <a:t>verified</a:t>
                      </a:r>
                      <a:endParaRPr lang="fr-FR" dirty="0"/>
                    </a:p>
                  </a:txBody>
                  <a:tcPr/>
                </a:tc>
                <a:extLst>
                  <a:ext uri="{0D108BD9-81ED-4DB2-BD59-A6C34878D82A}">
                    <a16:rowId xmlns:a16="http://schemas.microsoft.com/office/drawing/2014/main" val="1798660279"/>
                  </a:ext>
                </a:extLst>
              </a:tr>
              <a:tr h="604329">
                <a:tc>
                  <a:txBody>
                    <a:bodyPr/>
                    <a:lstStyle/>
                    <a:p>
                      <a:r>
                        <a:rPr lang="en-GB" dirty="0"/>
                        <a:t>T5</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{z1,z2}</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{v}</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extLst>
                  <a:ext uri="{0D108BD9-81ED-4DB2-BD59-A6C34878D82A}">
                    <a16:rowId xmlns:a16="http://schemas.microsoft.com/office/drawing/2014/main" val="4252633979"/>
                  </a:ext>
                </a:extLst>
              </a:tr>
              <a:tr h="604329">
                <a:tc>
                  <a:txBody>
                    <a:bodyPr/>
                    <a:lstStyle/>
                    <a:p>
                      <a:r>
                        <a:rPr lang="en-GB" dirty="0"/>
                        <a:t>T6</a:t>
                      </a:r>
                      <a:endParaRPr lang="fr-FR" dirty="0"/>
                    </a:p>
                  </a:txBody>
                  <a:tcPr/>
                </a:tc>
                <a:tc>
                  <a:txBody>
                    <a:bodyPr/>
                    <a:lstStyle/>
                    <a:p>
                      <a:r>
                        <a:rPr lang="en-GB" dirty="0"/>
                        <a:t>/</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{v}</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tc>
                  <a:txBody>
                    <a:bodyPr/>
                    <a:lstStyle/>
                    <a:p>
                      <a:r>
                        <a:rPr lang="en-GB" dirty="0"/>
                        <a:t>/</a:t>
                      </a:r>
                      <a:endParaRPr lang="fr-FR" dirty="0"/>
                    </a:p>
                  </a:txBody>
                  <a:tcPr/>
                </a:tc>
                <a:extLst>
                  <a:ext uri="{0D108BD9-81ED-4DB2-BD59-A6C34878D82A}">
                    <a16:rowId xmlns:a16="http://schemas.microsoft.com/office/drawing/2014/main" val="2742502802"/>
                  </a:ext>
                </a:extLst>
              </a:tr>
            </a:tbl>
          </a:graphicData>
        </a:graphic>
      </p:graphicFrame>
    </p:spTree>
    <p:extLst>
      <p:ext uri="{BB962C8B-B14F-4D97-AF65-F5344CB8AC3E}">
        <p14:creationId xmlns:p14="http://schemas.microsoft.com/office/powerpoint/2010/main" val="128965115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15652</TotalTime>
  <Words>2551</Words>
  <Application>Microsoft Office PowerPoint</Application>
  <PresentationFormat>Widescreen</PresentationFormat>
  <Paragraphs>542</Paragraphs>
  <Slides>83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83</vt:i4>
      </vt:variant>
    </vt:vector>
  </HeadingPairs>
  <TitlesOfParts>
    <vt:vector size="94" baseType="lpstr">
      <vt:lpstr>Amasis MT Pro Black</vt:lpstr>
      <vt:lpstr>Aptos</vt:lpstr>
      <vt:lpstr>Arial</vt:lpstr>
      <vt:lpstr>Brush Script MT</vt:lpstr>
      <vt:lpstr>Calibri</vt:lpstr>
      <vt:lpstr>Calibri Light</vt:lpstr>
      <vt:lpstr>Courier New</vt:lpstr>
      <vt:lpstr>Symbol</vt:lpstr>
      <vt:lpstr>Times New Roman</vt:lpstr>
      <vt:lpstr>Wingdings</vt:lpstr>
      <vt:lpstr>Thème Office</vt:lpstr>
      <vt:lpstr>PowerPoint Presentation</vt:lpstr>
      <vt:lpstr>Course Description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Systems </vt:lpstr>
      <vt:lpstr>PowerPoint Presentation</vt:lpstr>
      <vt:lpstr>Notion of tasks</vt:lpstr>
      <vt:lpstr>PowerPoint Presentation</vt:lpstr>
      <vt:lpstr>Task system</vt:lpstr>
      <vt:lpstr>Precedence Relation</vt:lpstr>
      <vt:lpstr>Precedence graph </vt:lpstr>
      <vt:lpstr>Precedence graph </vt:lpstr>
      <vt:lpstr>Precedence graph</vt:lpstr>
      <vt:lpstr>Precedence graph </vt:lpstr>
      <vt:lpstr>Precedence graph </vt:lpstr>
      <vt:lpstr>Precedence graph </vt:lpstr>
      <vt:lpstr>Precedence graph </vt:lpstr>
      <vt:lpstr>Types of Task Systems (1) </vt:lpstr>
      <vt:lpstr>Types of Task Systems (2) </vt:lpstr>
      <vt:lpstr> Concurrent System: Multiple tasks are in progress, but not necessarily executing at the same time. Scheduling and task management influence their execution.  Example: A web server handling multiple client requests alternately.  Illustration: </vt:lpstr>
      <vt:lpstr>Task System </vt:lpstr>
      <vt:lpstr>Example </vt:lpstr>
      <vt:lpstr>PowerPoint Presentation</vt:lpstr>
      <vt:lpstr>Scenario 1</vt:lpstr>
      <vt:lpstr>PowerPoint Presentation</vt:lpstr>
      <vt:lpstr>Scenario 2</vt:lpstr>
      <vt:lpstr>PowerPoint Presentation</vt:lpstr>
      <vt:lpstr>PowerPoint Presentation</vt:lpstr>
      <vt:lpstr>    Interactions between tasks </vt:lpstr>
      <vt:lpstr>Language of a task system</vt:lpstr>
      <vt:lpstr>Example </vt:lpstr>
      <vt:lpstr>Example </vt:lpstr>
      <vt:lpstr>Example </vt:lpstr>
      <vt:lpstr>Example </vt:lpstr>
      <vt:lpstr>Example </vt:lpstr>
      <vt:lpstr>Language of a task system </vt:lpstr>
      <vt:lpstr>Determinism</vt:lpstr>
      <vt:lpstr>PowerPoint Presentation</vt:lpstr>
      <vt:lpstr>Example :  </vt:lpstr>
      <vt:lpstr>      A TASK MANIPULATES A SET OF VARIABLES IN READING AND WRITING</vt:lpstr>
      <vt:lpstr>Example :  </vt:lpstr>
      <vt:lpstr>PowerPoint Presentation</vt:lpstr>
      <vt:lpstr>Example :  </vt:lpstr>
      <vt:lpstr>PowerPoint Presentation</vt:lpstr>
      <vt:lpstr>PowerPoint Presentation</vt:lpstr>
      <vt:lpstr>Exercice:</vt:lpstr>
      <vt:lpstr>PowerPoint Presentation</vt:lpstr>
      <vt:lpstr>PowerPoint Presentation</vt:lpstr>
      <vt:lpstr>Maximum parallelism</vt:lpstr>
      <vt:lpstr>Maximum parallelism</vt:lpstr>
      <vt:lpstr>PowerPoint Presentation</vt:lpstr>
      <vt:lpstr>Step1: transitive closure </vt:lpstr>
      <vt:lpstr>Step2: Remove arcs without which there is no inference</vt:lpstr>
      <vt:lpstr>Step3: Eliminate arcs if any</vt:lpstr>
      <vt:lpstr>PowerPoint Presentation</vt:lpstr>
      <vt:lpstr>PowerPoint Presentation</vt:lpstr>
      <vt:lpstr>Parallelism and Parallel Languages</vt:lpstr>
      <vt:lpstr>Parallelism and Parallel Languages: Parbegin/Parend structure </vt:lpstr>
      <vt:lpstr>Parallelism and Parallel Languages: Parbegin/Parend structure </vt:lpstr>
      <vt:lpstr>Parallelism and Parallel Languages: Parbegin/Parend structure </vt:lpstr>
      <vt:lpstr>Parallelism and Parallel Languages: Parbegin/Parend structure </vt:lpstr>
      <vt:lpstr>Parallelism and Parallel Languages: Parbegin/Parend structure </vt:lpstr>
      <vt:lpstr>Parallelism and Parallel Languages: Fork/join structure </vt:lpstr>
      <vt:lpstr>Parallelism and Parallel Languages: Fork/join structure </vt:lpstr>
      <vt:lpstr>PowerPoint Presentation</vt:lpstr>
      <vt:lpstr>Parallelism and Parallel Languages: Fork/join structure </vt:lpstr>
      <vt:lpstr>Parallelism and Parallel Languages: Fork/join structure </vt:lpstr>
      <vt:lpstr>PowerPoint Presentation</vt:lpstr>
      <vt:lpstr>PowerPoint Presentation</vt:lpstr>
      <vt:lpstr>Difference Between Thread and Task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aux algorithmes évolutionnaires</dc:title>
  <dc:creator>Awatif Benkrama</dc:creator>
  <cp:lastModifiedBy>Midou</cp:lastModifiedBy>
  <cp:revision>245</cp:revision>
  <dcterms:created xsi:type="dcterms:W3CDTF">2022-03-08T15:36:22Z</dcterms:created>
  <dcterms:modified xsi:type="dcterms:W3CDTF">2025-12-31T15:18:18Z</dcterms:modified>
</cp:coreProperties>
</file>