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</p:sldMasterIdLst>
  <p:notesMasterIdLst>
    <p:notesMasterId r:id="rId18"/>
  </p:notesMasterIdLst>
  <p:sldIdLst>
    <p:sldId id="285" r:id="rId5"/>
    <p:sldId id="299" r:id="rId6"/>
    <p:sldId id="289" r:id="rId7"/>
    <p:sldId id="291" r:id="rId8"/>
    <p:sldId id="292" r:id="rId9"/>
    <p:sldId id="302" r:id="rId10"/>
    <p:sldId id="293" r:id="rId11"/>
    <p:sldId id="294" r:id="rId12"/>
    <p:sldId id="261" r:id="rId13"/>
    <p:sldId id="300" r:id="rId14"/>
    <p:sldId id="297" r:id="rId15"/>
    <p:sldId id="301" r:id="rId16"/>
    <p:sldId id="287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FF"/>
    <a:srgbClr val="66FF33"/>
    <a:srgbClr val="FF9900"/>
    <a:srgbClr val="99FF66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 autoAdjust="0"/>
    <p:restoredTop sz="94662" autoAdjust="0"/>
  </p:normalViewPr>
  <p:slideViewPr>
    <p:cSldViewPr>
      <p:cViewPr>
        <p:scale>
          <a:sx n="70" d="100"/>
          <a:sy n="70" d="100"/>
        </p:scale>
        <p:origin x="-82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7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notesMaster" Target="notesMasters/notesMaster1.xml" /><Relationship Id="rId3" Type="http://schemas.openxmlformats.org/officeDocument/2006/relationships/slideMaster" Target="slideMasters/slideMaster3.xml" /><Relationship Id="rId21" Type="http://schemas.openxmlformats.org/officeDocument/2006/relationships/theme" Target="theme/theme1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2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10" Type="http://schemas.openxmlformats.org/officeDocument/2006/relationships/slide" Target="slides/slide6.xml" /><Relationship Id="rId19" Type="http://schemas.openxmlformats.org/officeDocument/2006/relationships/presProps" Target="presProps.xml" /><Relationship Id="rId4" Type="http://schemas.openxmlformats.org/officeDocument/2006/relationships/slideMaster" Target="slideMasters/slideMaster4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tableStyles" Target="tableStyle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94A67E-5643-4EB3-8356-03FBDA992492}" type="doc">
      <dgm:prSet loTypeId="urn:microsoft.com/office/officeart/2005/8/layout/chevron2" loCatId="process" qsTypeId="urn:microsoft.com/office/officeart/2005/8/quickstyle/3d1" qsCatId="3D" csTypeId="urn:microsoft.com/office/officeart/2005/8/colors/accent2_3" csCatId="accent2" phldr="1"/>
      <dgm:spPr/>
      <dgm:t>
        <a:bodyPr/>
        <a:lstStyle/>
        <a:p>
          <a:endParaRPr lang="fr-FR"/>
        </a:p>
      </dgm:t>
    </dgm:pt>
    <dgm:pt modelId="{6031382B-FC4A-45E5-96C0-7E63A733389B}">
      <dgm:prSet phldrT="[Texte]" custT="1"/>
      <dgm:spPr/>
      <dgm:t>
        <a:bodyPr/>
        <a:lstStyle/>
        <a:p>
          <a:pPr algn="ctr"/>
          <a:r>
            <a:rPr lang="fr-FR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gm:t>
    </dgm:pt>
    <dgm:pt modelId="{89DD045D-0324-41E4-83C2-FC97388CC509}" type="parTrans" cxnId="{1A9498C2-CF44-4E16-9E19-1758D562BB77}">
      <dgm:prSet/>
      <dgm:spPr/>
      <dgm:t>
        <a:bodyPr/>
        <a:lstStyle/>
        <a:p>
          <a:pPr algn="just"/>
          <a:endParaRPr lang="fr-FR" sz="1800">
            <a:latin typeface="Times New Roman" pitchFamily="18" charset="0"/>
            <a:cs typeface="Times New Roman" pitchFamily="18" charset="0"/>
          </a:endParaRPr>
        </a:p>
      </dgm:t>
    </dgm:pt>
    <dgm:pt modelId="{6C4484FF-9DB5-458B-B239-C42E5F626867}" type="sibTrans" cxnId="{1A9498C2-CF44-4E16-9E19-1758D562BB77}">
      <dgm:prSet/>
      <dgm:spPr/>
      <dgm:t>
        <a:bodyPr/>
        <a:lstStyle/>
        <a:p>
          <a:pPr algn="just"/>
          <a:endParaRPr lang="fr-FR" sz="1800">
            <a:latin typeface="Times New Roman" pitchFamily="18" charset="0"/>
            <a:cs typeface="Times New Roman" pitchFamily="18" charset="0"/>
          </a:endParaRPr>
        </a:p>
      </dgm:t>
    </dgm:pt>
    <dgm:pt modelId="{D5F79E57-1DC1-42DB-98A4-DBFD265625A1}">
      <dgm:prSet phldrT="[Texte]" custT="1"/>
      <dgm:spPr/>
      <dgm:t>
        <a:bodyPr/>
        <a:lstStyle/>
        <a:p>
          <a:pPr algn="ctr"/>
          <a:r>
            <a:rPr lang="fr-FR" sz="1800" b="1" dirty="0">
              <a:latin typeface="Times New Roman" pitchFamily="18" charset="0"/>
              <a:cs typeface="Times New Roman" pitchFamily="18" charset="0"/>
            </a:rPr>
            <a:t>2</a:t>
          </a:r>
        </a:p>
      </dgm:t>
    </dgm:pt>
    <dgm:pt modelId="{2379D070-E379-4836-9612-A7FEEAA03CBA}" type="parTrans" cxnId="{3FF2B3F9-00E8-4C9A-913C-BEA960B1F517}">
      <dgm:prSet/>
      <dgm:spPr/>
      <dgm:t>
        <a:bodyPr/>
        <a:lstStyle/>
        <a:p>
          <a:pPr algn="just"/>
          <a:endParaRPr lang="fr-FR" sz="1800">
            <a:latin typeface="Times New Roman" pitchFamily="18" charset="0"/>
            <a:cs typeface="Times New Roman" pitchFamily="18" charset="0"/>
          </a:endParaRPr>
        </a:p>
      </dgm:t>
    </dgm:pt>
    <dgm:pt modelId="{82229F71-237D-4A0A-823F-F45B991A8D8A}" type="sibTrans" cxnId="{3FF2B3F9-00E8-4C9A-913C-BEA960B1F517}">
      <dgm:prSet/>
      <dgm:spPr/>
      <dgm:t>
        <a:bodyPr/>
        <a:lstStyle/>
        <a:p>
          <a:pPr algn="just"/>
          <a:endParaRPr lang="fr-FR" sz="1800">
            <a:latin typeface="Times New Roman" pitchFamily="18" charset="0"/>
            <a:cs typeface="Times New Roman" pitchFamily="18" charset="0"/>
          </a:endParaRPr>
        </a:p>
      </dgm:t>
    </dgm:pt>
    <dgm:pt modelId="{AF349DA9-F912-45D1-ABC5-A83A83FA450A}">
      <dgm:prSet phldrT="[Texte]" custT="1"/>
      <dgm:spPr/>
      <dgm:t>
        <a:bodyPr/>
        <a:lstStyle/>
        <a:p>
          <a:pPr algn="just"/>
          <a:r>
            <a:rPr lang="fr-FR" sz="20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Determining</a:t>
          </a:r>
          <a:r>
            <a:rPr lang="fr-F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fr-FR" sz="20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security</a:t>
          </a:r>
          <a:r>
            <a:rPr lang="fr-F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concepts</a:t>
          </a:r>
          <a:endParaRPr lang="fr-FR" sz="200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A170F413-45F2-4F5D-82C6-1B67BA523C40}" type="parTrans" cxnId="{1A31D4E8-1847-4B99-B155-06E6B7EDAAC9}">
      <dgm:prSet/>
      <dgm:spPr/>
      <dgm:t>
        <a:bodyPr/>
        <a:lstStyle/>
        <a:p>
          <a:pPr algn="just"/>
          <a:endParaRPr lang="fr-FR" sz="1800">
            <a:latin typeface="Times New Roman" pitchFamily="18" charset="0"/>
            <a:cs typeface="Times New Roman" pitchFamily="18" charset="0"/>
          </a:endParaRPr>
        </a:p>
      </dgm:t>
    </dgm:pt>
    <dgm:pt modelId="{59E2155E-9967-4E8E-860C-B63B61F0B328}" type="sibTrans" cxnId="{1A31D4E8-1847-4B99-B155-06E6B7EDAAC9}">
      <dgm:prSet/>
      <dgm:spPr/>
      <dgm:t>
        <a:bodyPr/>
        <a:lstStyle/>
        <a:p>
          <a:pPr algn="just"/>
          <a:endParaRPr lang="fr-FR" sz="1800">
            <a:latin typeface="Times New Roman" pitchFamily="18" charset="0"/>
            <a:cs typeface="Times New Roman" pitchFamily="18" charset="0"/>
          </a:endParaRPr>
        </a:p>
      </dgm:t>
    </dgm:pt>
    <dgm:pt modelId="{EF475655-9FFA-4B62-BD73-A91776D9F854}">
      <dgm:prSet phldrT="[Texte]" custT="1"/>
      <dgm:spPr/>
      <dgm:t>
        <a:bodyPr/>
        <a:lstStyle/>
        <a:p>
          <a:pPr algn="ctr"/>
          <a:r>
            <a:rPr lang="fr-FR" sz="1800" b="1" dirty="0">
              <a:latin typeface="Times New Roman" pitchFamily="18" charset="0"/>
              <a:cs typeface="Times New Roman" pitchFamily="18" charset="0"/>
            </a:rPr>
            <a:t>3</a:t>
          </a:r>
          <a:endParaRPr lang="fr-FR" sz="1800" dirty="0">
            <a:latin typeface="Times New Roman" pitchFamily="18" charset="0"/>
            <a:cs typeface="Times New Roman" pitchFamily="18" charset="0"/>
          </a:endParaRPr>
        </a:p>
      </dgm:t>
    </dgm:pt>
    <dgm:pt modelId="{7514B32D-5416-41DF-B658-06E7D53F3FBC}" type="parTrans" cxnId="{CAC4DC5D-F36F-4753-B98F-C42D777EDC6B}">
      <dgm:prSet/>
      <dgm:spPr/>
      <dgm:t>
        <a:bodyPr/>
        <a:lstStyle/>
        <a:p>
          <a:pPr algn="just"/>
          <a:endParaRPr lang="fr-FR" sz="1800">
            <a:latin typeface="Times New Roman" pitchFamily="18" charset="0"/>
            <a:cs typeface="Times New Roman" pitchFamily="18" charset="0"/>
          </a:endParaRPr>
        </a:p>
      </dgm:t>
    </dgm:pt>
    <dgm:pt modelId="{0DB48C00-E433-4F92-A679-32950D74410B}" type="sibTrans" cxnId="{CAC4DC5D-F36F-4753-B98F-C42D777EDC6B}">
      <dgm:prSet/>
      <dgm:spPr/>
      <dgm:t>
        <a:bodyPr/>
        <a:lstStyle/>
        <a:p>
          <a:pPr algn="just"/>
          <a:endParaRPr lang="fr-FR" sz="1800">
            <a:latin typeface="Times New Roman" pitchFamily="18" charset="0"/>
            <a:cs typeface="Times New Roman" pitchFamily="18" charset="0"/>
          </a:endParaRPr>
        </a:p>
      </dgm:t>
    </dgm:pt>
    <dgm:pt modelId="{E738D254-F1DF-4985-949E-69EFC6D81AA1}">
      <dgm:prSet phldrT="[Texte]" custT="1"/>
      <dgm:spPr/>
      <dgm:t>
        <a:bodyPr/>
        <a:lstStyle/>
        <a:p>
          <a:pPr algn="just"/>
          <a:r>
            <a:rPr lang="fr-FR" sz="1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</a:t>
          </a:r>
          <a:r>
            <a:rPr lang="fr-F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fr-FR" sz="1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analysis</a:t>
          </a:r>
          <a:r>
            <a:rPr lang="fr-F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fr-FR" sz="1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assessment</a:t>
          </a:r>
          <a:r>
            <a:rPr lang="fr-F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
Identification and estimation of each risk component (threat/vulnerability/impact)</a:t>
          </a:r>
          <a:endParaRPr lang="fr-FR" sz="180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BCD0A2EE-BC07-4087-A55B-057A563C9B3E}" type="parTrans" cxnId="{A9EDFB5D-7A45-4690-97FD-A2654F652D76}">
      <dgm:prSet/>
      <dgm:spPr/>
      <dgm:t>
        <a:bodyPr/>
        <a:lstStyle/>
        <a:p>
          <a:pPr algn="just"/>
          <a:endParaRPr lang="fr-FR" sz="1800">
            <a:latin typeface="Times New Roman" pitchFamily="18" charset="0"/>
            <a:cs typeface="Times New Roman" pitchFamily="18" charset="0"/>
          </a:endParaRPr>
        </a:p>
      </dgm:t>
    </dgm:pt>
    <dgm:pt modelId="{0B3FAC4C-7989-4981-8F5B-E2FDC1043951}" type="sibTrans" cxnId="{A9EDFB5D-7A45-4690-97FD-A2654F652D76}">
      <dgm:prSet/>
      <dgm:spPr/>
      <dgm:t>
        <a:bodyPr/>
        <a:lstStyle/>
        <a:p>
          <a:pPr algn="just"/>
          <a:endParaRPr lang="fr-FR" sz="1800">
            <a:latin typeface="Times New Roman" pitchFamily="18" charset="0"/>
            <a:cs typeface="Times New Roman" pitchFamily="18" charset="0"/>
          </a:endParaRPr>
        </a:p>
      </dgm:t>
    </dgm:pt>
    <dgm:pt modelId="{7F1F144E-37E4-4D18-8B99-11ED3B351700}">
      <dgm:prSet phldrT="[Texte]" custT="1"/>
      <dgm:spPr/>
      <dgm:t>
        <a:bodyPr/>
        <a:lstStyle/>
        <a:p>
          <a:pPr algn="just"/>
          <a:r>
            <a:rPr lang="fr-FR" sz="20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Identifying</a:t>
          </a:r>
          <a:r>
            <a:rPr lang="fr-F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the </a:t>
          </a:r>
          <a:r>
            <a:rPr lang="fr-FR" sz="20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Environment</a:t>
          </a:r>
          <a:endParaRPr lang="fr-FR" sz="200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E64E3DEB-119D-4384-B777-943EA8B574AD}" type="parTrans" cxnId="{BA35E5C5-D609-41A9-B73D-36334985F793}">
      <dgm:prSet/>
      <dgm:spPr/>
      <dgm:t>
        <a:bodyPr/>
        <a:lstStyle/>
        <a:p>
          <a:endParaRPr lang="fr-FR"/>
        </a:p>
      </dgm:t>
    </dgm:pt>
    <dgm:pt modelId="{1434C5DC-96A0-4933-9EA3-DF03A4D72C95}" type="sibTrans" cxnId="{BA35E5C5-D609-41A9-B73D-36334985F793}">
      <dgm:prSet/>
      <dgm:spPr/>
      <dgm:t>
        <a:bodyPr/>
        <a:lstStyle/>
        <a:p>
          <a:endParaRPr lang="fr-FR"/>
        </a:p>
      </dgm:t>
    </dgm:pt>
    <dgm:pt modelId="{D589B5AA-853F-4AEE-8FD3-8E332C73E4AC}">
      <dgm:prSet phldrT="[Texte]" custT="1"/>
      <dgm:spPr/>
      <dgm:t>
        <a:bodyPr/>
        <a:lstStyle/>
        <a:p>
          <a:pPr algn="just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The organization (computer system), ..</a:t>
          </a:r>
          <a:endParaRPr lang="fr-FR" sz="200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C9DBC283-66C4-4DCD-8F41-567EC33959E8}" type="parTrans" cxnId="{D8A205EE-B275-442F-A48E-E556B64946E5}">
      <dgm:prSet/>
      <dgm:spPr/>
      <dgm:t>
        <a:bodyPr/>
        <a:lstStyle/>
        <a:p>
          <a:endParaRPr lang="fr-FR"/>
        </a:p>
      </dgm:t>
    </dgm:pt>
    <dgm:pt modelId="{0AAB7569-7265-43D3-82BE-90CD6EFDBC82}" type="sibTrans" cxnId="{D8A205EE-B275-442F-A48E-E556B64946E5}">
      <dgm:prSet/>
      <dgm:spPr/>
      <dgm:t>
        <a:bodyPr/>
        <a:lstStyle/>
        <a:p>
          <a:endParaRPr lang="fr-FR"/>
        </a:p>
      </dgm:t>
    </dgm:pt>
    <dgm:pt modelId="{5F532D28-1A92-4E32-A001-4EC2DDF7436C}">
      <dgm:prSet phldrT="[Texte]" custT="1"/>
      <dgm:spPr/>
      <dgm:t>
        <a:bodyPr/>
        <a:lstStyle/>
        <a:p>
          <a:pPr algn="just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CIA, ….</a:t>
          </a:r>
          <a:endParaRPr lang="fr-FR" sz="200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E284633A-5A67-4EE2-A286-6BA8008A5294}" type="parTrans" cxnId="{1E4419A5-2806-4636-82F6-4D3D6C6C93A4}">
      <dgm:prSet/>
      <dgm:spPr/>
      <dgm:t>
        <a:bodyPr/>
        <a:lstStyle/>
        <a:p>
          <a:endParaRPr lang="fr-FR"/>
        </a:p>
      </dgm:t>
    </dgm:pt>
    <dgm:pt modelId="{A21E3783-00F8-4328-B113-68D6FC3E1F79}" type="sibTrans" cxnId="{1E4419A5-2806-4636-82F6-4D3D6C6C93A4}">
      <dgm:prSet/>
      <dgm:spPr/>
      <dgm:t>
        <a:bodyPr/>
        <a:lstStyle/>
        <a:p>
          <a:endParaRPr lang="fr-FR"/>
        </a:p>
      </dgm:t>
    </dgm:pt>
    <dgm:pt modelId="{FD5E1242-BF14-43E2-816C-04EE40D46CE8}" type="pres">
      <dgm:prSet presAssocID="{8194A67E-5643-4EB3-8356-03FBDA992492}" presName="linearFlow" presStyleCnt="0">
        <dgm:presLayoutVars>
          <dgm:dir/>
          <dgm:animLvl val="lvl"/>
          <dgm:resizeHandles val="exact"/>
        </dgm:presLayoutVars>
      </dgm:prSet>
      <dgm:spPr/>
    </dgm:pt>
    <dgm:pt modelId="{16A59C68-63BF-4D74-B63F-46254D681D66}" type="pres">
      <dgm:prSet presAssocID="{6031382B-FC4A-45E5-96C0-7E63A733389B}" presName="composite" presStyleCnt="0"/>
      <dgm:spPr/>
    </dgm:pt>
    <dgm:pt modelId="{401BC28B-B596-4100-B9CB-890D93E9B0E8}" type="pres">
      <dgm:prSet presAssocID="{6031382B-FC4A-45E5-96C0-7E63A733389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9B73DB2C-987A-4E66-AB64-20F55F3B8645}" type="pres">
      <dgm:prSet presAssocID="{6031382B-FC4A-45E5-96C0-7E63A733389B}" presName="descendantText" presStyleLbl="alignAcc1" presStyleIdx="0" presStyleCnt="3" custScaleY="120811" custLinFactNeighborX="-645">
        <dgm:presLayoutVars>
          <dgm:bulletEnabled val="1"/>
        </dgm:presLayoutVars>
      </dgm:prSet>
      <dgm:spPr/>
    </dgm:pt>
    <dgm:pt modelId="{69A29348-233A-4AE9-8C9A-89A542C72F97}" type="pres">
      <dgm:prSet presAssocID="{6C4484FF-9DB5-458B-B239-C42E5F626867}" presName="sp" presStyleCnt="0"/>
      <dgm:spPr/>
    </dgm:pt>
    <dgm:pt modelId="{43851FB3-EC2A-404F-996F-4BB60484D1D2}" type="pres">
      <dgm:prSet presAssocID="{D5F79E57-1DC1-42DB-98A4-DBFD265625A1}" presName="composite" presStyleCnt="0"/>
      <dgm:spPr/>
    </dgm:pt>
    <dgm:pt modelId="{48BC964C-EB0B-4CC9-B012-40B6B3DEAF2F}" type="pres">
      <dgm:prSet presAssocID="{D5F79E57-1DC1-42DB-98A4-DBFD265625A1}" presName="parentText" presStyleLbl="alignNode1" presStyleIdx="1" presStyleCnt="3" custScaleX="114988">
        <dgm:presLayoutVars>
          <dgm:chMax val="1"/>
          <dgm:bulletEnabled val="1"/>
        </dgm:presLayoutVars>
      </dgm:prSet>
      <dgm:spPr/>
    </dgm:pt>
    <dgm:pt modelId="{7CC54A4A-2967-479A-BECC-FC3C2648EF85}" type="pres">
      <dgm:prSet presAssocID="{D5F79E57-1DC1-42DB-98A4-DBFD265625A1}" presName="descendantText" presStyleLbl="alignAcc1" presStyleIdx="1" presStyleCnt="3" custScaleY="121186">
        <dgm:presLayoutVars>
          <dgm:bulletEnabled val="1"/>
        </dgm:presLayoutVars>
      </dgm:prSet>
      <dgm:spPr/>
    </dgm:pt>
    <dgm:pt modelId="{AFAF1A38-7835-4667-BED7-97E4F5CD4C14}" type="pres">
      <dgm:prSet presAssocID="{82229F71-237D-4A0A-823F-F45B991A8D8A}" presName="sp" presStyleCnt="0"/>
      <dgm:spPr/>
    </dgm:pt>
    <dgm:pt modelId="{AA51FEAD-3A73-4F55-9398-728499536382}" type="pres">
      <dgm:prSet presAssocID="{EF475655-9FFA-4B62-BD73-A91776D9F854}" presName="composite" presStyleCnt="0"/>
      <dgm:spPr/>
    </dgm:pt>
    <dgm:pt modelId="{CD510809-FC8C-4E1F-8A1A-6BB7564B0AD9}" type="pres">
      <dgm:prSet presAssocID="{EF475655-9FFA-4B62-BD73-A91776D9F854}" presName="parentText" presStyleLbl="alignNode1" presStyleIdx="2" presStyleCnt="3" custScaleX="113501" custScaleY="115997" custLinFactNeighborX="3747" custLinFactNeighborY="-2351">
        <dgm:presLayoutVars>
          <dgm:chMax val="1"/>
          <dgm:bulletEnabled val="1"/>
        </dgm:presLayoutVars>
      </dgm:prSet>
      <dgm:spPr/>
    </dgm:pt>
    <dgm:pt modelId="{8FC1B8C0-FB50-41B8-A1CC-084B1844CABC}" type="pres">
      <dgm:prSet presAssocID="{EF475655-9FFA-4B62-BD73-A91776D9F854}" presName="descendantText" presStyleLbl="alignAcc1" presStyleIdx="2" presStyleCnt="3" custScaleX="98790" custScaleY="136983">
        <dgm:presLayoutVars>
          <dgm:bulletEnabled val="1"/>
        </dgm:presLayoutVars>
      </dgm:prSet>
      <dgm:spPr/>
    </dgm:pt>
  </dgm:ptLst>
  <dgm:cxnLst>
    <dgm:cxn modelId="{8D442908-4F12-4E56-9981-7757220CAAC0}" type="presOf" srcId="{EF475655-9FFA-4B62-BD73-A91776D9F854}" destId="{CD510809-FC8C-4E1F-8A1A-6BB7564B0AD9}" srcOrd="0" destOrd="0" presId="urn:microsoft.com/office/officeart/2005/8/layout/chevron2"/>
    <dgm:cxn modelId="{3573CB0A-70D9-4776-B974-45DE33AB3F0D}" type="presOf" srcId="{8194A67E-5643-4EB3-8356-03FBDA992492}" destId="{FD5E1242-BF14-43E2-816C-04EE40D46CE8}" srcOrd="0" destOrd="0" presId="urn:microsoft.com/office/officeart/2005/8/layout/chevron2"/>
    <dgm:cxn modelId="{CAC4DC5D-F36F-4753-B98F-C42D777EDC6B}" srcId="{8194A67E-5643-4EB3-8356-03FBDA992492}" destId="{EF475655-9FFA-4B62-BD73-A91776D9F854}" srcOrd="2" destOrd="0" parTransId="{7514B32D-5416-41DF-B658-06E7D53F3FBC}" sibTransId="{0DB48C00-E433-4F92-A679-32950D74410B}"/>
    <dgm:cxn modelId="{A9EDFB5D-7A45-4690-97FD-A2654F652D76}" srcId="{EF475655-9FFA-4B62-BD73-A91776D9F854}" destId="{E738D254-F1DF-4985-949E-69EFC6D81AA1}" srcOrd="0" destOrd="0" parTransId="{BCD0A2EE-BC07-4087-A55B-057A563C9B3E}" sibTransId="{0B3FAC4C-7989-4981-8F5B-E2FDC1043951}"/>
    <dgm:cxn modelId="{8EAAB444-BD1C-4C2E-B2F6-B4C6E6FC94CD}" type="presOf" srcId="{7F1F144E-37E4-4D18-8B99-11ED3B351700}" destId="{9B73DB2C-987A-4E66-AB64-20F55F3B8645}" srcOrd="0" destOrd="0" presId="urn:microsoft.com/office/officeart/2005/8/layout/chevron2"/>
    <dgm:cxn modelId="{C2DA9C58-593B-4BB3-908A-3C824EE6AD73}" type="presOf" srcId="{AF349DA9-F912-45D1-ABC5-A83A83FA450A}" destId="{7CC54A4A-2967-479A-BECC-FC3C2648EF85}" srcOrd="0" destOrd="0" presId="urn:microsoft.com/office/officeart/2005/8/layout/chevron2"/>
    <dgm:cxn modelId="{34682C80-42B1-458D-86F8-AC866B503A5B}" type="presOf" srcId="{D589B5AA-853F-4AEE-8FD3-8E332C73E4AC}" destId="{9B73DB2C-987A-4E66-AB64-20F55F3B8645}" srcOrd="0" destOrd="1" presId="urn:microsoft.com/office/officeart/2005/8/layout/chevron2"/>
    <dgm:cxn modelId="{32924D90-623A-4DD8-9009-66A42CECE256}" type="presOf" srcId="{E738D254-F1DF-4985-949E-69EFC6D81AA1}" destId="{8FC1B8C0-FB50-41B8-A1CC-084B1844CABC}" srcOrd="0" destOrd="0" presId="urn:microsoft.com/office/officeart/2005/8/layout/chevron2"/>
    <dgm:cxn modelId="{91DE0C92-08CB-4C06-A3FB-BE0709C426FA}" type="presOf" srcId="{5F532D28-1A92-4E32-A001-4EC2DDF7436C}" destId="{7CC54A4A-2967-479A-BECC-FC3C2648EF85}" srcOrd="0" destOrd="1" presId="urn:microsoft.com/office/officeart/2005/8/layout/chevron2"/>
    <dgm:cxn modelId="{2054B4A4-F447-47B1-AA2C-F1A07684A8A2}" type="presOf" srcId="{D5F79E57-1DC1-42DB-98A4-DBFD265625A1}" destId="{48BC964C-EB0B-4CC9-B012-40B6B3DEAF2F}" srcOrd="0" destOrd="0" presId="urn:microsoft.com/office/officeart/2005/8/layout/chevron2"/>
    <dgm:cxn modelId="{1E4419A5-2806-4636-82F6-4D3D6C6C93A4}" srcId="{D5F79E57-1DC1-42DB-98A4-DBFD265625A1}" destId="{5F532D28-1A92-4E32-A001-4EC2DDF7436C}" srcOrd="1" destOrd="0" parTransId="{E284633A-5A67-4EE2-A286-6BA8008A5294}" sibTransId="{A21E3783-00F8-4328-B113-68D6FC3E1F79}"/>
    <dgm:cxn modelId="{592681BC-B0E1-4B44-AFB9-3B9A97D192CA}" type="presOf" srcId="{6031382B-FC4A-45E5-96C0-7E63A733389B}" destId="{401BC28B-B596-4100-B9CB-890D93E9B0E8}" srcOrd="0" destOrd="0" presId="urn:microsoft.com/office/officeart/2005/8/layout/chevron2"/>
    <dgm:cxn modelId="{1A9498C2-CF44-4E16-9E19-1758D562BB77}" srcId="{8194A67E-5643-4EB3-8356-03FBDA992492}" destId="{6031382B-FC4A-45E5-96C0-7E63A733389B}" srcOrd="0" destOrd="0" parTransId="{89DD045D-0324-41E4-83C2-FC97388CC509}" sibTransId="{6C4484FF-9DB5-458B-B239-C42E5F626867}"/>
    <dgm:cxn modelId="{BA35E5C5-D609-41A9-B73D-36334985F793}" srcId="{6031382B-FC4A-45E5-96C0-7E63A733389B}" destId="{7F1F144E-37E4-4D18-8B99-11ED3B351700}" srcOrd="0" destOrd="0" parTransId="{E64E3DEB-119D-4384-B777-943EA8B574AD}" sibTransId="{1434C5DC-96A0-4933-9EA3-DF03A4D72C95}"/>
    <dgm:cxn modelId="{1A31D4E8-1847-4B99-B155-06E6B7EDAAC9}" srcId="{D5F79E57-1DC1-42DB-98A4-DBFD265625A1}" destId="{AF349DA9-F912-45D1-ABC5-A83A83FA450A}" srcOrd="0" destOrd="0" parTransId="{A170F413-45F2-4F5D-82C6-1B67BA523C40}" sibTransId="{59E2155E-9967-4E8E-860C-B63B61F0B328}"/>
    <dgm:cxn modelId="{D8A205EE-B275-442F-A48E-E556B64946E5}" srcId="{6031382B-FC4A-45E5-96C0-7E63A733389B}" destId="{D589B5AA-853F-4AEE-8FD3-8E332C73E4AC}" srcOrd="1" destOrd="0" parTransId="{C9DBC283-66C4-4DCD-8F41-567EC33959E8}" sibTransId="{0AAB7569-7265-43D3-82BE-90CD6EFDBC82}"/>
    <dgm:cxn modelId="{3FF2B3F9-00E8-4C9A-913C-BEA960B1F517}" srcId="{8194A67E-5643-4EB3-8356-03FBDA992492}" destId="{D5F79E57-1DC1-42DB-98A4-DBFD265625A1}" srcOrd="1" destOrd="0" parTransId="{2379D070-E379-4836-9612-A7FEEAA03CBA}" sibTransId="{82229F71-237D-4A0A-823F-F45B991A8D8A}"/>
    <dgm:cxn modelId="{5F469A2F-C1F2-46AD-BFA1-00DFF7D0B405}" type="presParOf" srcId="{FD5E1242-BF14-43E2-816C-04EE40D46CE8}" destId="{16A59C68-63BF-4D74-B63F-46254D681D66}" srcOrd="0" destOrd="0" presId="urn:microsoft.com/office/officeart/2005/8/layout/chevron2"/>
    <dgm:cxn modelId="{4FEFADB8-9001-4452-81D1-6EF28C37AF5B}" type="presParOf" srcId="{16A59C68-63BF-4D74-B63F-46254D681D66}" destId="{401BC28B-B596-4100-B9CB-890D93E9B0E8}" srcOrd="0" destOrd="0" presId="urn:microsoft.com/office/officeart/2005/8/layout/chevron2"/>
    <dgm:cxn modelId="{68E6EB93-44EA-4A44-9C2B-97EA99B228D3}" type="presParOf" srcId="{16A59C68-63BF-4D74-B63F-46254D681D66}" destId="{9B73DB2C-987A-4E66-AB64-20F55F3B8645}" srcOrd="1" destOrd="0" presId="urn:microsoft.com/office/officeart/2005/8/layout/chevron2"/>
    <dgm:cxn modelId="{EF65558B-9835-4AB8-83F3-BC685CD893FD}" type="presParOf" srcId="{FD5E1242-BF14-43E2-816C-04EE40D46CE8}" destId="{69A29348-233A-4AE9-8C9A-89A542C72F97}" srcOrd="1" destOrd="0" presId="urn:microsoft.com/office/officeart/2005/8/layout/chevron2"/>
    <dgm:cxn modelId="{A218BD78-64FE-4291-8C47-898A59E423B6}" type="presParOf" srcId="{FD5E1242-BF14-43E2-816C-04EE40D46CE8}" destId="{43851FB3-EC2A-404F-996F-4BB60484D1D2}" srcOrd="2" destOrd="0" presId="urn:microsoft.com/office/officeart/2005/8/layout/chevron2"/>
    <dgm:cxn modelId="{92C96FAD-827B-42B8-96A9-118CB699F3BB}" type="presParOf" srcId="{43851FB3-EC2A-404F-996F-4BB60484D1D2}" destId="{48BC964C-EB0B-4CC9-B012-40B6B3DEAF2F}" srcOrd="0" destOrd="0" presId="urn:microsoft.com/office/officeart/2005/8/layout/chevron2"/>
    <dgm:cxn modelId="{991D9CB1-77E9-4474-8158-A12945CABAF0}" type="presParOf" srcId="{43851FB3-EC2A-404F-996F-4BB60484D1D2}" destId="{7CC54A4A-2967-479A-BECC-FC3C2648EF85}" srcOrd="1" destOrd="0" presId="urn:microsoft.com/office/officeart/2005/8/layout/chevron2"/>
    <dgm:cxn modelId="{8E779A85-CC68-4FE0-A591-B18603877E2D}" type="presParOf" srcId="{FD5E1242-BF14-43E2-816C-04EE40D46CE8}" destId="{AFAF1A38-7835-4667-BED7-97E4F5CD4C14}" srcOrd="3" destOrd="0" presId="urn:microsoft.com/office/officeart/2005/8/layout/chevron2"/>
    <dgm:cxn modelId="{61F38707-08BB-448C-B772-6309078BE10D}" type="presParOf" srcId="{FD5E1242-BF14-43E2-816C-04EE40D46CE8}" destId="{AA51FEAD-3A73-4F55-9398-728499536382}" srcOrd="4" destOrd="0" presId="urn:microsoft.com/office/officeart/2005/8/layout/chevron2"/>
    <dgm:cxn modelId="{A8E72FAA-2A6C-47FC-9ECA-9C4E72D945B8}" type="presParOf" srcId="{AA51FEAD-3A73-4F55-9398-728499536382}" destId="{CD510809-FC8C-4E1F-8A1A-6BB7564B0AD9}" srcOrd="0" destOrd="0" presId="urn:microsoft.com/office/officeart/2005/8/layout/chevron2"/>
    <dgm:cxn modelId="{3B01ADED-F0DF-4445-B71B-8A8638724392}" type="presParOf" srcId="{AA51FEAD-3A73-4F55-9398-728499536382}" destId="{8FC1B8C0-FB50-41B8-A1CC-084B1844CAB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94A67E-5643-4EB3-8356-03FBDA992492}" type="doc">
      <dgm:prSet loTypeId="urn:microsoft.com/office/officeart/2005/8/layout/chevron2" loCatId="process" qsTypeId="urn:microsoft.com/office/officeart/2005/8/quickstyle/3d1" qsCatId="3D" csTypeId="urn:microsoft.com/office/officeart/2005/8/colors/accent2_3" csCatId="accent2" phldr="1"/>
      <dgm:spPr/>
      <dgm:t>
        <a:bodyPr/>
        <a:lstStyle/>
        <a:p>
          <a:endParaRPr lang="fr-FR"/>
        </a:p>
      </dgm:t>
    </dgm:pt>
    <dgm:pt modelId="{6031382B-FC4A-45E5-96C0-7E63A733389B}">
      <dgm:prSet phldrT="[Texte]" custT="1"/>
      <dgm:spPr/>
      <dgm:t>
        <a:bodyPr/>
        <a:lstStyle/>
        <a:p>
          <a:pPr algn="ctr"/>
          <a:r>
            <a:rPr lang="fr-FR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gm:t>
    </dgm:pt>
    <dgm:pt modelId="{89DD045D-0324-41E4-83C2-FC97388CC509}" type="parTrans" cxnId="{1A9498C2-CF44-4E16-9E19-1758D562BB77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6C4484FF-9DB5-458B-B239-C42E5F626867}" type="sibTrans" cxnId="{1A9498C2-CF44-4E16-9E19-1758D562BB77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5B85B8FE-024C-4640-9B71-4188CDBBBAF8}">
      <dgm:prSet phldrT="[Texte]" custT="1"/>
      <dgm:spPr/>
      <dgm:t>
        <a:bodyPr/>
        <a:lstStyle/>
        <a:p>
          <a:pPr algn="just"/>
          <a:r>
            <a:rPr lang="fr-FR" sz="1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Defining</a:t>
          </a:r>
          <a:r>
            <a:rPr lang="fr-F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Security </a:t>
          </a:r>
          <a:r>
            <a:rPr lang="fr-FR" sz="1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Requirements</a:t>
          </a:r>
          <a:r>
            <a:rPr lang="fr-F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(concepts)</a:t>
          </a:r>
          <a:endParaRPr lang="fr-FR" sz="1800" b="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A923336C-E5FD-4D2A-AC85-F1CC24D9016C}" type="parTrans" cxnId="{DF290B87-A84D-4356-A626-A79CED0C01FC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77575B51-C4C8-47E2-96D9-4B74E07DE37B}" type="sibTrans" cxnId="{DF290B87-A84D-4356-A626-A79CED0C01FC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D5F79E57-1DC1-42DB-98A4-DBFD265625A1}">
      <dgm:prSet phldrT="[Texte]" custT="1"/>
      <dgm:spPr/>
      <dgm:t>
        <a:bodyPr/>
        <a:lstStyle/>
        <a:p>
          <a:pPr algn="ctr"/>
          <a:r>
            <a:rPr lang="fr-FR" sz="1800" b="1" dirty="0">
              <a:latin typeface="Times New Roman" pitchFamily="18" charset="0"/>
              <a:cs typeface="Times New Roman" pitchFamily="18" charset="0"/>
            </a:rPr>
            <a:t>5</a:t>
          </a:r>
        </a:p>
      </dgm:t>
    </dgm:pt>
    <dgm:pt modelId="{2379D070-E379-4836-9612-A7FEEAA03CBA}" type="parTrans" cxnId="{3FF2B3F9-00E8-4C9A-913C-BEA960B1F517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82229F71-237D-4A0A-823F-F45B991A8D8A}" type="sibTrans" cxnId="{3FF2B3F9-00E8-4C9A-913C-BEA960B1F517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AF349DA9-F912-45D1-ABC5-A83A83FA450A}">
      <dgm:prSet phldrT="[Texte]" custT="1"/>
      <dgm:spPr/>
      <dgm:t>
        <a:bodyPr/>
        <a:lstStyle/>
        <a:p>
          <a:pPr algn="just"/>
          <a:r>
            <a: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Selecting security countermeasures</a:t>
          </a:r>
          <a:endParaRPr lang="fr-FR" sz="1800" b="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A170F413-45F2-4F5D-82C6-1B67BA523C40}" type="parTrans" cxnId="{1A31D4E8-1847-4B99-B155-06E6B7EDAAC9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59E2155E-9967-4E8E-860C-B63B61F0B328}" type="sibTrans" cxnId="{1A31D4E8-1847-4B99-B155-06E6B7EDAAC9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EF475655-9FFA-4B62-BD73-A91776D9F854}">
      <dgm:prSet phldrT="[Texte]" custT="1"/>
      <dgm:spPr/>
      <dgm:t>
        <a:bodyPr/>
        <a:lstStyle/>
        <a:p>
          <a:pPr algn="ctr"/>
          <a:r>
            <a:rPr lang="fr-FR" sz="1800" b="1" dirty="0">
              <a:latin typeface="Times New Roman" pitchFamily="18" charset="0"/>
              <a:cs typeface="Times New Roman" pitchFamily="18" charset="0"/>
            </a:rPr>
            <a:t>6</a:t>
          </a:r>
        </a:p>
      </dgm:t>
    </dgm:pt>
    <dgm:pt modelId="{7514B32D-5416-41DF-B658-06E7D53F3FBC}" type="parTrans" cxnId="{CAC4DC5D-F36F-4753-B98F-C42D777EDC6B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0DB48C00-E433-4F92-A679-32950D74410B}" type="sibTrans" cxnId="{CAC4DC5D-F36F-4753-B98F-C42D777EDC6B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E738D254-F1DF-4985-949E-69EFC6D81AA1}">
      <dgm:prSet phldrT="[Texte]" custT="1"/>
      <dgm:spPr/>
      <dgm:t>
        <a:bodyPr/>
        <a:lstStyle/>
        <a:p>
          <a:pPr algn="just"/>
          <a:r>
            <a:rPr lang="fr-FR" sz="1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Implementation</a:t>
          </a:r>
          <a:r>
            <a:rPr lang="fr-F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 </a:t>
          </a:r>
          <a:endParaRPr lang="fr-FR" sz="1800" b="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BCD0A2EE-BC07-4087-A55B-057A563C9B3E}" type="parTrans" cxnId="{A9EDFB5D-7A45-4690-97FD-A2654F652D76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0B3FAC4C-7989-4981-8F5B-E2FDC1043951}" type="sibTrans" cxnId="{A9EDFB5D-7A45-4690-97FD-A2654F652D76}">
      <dgm:prSet/>
      <dgm:spPr/>
      <dgm:t>
        <a:bodyPr/>
        <a:lstStyle/>
        <a:p>
          <a:pPr algn="just"/>
          <a:endParaRPr lang="fr-FR" sz="1800" b="0">
            <a:latin typeface="Times New Roman" pitchFamily="18" charset="0"/>
            <a:cs typeface="Times New Roman" pitchFamily="18" charset="0"/>
          </a:endParaRPr>
        </a:p>
      </dgm:t>
    </dgm:pt>
    <dgm:pt modelId="{E59465A4-E2FD-45DF-AE71-47C2F15B3F88}">
      <dgm:prSet phldrT="[Texte]" custT="1"/>
      <dgm:spPr/>
      <dgm:t>
        <a:bodyPr/>
        <a:lstStyle/>
        <a:p>
          <a:pPr algn="just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To reduce the risks identified above, security requirements must be identified with the assistance of system/security experts.</a:t>
          </a:r>
          <a:endParaRPr lang="fr-FR" sz="1800" b="0" dirty="0">
            <a:latin typeface="Times New Roman" pitchFamily="18" charset="0"/>
            <a:cs typeface="Times New Roman" pitchFamily="18" charset="0"/>
          </a:endParaRPr>
        </a:p>
      </dgm:t>
    </dgm:pt>
    <dgm:pt modelId="{203140DB-4943-476B-A3C7-93B70EAFC4BF}" type="parTrans" cxnId="{489B5946-5FA8-466E-B232-1DBB92D9A359}">
      <dgm:prSet/>
      <dgm:spPr/>
      <dgm:t>
        <a:bodyPr/>
        <a:lstStyle/>
        <a:p>
          <a:endParaRPr lang="fr-FR"/>
        </a:p>
      </dgm:t>
    </dgm:pt>
    <dgm:pt modelId="{2C41BB29-4588-4376-8506-E231117E085A}" type="sibTrans" cxnId="{489B5946-5FA8-466E-B232-1DBB92D9A359}">
      <dgm:prSet/>
      <dgm:spPr/>
      <dgm:t>
        <a:bodyPr/>
        <a:lstStyle/>
        <a:p>
          <a:endParaRPr lang="fr-FR"/>
        </a:p>
      </dgm:t>
    </dgm:pt>
    <dgm:pt modelId="{B115B37B-ABEC-4175-BC51-27D6A53447EE}">
      <dgm:prSet phldrT="[Texte]" custT="1"/>
      <dgm:spPr/>
      <dgm:t>
        <a:bodyPr/>
        <a:lstStyle/>
        <a:p>
          <a:pPr algn="just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The tool that meets the security requirements of the system</a:t>
          </a:r>
          <a:endParaRPr lang="fr-FR" sz="1800" b="0" dirty="0">
            <a:latin typeface="Times New Roman" pitchFamily="18" charset="0"/>
            <a:cs typeface="Times New Roman" pitchFamily="18" charset="0"/>
          </a:endParaRPr>
        </a:p>
      </dgm:t>
    </dgm:pt>
    <dgm:pt modelId="{6E538C47-E9CF-4A74-AE9B-FCAF1D842C56}" type="parTrans" cxnId="{51049C05-8CC9-4BDB-9AB0-CF9E9FE98D4F}">
      <dgm:prSet/>
      <dgm:spPr/>
      <dgm:t>
        <a:bodyPr/>
        <a:lstStyle/>
        <a:p>
          <a:endParaRPr lang="fr-FR"/>
        </a:p>
      </dgm:t>
    </dgm:pt>
    <dgm:pt modelId="{C9839175-CAEE-42A2-AEAB-739C11A14604}" type="sibTrans" cxnId="{51049C05-8CC9-4BDB-9AB0-CF9E9FE98D4F}">
      <dgm:prSet/>
      <dgm:spPr/>
      <dgm:t>
        <a:bodyPr/>
        <a:lstStyle/>
        <a:p>
          <a:endParaRPr lang="fr-FR"/>
        </a:p>
      </dgm:t>
    </dgm:pt>
    <dgm:pt modelId="{BDCF8C9F-4325-4356-B2D5-E6A80E6E290E}">
      <dgm:prSet phldrT="[Texte]" custT="1"/>
      <dgm:spPr/>
      <dgm:t>
        <a:bodyPr/>
        <a:lstStyle/>
        <a:p>
          <a:pPr algn="just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The final step in this process is testing and evaluating the selected tools.</a:t>
          </a:r>
          <a:endParaRPr lang="fr-FR" sz="1800" b="0" dirty="0">
            <a:latin typeface="Times New Roman" pitchFamily="18" charset="0"/>
            <a:cs typeface="Times New Roman" pitchFamily="18" charset="0"/>
          </a:endParaRPr>
        </a:p>
      </dgm:t>
    </dgm:pt>
    <dgm:pt modelId="{1C685E2A-E50E-4A34-9F75-6D0DC75CA4BF}" type="parTrans" cxnId="{E5B2BB76-ECCA-4CE4-9A3C-2209F55CCE17}">
      <dgm:prSet/>
      <dgm:spPr/>
      <dgm:t>
        <a:bodyPr/>
        <a:lstStyle/>
        <a:p>
          <a:endParaRPr lang="fr-FR"/>
        </a:p>
      </dgm:t>
    </dgm:pt>
    <dgm:pt modelId="{936BBEFD-EC31-473C-B9C7-D86F183B8D1F}" type="sibTrans" cxnId="{E5B2BB76-ECCA-4CE4-9A3C-2209F55CCE17}">
      <dgm:prSet/>
      <dgm:spPr/>
      <dgm:t>
        <a:bodyPr/>
        <a:lstStyle/>
        <a:p>
          <a:endParaRPr lang="fr-FR"/>
        </a:p>
      </dgm:t>
    </dgm:pt>
    <dgm:pt modelId="{FD5E1242-BF14-43E2-816C-04EE40D46CE8}" type="pres">
      <dgm:prSet presAssocID="{8194A67E-5643-4EB3-8356-03FBDA992492}" presName="linearFlow" presStyleCnt="0">
        <dgm:presLayoutVars>
          <dgm:dir/>
          <dgm:animLvl val="lvl"/>
          <dgm:resizeHandles val="exact"/>
        </dgm:presLayoutVars>
      </dgm:prSet>
      <dgm:spPr/>
    </dgm:pt>
    <dgm:pt modelId="{16A59C68-63BF-4D74-B63F-46254D681D66}" type="pres">
      <dgm:prSet presAssocID="{6031382B-FC4A-45E5-96C0-7E63A733389B}" presName="composite" presStyleCnt="0"/>
      <dgm:spPr/>
    </dgm:pt>
    <dgm:pt modelId="{401BC28B-B596-4100-B9CB-890D93E9B0E8}" type="pres">
      <dgm:prSet presAssocID="{6031382B-FC4A-45E5-96C0-7E63A733389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9B73DB2C-987A-4E66-AB64-20F55F3B8645}" type="pres">
      <dgm:prSet presAssocID="{6031382B-FC4A-45E5-96C0-7E63A733389B}" presName="descendantText" presStyleLbl="alignAcc1" presStyleIdx="0" presStyleCnt="3">
        <dgm:presLayoutVars>
          <dgm:bulletEnabled val="1"/>
        </dgm:presLayoutVars>
      </dgm:prSet>
      <dgm:spPr/>
    </dgm:pt>
    <dgm:pt modelId="{69A29348-233A-4AE9-8C9A-89A542C72F97}" type="pres">
      <dgm:prSet presAssocID="{6C4484FF-9DB5-458B-B239-C42E5F626867}" presName="sp" presStyleCnt="0"/>
      <dgm:spPr/>
    </dgm:pt>
    <dgm:pt modelId="{43851FB3-EC2A-404F-996F-4BB60484D1D2}" type="pres">
      <dgm:prSet presAssocID="{D5F79E57-1DC1-42DB-98A4-DBFD265625A1}" presName="composite" presStyleCnt="0"/>
      <dgm:spPr/>
    </dgm:pt>
    <dgm:pt modelId="{48BC964C-EB0B-4CC9-B012-40B6B3DEAF2F}" type="pres">
      <dgm:prSet presAssocID="{D5F79E57-1DC1-42DB-98A4-DBFD265625A1}" presName="parentText" presStyleLbl="alignNode1" presStyleIdx="1" presStyleCnt="3" custScaleX="114988">
        <dgm:presLayoutVars>
          <dgm:chMax val="1"/>
          <dgm:bulletEnabled val="1"/>
        </dgm:presLayoutVars>
      </dgm:prSet>
      <dgm:spPr/>
    </dgm:pt>
    <dgm:pt modelId="{7CC54A4A-2967-479A-BECC-FC3C2648EF85}" type="pres">
      <dgm:prSet presAssocID="{D5F79E57-1DC1-42DB-98A4-DBFD265625A1}" presName="descendantText" presStyleLbl="alignAcc1" presStyleIdx="1" presStyleCnt="3">
        <dgm:presLayoutVars>
          <dgm:bulletEnabled val="1"/>
        </dgm:presLayoutVars>
      </dgm:prSet>
      <dgm:spPr/>
    </dgm:pt>
    <dgm:pt modelId="{AFAF1A38-7835-4667-BED7-97E4F5CD4C14}" type="pres">
      <dgm:prSet presAssocID="{82229F71-237D-4A0A-823F-F45B991A8D8A}" presName="sp" presStyleCnt="0"/>
      <dgm:spPr/>
    </dgm:pt>
    <dgm:pt modelId="{AA51FEAD-3A73-4F55-9398-728499536382}" type="pres">
      <dgm:prSet presAssocID="{EF475655-9FFA-4B62-BD73-A91776D9F854}" presName="composite" presStyleCnt="0"/>
      <dgm:spPr/>
    </dgm:pt>
    <dgm:pt modelId="{CD510809-FC8C-4E1F-8A1A-6BB7564B0AD9}" type="pres">
      <dgm:prSet presAssocID="{EF475655-9FFA-4B62-BD73-A91776D9F854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FC1B8C0-FB50-41B8-A1CC-084B1844CABC}" type="pres">
      <dgm:prSet presAssocID="{EF475655-9FFA-4B62-BD73-A91776D9F854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51049C05-8CC9-4BDB-9AB0-CF9E9FE98D4F}" srcId="{D5F79E57-1DC1-42DB-98A4-DBFD265625A1}" destId="{B115B37B-ABEC-4175-BC51-27D6A53447EE}" srcOrd="1" destOrd="0" parTransId="{6E538C47-E9CF-4A74-AE9B-FCAF1D842C56}" sibTransId="{C9839175-CAEE-42A2-AEAB-739C11A14604}"/>
    <dgm:cxn modelId="{C8F7DE0C-2E6D-403C-9F6A-199D81222D88}" type="presOf" srcId="{8194A67E-5643-4EB3-8356-03FBDA992492}" destId="{FD5E1242-BF14-43E2-816C-04EE40D46CE8}" srcOrd="0" destOrd="0" presId="urn:microsoft.com/office/officeart/2005/8/layout/chevron2"/>
    <dgm:cxn modelId="{EF319D10-54CE-4CDD-BE6C-50092E51CE2C}" type="presOf" srcId="{AF349DA9-F912-45D1-ABC5-A83A83FA450A}" destId="{7CC54A4A-2967-479A-BECC-FC3C2648EF85}" srcOrd="0" destOrd="0" presId="urn:microsoft.com/office/officeart/2005/8/layout/chevron2"/>
    <dgm:cxn modelId="{CAC4DC5D-F36F-4753-B98F-C42D777EDC6B}" srcId="{8194A67E-5643-4EB3-8356-03FBDA992492}" destId="{EF475655-9FFA-4B62-BD73-A91776D9F854}" srcOrd="2" destOrd="0" parTransId="{7514B32D-5416-41DF-B658-06E7D53F3FBC}" sibTransId="{0DB48C00-E433-4F92-A679-32950D74410B}"/>
    <dgm:cxn modelId="{A9EDFB5D-7A45-4690-97FD-A2654F652D76}" srcId="{EF475655-9FFA-4B62-BD73-A91776D9F854}" destId="{E738D254-F1DF-4985-949E-69EFC6D81AA1}" srcOrd="0" destOrd="0" parTransId="{BCD0A2EE-BC07-4087-A55B-057A563C9B3E}" sibTransId="{0B3FAC4C-7989-4981-8F5B-E2FDC1043951}"/>
    <dgm:cxn modelId="{489B5946-5FA8-466E-B232-1DBB92D9A359}" srcId="{6031382B-FC4A-45E5-96C0-7E63A733389B}" destId="{E59465A4-E2FD-45DF-AE71-47C2F15B3F88}" srcOrd="1" destOrd="0" parTransId="{203140DB-4943-476B-A3C7-93B70EAFC4BF}" sibTransId="{2C41BB29-4588-4376-8506-E231117E085A}"/>
    <dgm:cxn modelId="{E5B2BB76-ECCA-4CE4-9A3C-2209F55CCE17}" srcId="{EF475655-9FFA-4B62-BD73-A91776D9F854}" destId="{BDCF8C9F-4325-4356-B2D5-E6A80E6E290E}" srcOrd="1" destOrd="0" parTransId="{1C685E2A-E50E-4A34-9F75-6D0DC75CA4BF}" sibTransId="{936BBEFD-EC31-473C-B9C7-D86F183B8D1F}"/>
    <dgm:cxn modelId="{982F9D7C-34F3-4FED-9CBD-5154BC599112}" type="presOf" srcId="{E59465A4-E2FD-45DF-AE71-47C2F15B3F88}" destId="{9B73DB2C-987A-4E66-AB64-20F55F3B8645}" srcOrd="0" destOrd="1" presId="urn:microsoft.com/office/officeart/2005/8/layout/chevron2"/>
    <dgm:cxn modelId="{DF290B87-A84D-4356-A626-A79CED0C01FC}" srcId="{6031382B-FC4A-45E5-96C0-7E63A733389B}" destId="{5B85B8FE-024C-4640-9B71-4188CDBBBAF8}" srcOrd="0" destOrd="0" parTransId="{A923336C-E5FD-4D2A-AC85-F1CC24D9016C}" sibTransId="{77575B51-C4C8-47E2-96D9-4B74E07DE37B}"/>
    <dgm:cxn modelId="{65E12BA4-F49F-4532-9F08-D0FE6C0A5852}" type="presOf" srcId="{E738D254-F1DF-4985-949E-69EFC6D81AA1}" destId="{8FC1B8C0-FB50-41B8-A1CC-084B1844CABC}" srcOrd="0" destOrd="0" presId="urn:microsoft.com/office/officeart/2005/8/layout/chevron2"/>
    <dgm:cxn modelId="{1A9498C2-CF44-4E16-9E19-1758D562BB77}" srcId="{8194A67E-5643-4EB3-8356-03FBDA992492}" destId="{6031382B-FC4A-45E5-96C0-7E63A733389B}" srcOrd="0" destOrd="0" parTransId="{89DD045D-0324-41E4-83C2-FC97388CC509}" sibTransId="{6C4484FF-9DB5-458B-B239-C42E5F626867}"/>
    <dgm:cxn modelId="{B93A9AC4-3DCE-4E92-B5D2-AA829F9A3A0E}" type="presOf" srcId="{EF475655-9FFA-4B62-BD73-A91776D9F854}" destId="{CD510809-FC8C-4E1F-8A1A-6BB7564B0AD9}" srcOrd="0" destOrd="0" presId="urn:microsoft.com/office/officeart/2005/8/layout/chevron2"/>
    <dgm:cxn modelId="{A87638CA-BB55-4451-9319-9365121D8981}" type="presOf" srcId="{6031382B-FC4A-45E5-96C0-7E63A733389B}" destId="{401BC28B-B596-4100-B9CB-890D93E9B0E8}" srcOrd="0" destOrd="0" presId="urn:microsoft.com/office/officeart/2005/8/layout/chevron2"/>
    <dgm:cxn modelId="{F55BDFE1-8A80-4FBF-8CB9-C7FCCDD6C77D}" type="presOf" srcId="{D5F79E57-1DC1-42DB-98A4-DBFD265625A1}" destId="{48BC964C-EB0B-4CC9-B012-40B6B3DEAF2F}" srcOrd="0" destOrd="0" presId="urn:microsoft.com/office/officeart/2005/8/layout/chevron2"/>
    <dgm:cxn modelId="{1A31D4E8-1847-4B99-B155-06E6B7EDAAC9}" srcId="{D5F79E57-1DC1-42DB-98A4-DBFD265625A1}" destId="{AF349DA9-F912-45D1-ABC5-A83A83FA450A}" srcOrd="0" destOrd="0" parTransId="{A170F413-45F2-4F5D-82C6-1B67BA523C40}" sibTransId="{59E2155E-9967-4E8E-860C-B63B61F0B328}"/>
    <dgm:cxn modelId="{455DDBE9-FD92-4287-ADB2-FAA6D1435DE4}" type="presOf" srcId="{BDCF8C9F-4325-4356-B2D5-E6A80E6E290E}" destId="{8FC1B8C0-FB50-41B8-A1CC-084B1844CABC}" srcOrd="0" destOrd="1" presId="urn:microsoft.com/office/officeart/2005/8/layout/chevron2"/>
    <dgm:cxn modelId="{5EDC1DEA-1A72-4C81-B50F-8FCE639608A3}" type="presOf" srcId="{5B85B8FE-024C-4640-9B71-4188CDBBBAF8}" destId="{9B73DB2C-987A-4E66-AB64-20F55F3B8645}" srcOrd="0" destOrd="0" presId="urn:microsoft.com/office/officeart/2005/8/layout/chevron2"/>
    <dgm:cxn modelId="{3FF2B3F9-00E8-4C9A-913C-BEA960B1F517}" srcId="{8194A67E-5643-4EB3-8356-03FBDA992492}" destId="{D5F79E57-1DC1-42DB-98A4-DBFD265625A1}" srcOrd="1" destOrd="0" parTransId="{2379D070-E379-4836-9612-A7FEEAA03CBA}" sibTransId="{82229F71-237D-4A0A-823F-F45B991A8D8A}"/>
    <dgm:cxn modelId="{9B0353FB-3C2C-498E-8F5C-0C212532E27C}" type="presOf" srcId="{B115B37B-ABEC-4175-BC51-27D6A53447EE}" destId="{7CC54A4A-2967-479A-BECC-FC3C2648EF85}" srcOrd="0" destOrd="1" presId="urn:microsoft.com/office/officeart/2005/8/layout/chevron2"/>
    <dgm:cxn modelId="{4BC4F70C-8B63-418B-8BD3-413E8C36428D}" type="presParOf" srcId="{FD5E1242-BF14-43E2-816C-04EE40D46CE8}" destId="{16A59C68-63BF-4D74-B63F-46254D681D66}" srcOrd="0" destOrd="0" presId="urn:microsoft.com/office/officeart/2005/8/layout/chevron2"/>
    <dgm:cxn modelId="{5E24DC99-FDE1-4201-929B-940A6B09A6BF}" type="presParOf" srcId="{16A59C68-63BF-4D74-B63F-46254D681D66}" destId="{401BC28B-B596-4100-B9CB-890D93E9B0E8}" srcOrd="0" destOrd="0" presId="urn:microsoft.com/office/officeart/2005/8/layout/chevron2"/>
    <dgm:cxn modelId="{8B9DCC15-BBC7-43E2-B60C-DF2D5C894F50}" type="presParOf" srcId="{16A59C68-63BF-4D74-B63F-46254D681D66}" destId="{9B73DB2C-987A-4E66-AB64-20F55F3B8645}" srcOrd="1" destOrd="0" presId="urn:microsoft.com/office/officeart/2005/8/layout/chevron2"/>
    <dgm:cxn modelId="{C4F552B9-9DE7-4D17-9B5D-5D6C04704280}" type="presParOf" srcId="{FD5E1242-BF14-43E2-816C-04EE40D46CE8}" destId="{69A29348-233A-4AE9-8C9A-89A542C72F97}" srcOrd="1" destOrd="0" presId="urn:microsoft.com/office/officeart/2005/8/layout/chevron2"/>
    <dgm:cxn modelId="{0C0F6D40-67FA-4E7D-BB0F-0C6989306CD2}" type="presParOf" srcId="{FD5E1242-BF14-43E2-816C-04EE40D46CE8}" destId="{43851FB3-EC2A-404F-996F-4BB60484D1D2}" srcOrd="2" destOrd="0" presId="urn:microsoft.com/office/officeart/2005/8/layout/chevron2"/>
    <dgm:cxn modelId="{AB939632-9567-4F6D-BC67-39D564C13498}" type="presParOf" srcId="{43851FB3-EC2A-404F-996F-4BB60484D1D2}" destId="{48BC964C-EB0B-4CC9-B012-40B6B3DEAF2F}" srcOrd="0" destOrd="0" presId="urn:microsoft.com/office/officeart/2005/8/layout/chevron2"/>
    <dgm:cxn modelId="{1156EFAC-AC22-4C50-A5F0-6D29C5EB86A0}" type="presParOf" srcId="{43851FB3-EC2A-404F-996F-4BB60484D1D2}" destId="{7CC54A4A-2967-479A-BECC-FC3C2648EF85}" srcOrd="1" destOrd="0" presId="urn:microsoft.com/office/officeart/2005/8/layout/chevron2"/>
    <dgm:cxn modelId="{CC891F10-1ADD-471A-A377-95F98FD8FE08}" type="presParOf" srcId="{FD5E1242-BF14-43E2-816C-04EE40D46CE8}" destId="{AFAF1A38-7835-4667-BED7-97E4F5CD4C14}" srcOrd="3" destOrd="0" presId="urn:microsoft.com/office/officeart/2005/8/layout/chevron2"/>
    <dgm:cxn modelId="{A58F8296-6DCC-4F14-B348-DC9A43DFE10A}" type="presParOf" srcId="{FD5E1242-BF14-43E2-816C-04EE40D46CE8}" destId="{AA51FEAD-3A73-4F55-9398-728499536382}" srcOrd="4" destOrd="0" presId="urn:microsoft.com/office/officeart/2005/8/layout/chevron2"/>
    <dgm:cxn modelId="{CE8F5646-EA0C-4D41-9C23-5E4003AF7F83}" type="presParOf" srcId="{AA51FEAD-3A73-4F55-9398-728499536382}" destId="{CD510809-FC8C-4E1F-8A1A-6BB7564B0AD9}" srcOrd="0" destOrd="0" presId="urn:microsoft.com/office/officeart/2005/8/layout/chevron2"/>
    <dgm:cxn modelId="{C03BA60C-F0BB-465E-99F0-B6B09C28C675}" type="presParOf" srcId="{AA51FEAD-3A73-4F55-9398-728499536382}" destId="{8FC1B8C0-FB50-41B8-A1CC-084B1844CAB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1BC28B-B596-4100-B9CB-890D93E9B0E8}">
      <dsp:nvSpPr>
        <dsp:cNvPr id="0" name=""/>
        <dsp:cNvSpPr/>
      </dsp:nvSpPr>
      <dsp:spPr>
        <a:xfrm rot="5400000">
          <a:off x="-284794" y="370182"/>
          <a:ext cx="1616048" cy="1131233"/>
        </a:xfrm>
        <a:prstGeom prst="chevron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sp:txBody>
      <dsp:txXfrm rot="-5400000">
        <a:off x="-42386" y="693392"/>
        <a:ext cx="1131233" cy="484815"/>
      </dsp:txXfrm>
    </dsp:sp>
    <dsp:sp modelId="{9B73DB2C-987A-4E66-AB64-20F55F3B8645}">
      <dsp:nvSpPr>
        <dsp:cNvPr id="0" name=""/>
        <dsp:cNvSpPr/>
      </dsp:nvSpPr>
      <dsp:spPr>
        <a:xfrm rot="5400000">
          <a:off x="3781262" y="-2717421"/>
          <a:ext cx="1269036" cy="67408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Identifying</a:t>
          </a:r>
          <a:r>
            <a:rPr lang="fr-FR" sz="20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the </a:t>
          </a:r>
          <a:r>
            <a:rPr lang="fr-FR" sz="20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Environment</a:t>
          </a:r>
          <a:endParaRPr lang="fr-FR" sz="2000" kern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organization (computer system), ..</a:t>
          </a:r>
          <a:endParaRPr lang="fr-FR" sz="2000" kern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045368" y="80422"/>
        <a:ext cx="6678877" cy="1145138"/>
      </dsp:txXfrm>
    </dsp:sp>
    <dsp:sp modelId="{48BC964C-EB0B-4CC9-B012-40B6B3DEAF2F}">
      <dsp:nvSpPr>
        <dsp:cNvPr id="0" name=""/>
        <dsp:cNvSpPr/>
      </dsp:nvSpPr>
      <dsp:spPr>
        <a:xfrm rot="5400000">
          <a:off x="-200019" y="1842617"/>
          <a:ext cx="1616048" cy="1300783"/>
        </a:xfrm>
        <a:prstGeom prst="chevron">
          <a:avLst/>
        </a:prstGeom>
        <a:gradFill rotWithShape="0">
          <a:gsLst>
            <a:gs pos="0">
              <a:schemeClr val="accent2">
                <a:shade val="80000"/>
                <a:hueOff val="0"/>
                <a:satOff val="-5541"/>
                <a:lumOff val="14224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-5541"/>
                <a:lumOff val="14224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-5541"/>
                <a:lumOff val="14224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80000"/>
              <a:hueOff val="0"/>
              <a:satOff val="-5541"/>
              <a:lumOff val="1422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>
              <a:latin typeface="Times New Roman" pitchFamily="18" charset="0"/>
              <a:cs typeface="Times New Roman" pitchFamily="18" charset="0"/>
            </a:rPr>
            <a:t>2</a:t>
          </a:r>
        </a:p>
      </dsp:txBody>
      <dsp:txXfrm rot="-5400000">
        <a:off x="-42386" y="2335377"/>
        <a:ext cx="1300783" cy="315265"/>
      </dsp:txXfrm>
    </dsp:sp>
    <dsp:sp modelId="{7CC54A4A-2967-479A-BECC-FC3C2648EF85}">
      <dsp:nvSpPr>
        <dsp:cNvPr id="0" name=""/>
        <dsp:cNvSpPr/>
      </dsp:nvSpPr>
      <dsp:spPr>
        <a:xfrm rot="5400000">
          <a:off x="3907546" y="-1160212"/>
          <a:ext cx="1272975" cy="67408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-5541"/>
              <a:lumOff val="1422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Determining</a:t>
          </a:r>
          <a:r>
            <a:rPr lang="fr-FR" sz="20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fr-FR" sz="20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security</a:t>
          </a:r>
          <a:r>
            <a:rPr lang="fr-FR" sz="20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concepts</a:t>
          </a:r>
          <a:endParaRPr lang="fr-FR" sz="2000" kern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CIA, ….</a:t>
          </a:r>
          <a:endParaRPr lang="fr-FR" sz="2000" kern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173621" y="1635855"/>
        <a:ext cx="6678684" cy="1148691"/>
      </dsp:txXfrm>
    </dsp:sp>
    <dsp:sp modelId="{CD510809-FC8C-4E1F-8A1A-6BB7564B0AD9}">
      <dsp:nvSpPr>
        <dsp:cNvPr id="0" name=""/>
        <dsp:cNvSpPr/>
      </dsp:nvSpPr>
      <dsp:spPr>
        <a:xfrm rot="5400000">
          <a:off x="-295302" y="3453213"/>
          <a:ext cx="1874567" cy="1283961"/>
        </a:xfrm>
        <a:prstGeom prst="chevron">
          <a:avLst/>
        </a:prstGeom>
        <a:gradFill rotWithShape="0">
          <a:gsLst>
            <a:gs pos="0">
              <a:schemeClr val="accent2">
                <a:shade val="80000"/>
                <a:hueOff val="0"/>
                <a:satOff val="-11081"/>
                <a:lumOff val="28449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-11081"/>
                <a:lumOff val="28449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-11081"/>
                <a:lumOff val="28449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80000"/>
              <a:hueOff val="0"/>
              <a:satOff val="-11081"/>
              <a:lumOff val="2844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>
              <a:latin typeface="Times New Roman" pitchFamily="18" charset="0"/>
              <a:cs typeface="Times New Roman" pitchFamily="18" charset="0"/>
            </a:rPr>
            <a:t>3</a:t>
          </a:r>
          <a:endParaRPr lang="fr-FR" sz="1800" kern="1200" dirty="0">
            <a:latin typeface="Times New Roman" pitchFamily="18" charset="0"/>
            <a:cs typeface="Times New Roman" pitchFamily="18" charset="0"/>
          </a:endParaRPr>
        </a:p>
      </dsp:txBody>
      <dsp:txXfrm rot="-5400000">
        <a:off x="2" y="3799891"/>
        <a:ext cx="1283961" cy="590606"/>
      </dsp:txXfrm>
    </dsp:sp>
    <dsp:sp modelId="{8FC1B8C0-FB50-41B8-A1CC-084B1844CABC}">
      <dsp:nvSpPr>
        <dsp:cNvPr id="0" name=""/>
        <dsp:cNvSpPr/>
      </dsp:nvSpPr>
      <dsp:spPr>
        <a:xfrm rot="5400000">
          <a:off x="3816167" y="520747"/>
          <a:ext cx="1438912" cy="665926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-11081"/>
              <a:lumOff val="2844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</a:t>
          </a:r>
          <a:r>
            <a:rPr lang="fr-FR" sz="1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fr-FR" sz="1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analysis</a:t>
          </a:r>
          <a:r>
            <a:rPr lang="fr-FR" sz="1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fr-FR" sz="1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assessment</a:t>
          </a:r>
          <a:r>
            <a:rPr lang="fr-FR" sz="1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Identification and estimation of each risk component (threat/vulnerability/impact)</a:t>
          </a:r>
          <a:endParaRPr lang="fr-FR" sz="1800" kern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205992" y="3201164"/>
        <a:ext cx="6589020" cy="12984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1BC28B-B596-4100-B9CB-890D93E9B0E8}">
      <dsp:nvSpPr>
        <dsp:cNvPr id="0" name=""/>
        <dsp:cNvSpPr/>
      </dsp:nvSpPr>
      <dsp:spPr>
        <a:xfrm rot="5400000">
          <a:off x="-309510" y="267253"/>
          <a:ext cx="1756296" cy="1229407"/>
        </a:xfrm>
        <a:prstGeom prst="chevron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sp:txBody>
      <dsp:txXfrm rot="-5400000">
        <a:off x="-46065" y="618513"/>
        <a:ext cx="1229407" cy="526889"/>
      </dsp:txXfrm>
    </dsp:sp>
    <dsp:sp modelId="{9B73DB2C-987A-4E66-AB64-20F55F3B8645}">
      <dsp:nvSpPr>
        <dsp:cNvPr id="0" name=""/>
        <dsp:cNvSpPr/>
      </dsp:nvSpPr>
      <dsp:spPr>
        <a:xfrm rot="5400000">
          <a:off x="3843560" y="-2656410"/>
          <a:ext cx="1141592" cy="64620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Defining</a:t>
          </a:r>
          <a:r>
            <a:rPr lang="fr-FR" sz="1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Security </a:t>
          </a:r>
          <a:r>
            <a:rPr lang="fr-FR" sz="1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Requirements</a:t>
          </a:r>
          <a:r>
            <a:rPr lang="fr-FR" sz="1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(concepts)</a:t>
          </a:r>
          <a:endParaRPr lang="fr-FR" sz="1800" b="0" kern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reduce the risks identified above, security requirements must be identified with the assistance of system/security experts.</a:t>
          </a:r>
          <a:endParaRPr lang="fr-FR" sz="18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183341" y="59537"/>
        <a:ext cx="6406302" cy="1030136"/>
      </dsp:txXfrm>
    </dsp:sp>
    <dsp:sp modelId="{48BC964C-EB0B-4CC9-B012-40B6B3DEAF2F}">
      <dsp:nvSpPr>
        <dsp:cNvPr id="0" name=""/>
        <dsp:cNvSpPr/>
      </dsp:nvSpPr>
      <dsp:spPr>
        <a:xfrm rot="5400000">
          <a:off x="-217378" y="1739095"/>
          <a:ext cx="1756296" cy="1413670"/>
        </a:xfrm>
        <a:prstGeom prst="chevron">
          <a:avLst/>
        </a:prstGeom>
        <a:gradFill rotWithShape="0">
          <a:gsLst>
            <a:gs pos="0">
              <a:schemeClr val="accent2">
                <a:shade val="80000"/>
                <a:hueOff val="0"/>
                <a:satOff val="-5541"/>
                <a:lumOff val="14224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-5541"/>
                <a:lumOff val="14224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-5541"/>
                <a:lumOff val="14224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80000"/>
              <a:hueOff val="0"/>
              <a:satOff val="-5541"/>
              <a:lumOff val="1422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>
              <a:latin typeface="Times New Roman" pitchFamily="18" charset="0"/>
              <a:cs typeface="Times New Roman" pitchFamily="18" charset="0"/>
            </a:rPr>
            <a:t>5</a:t>
          </a:r>
        </a:p>
      </dsp:txBody>
      <dsp:txXfrm rot="-5400000">
        <a:off x="-46065" y="2274617"/>
        <a:ext cx="1413670" cy="342626"/>
      </dsp:txXfrm>
    </dsp:sp>
    <dsp:sp modelId="{7CC54A4A-2967-479A-BECC-FC3C2648EF85}">
      <dsp:nvSpPr>
        <dsp:cNvPr id="0" name=""/>
        <dsp:cNvSpPr/>
      </dsp:nvSpPr>
      <dsp:spPr>
        <a:xfrm rot="5400000">
          <a:off x="3935692" y="-1092436"/>
          <a:ext cx="1141592" cy="64620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-5541"/>
              <a:lumOff val="1422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Selecting security countermeasures</a:t>
          </a:r>
          <a:endParaRPr lang="fr-FR" sz="1800" b="0" kern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tool that meets the security requirements of the system</a:t>
          </a:r>
          <a:endParaRPr lang="fr-FR" sz="18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275473" y="1623511"/>
        <a:ext cx="6406302" cy="1030136"/>
      </dsp:txXfrm>
    </dsp:sp>
    <dsp:sp modelId="{CD510809-FC8C-4E1F-8A1A-6BB7564B0AD9}">
      <dsp:nvSpPr>
        <dsp:cNvPr id="0" name=""/>
        <dsp:cNvSpPr/>
      </dsp:nvSpPr>
      <dsp:spPr>
        <a:xfrm rot="5400000">
          <a:off x="-309510" y="3395201"/>
          <a:ext cx="1756296" cy="1229407"/>
        </a:xfrm>
        <a:prstGeom prst="chevron">
          <a:avLst/>
        </a:prstGeom>
        <a:gradFill rotWithShape="0">
          <a:gsLst>
            <a:gs pos="0">
              <a:schemeClr val="accent2">
                <a:shade val="80000"/>
                <a:hueOff val="0"/>
                <a:satOff val="-11081"/>
                <a:lumOff val="28449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-11081"/>
                <a:lumOff val="28449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-11081"/>
                <a:lumOff val="28449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80000"/>
              <a:hueOff val="0"/>
              <a:satOff val="-11081"/>
              <a:lumOff val="2844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>
              <a:latin typeface="Times New Roman" pitchFamily="18" charset="0"/>
              <a:cs typeface="Times New Roman" pitchFamily="18" charset="0"/>
            </a:rPr>
            <a:t>6</a:t>
          </a:r>
        </a:p>
      </dsp:txBody>
      <dsp:txXfrm rot="-5400000">
        <a:off x="-46065" y="3746461"/>
        <a:ext cx="1229407" cy="526889"/>
      </dsp:txXfrm>
    </dsp:sp>
    <dsp:sp modelId="{8FC1B8C0-FB50-41B8-A1CC-084B1844CABC}">
      <dsp:nvSpPr>
        <dsp:cNvPr id="0" name=""/>
        <dsp:cNvSpPr/>
      </dsp:nvSpPr>
      <dsp:spPr>
        <a:xfrm rot="5400000">
          <a:off x="3843560" y="471537"/>
          <a:ext cx="1141592" cy="64620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-11081"/>
              <a:lumOff val="2844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Implementation</a:t>
          </a:r>
          <a:r>
            <a:rPr lang="fr-FR" sz="1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 </a:t>
          </a:r>
          <a:endParaRPr lang="fr-FR" sz="1800" b="0" kern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final step in this process is testing and evaluating the selected tools.</a:t>
          </a:r>
          <a:endParaRPr lang="fr-FR" sz="18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183341" y="3187484"/>
        <a:ext cx="6406302" cy="10301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769F9-2858-4552-B762-66A4122C44BE}" type="datetimeFigureOut">
              <a:rPr lang="fr-FR" smtClean="0"/>
              <a:pPr/>
              <a:t>01/11/2025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8F4F4-9A8F-4FFD-8096-2E81BE625C3A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16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78F4F4-9A8F-4FFD-8096-2E81BE625C3A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78F4F4-9A8F-4FFD-8096-2E81BE625C3A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78F4F4-9A8F-4FFD-8096-2E81BE625C3A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F3E0A7-76B3-4AD3-8963-EB80C1339001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AE3BE-7053-4D8B-B19D-B5B9465922AB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2A1DD-DA9E-4B2E-9D16-6F64C2A8AA76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40A97A-F34B-4ACB-BC7E-70C56605A876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F0B24C-D8E2-4714-A3F5-2FA12872D326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04B0B3-E51E-42E1-BF18-C771BB379499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69119C-8D81-4598-96CA-8841A30922EA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247004-7E2A-4154-AD09-73E9171731FB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A6184A-8AC2-4195-921B-D4633435B3A3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C5DA97-28F4-4098-9D5E-11DAEDE1938C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10350" y="-46038"/>
            <a:ext cx="2074863" cy="6170613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81000" y="-46038"/>
            <a:ext cx="6076950" cy="617061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66F155-937A-4232-BE1D-64E2BB2D223F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5F64E-336E-400E-B735-C036917583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1E046-9CA0-478D-BCD2-9EAA4FB688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E8C72-5ECA-4D32-9A86-3D6C2C22BA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EB98E-EFCC-41CD-961C-7935B44843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5A2A3-D536-43FC-9A5C-8AE8C319DD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DD4D5-9F8E-48E2-89B2-A38DC82BDC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E08C2-FCE0-43CB-A08F-BA08E193FA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3B82B-CA06-44F6-A7B6-5045088F36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146BC-EA6B-49AD-84A6-0BE046A8BF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87F71-E142-4EA8-AB10-5F9F1DB293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152400"/>
            <a:ext cx="2132013" cy="5976938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248400" cy="59769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B439F-FF75-4FBA-BCF1-99083D60A3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5F64E-336E-400E-B735-C036917583A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1E046-9CA0-478D-BCD2-9EAA4FB6885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E8C72-5ECA-4D32-9A86-3D6C2C22BA5E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EB98E-EFCC-41CD-961C-7935B448432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5A2A3-D536-43FC-9A5C-8AE8C319DD7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DD4D5-9F8E-48E2-89B2-A38DC82BDCF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E08C2-FCE0-43CB-A08F-BA08E193FA18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3B82B-CA06-44F6-A7B6-5045088F36FD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146BC-EA6B-49AD-84A6-0BE046A8BFF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87F71-E142-4EA8-AB10-5F9F1DB2936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10350" y="-46038"/>
            <a:ext cx="2074863" cy="6170613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81000" y="-46038"/>
            <a:ext cx="6076950" cy="617061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B439F-FF75-4FBA-BCF1-99083D60A328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5F64E-336E-400E-B735-C036917583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1E046-9CA0-478D-BCD2-9EAA4FB688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E8C72-5ECA-4D32-9A86-3D6C2C22BA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EB98E-EFCC-41CD-961C-7935B44843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5A2A3-D536-43FC-9A5C-8AE8C319DD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DD4D5-9F8E-48E2-89B2-A38DC82BDC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E08C2-FCE0-43CB-A08F-BA08E193FA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3B82B-CA06-44F6-A7B6-5045088F36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146BC-EA6B-49AD-84A6-0BE046A8BF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87F71-E142-4EA8-AB10-5F9F1DB293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152400"/>
            <a:ext cx="2132013" cy="5976938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248400" cy="59769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B439F-FF75-4FBA-BCF1-99083D60A3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13" Type="http://schemas.openxmlformats.org/officeDocument/2006/relationships/image" Target="../media/image2.jpeg" /><Relationship Id="rId3" Type="http://schemas.openxmlformats.org/officeDocument/2006/relationships/slideLayout" Target="../slideLayouts/slideLayout14.xml" /><Relationship Id="rId7" Type="http://schemas.openxmlformats.org/officeDocument/2006/relationships/slideLayout" Target="../slideLayouts/slideLayout18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0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25.xml" /><Relationship Id="rId7" Type="http://schemas.openxmlformats.org/officeDocument/2006/relationships/slideLayout" Target="../slideLayouts/slideLayout29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1" Type="http://schemas.openxmlformats.org/officeDocument/2006/relationships/slideLayout" Target="../slideLayouts/slideLayout23.xml" /><Relationship Id="rId6" Type="http://schemas.openxmlformats.org/officeDocument/2006/relationships/slideLayout" Target="../slideLayouts/slideLayout28.xml" /><Relationship Id="rId11" Type="http://schemas.openxmlformats.org/officeDocument/2006/relationships/slideLayout" Target="../slideLayouts/slideLayout33.xml" /><Relationship Id="rId5" Type="http://schemas.openxmlformats.org/officeDocument/2006/relationships/slideLayout" Target="../slideLayouts/slideLayout27.xml" /><Relationship Id="rId10" Type="http://schemas.openxmlformats.org/officeDocument/2006/relationships/slideLayout" Target="../slideLayouts/slideLayout32.xml" /><Relationship Id="rId4" Type="http://schemas.openxmlformats.org/officeDocument/2006/relationships/slideLayout" Target="../slideLayouts/slideLayout26.xml" /><Relationship Id="rId9" Type="http://schemas.openxmlformats.org/officeDocument/2006/relationships/slideLayout" Target="../slideLayouts/slideLayout31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 /><Relationship Id="rId13" Type="http://schemas.openxmlformats.org/officeDocument/2006/relationships/image" Target="../media/image2.jpeg" /><Relationship Id="rId3" Type="http://schemas.openxmlformats.org/officeDocument/2006/relationships/slideLayout" Target="../slideLayouts/slideLayout36.xml" /><Relationship Id="rId7" Type="http://schemas.openxmlformats.org/officeDocument/2006/relationships/slideLayout" Target="../slideLayouts/slideLayout40.xml" /><Relationship Id="rId12" Type="http://schemas.openxmlformats.org/officeDocument/2006/relationships/theme" Target="../theme/theme4.xml" /><Relationship Id="rId2" Type="http://schemas.openxmlformats.org/officeDocument/2006/relationships/slideLayout" Target="../slideLayouts/slideLayout35.xml" /><Relationship Id="rId1" Type="http://schemas.openxmlformats.org/officeDocument/2006/relationships/slideLayout" Target="../slideLayouts/slideLayout34.xml" /><Relationship Id="rId6" Type="http://schemas.openxmlformats.org/officeDocument/2006/relationships/slideLayout" Target="../slideLayouts/slideLayout39.xml" /><Relationship Id="rId11" Type="http://schemas.openxmlformats.org/officeDocument/2006/relationships/slideLayout" Target="../slideLayouts/slideLayout44.xml" /><Relationship Id="rId5" Type="http://schemas.openxmlformats.org/officeDocument/2006/relationships/slideLayout" Target="../slideLayouts/slideLayout38.xml" /><Relationship Id="rId10" Type="http://schemas.openxmlformats.org/officeDocument/2006/relationships/slideLayout" Target="../slideLayouts/slideLayout43.xml" /><Relationship Id="rId4" Type="http://schemas.openxmlformats.org/officeDocument/2006/relationships/slideLayout" Target="../slideLayouts/slideLayout37.xml" /><Relationship Id="rId9" Type="http://schemas.openxmlformats.org/officeDocument/2006/relationships/slideLayout" Target="../slideLayouts/slideLayout4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46038"/>
            <a:ext cx="7008813" cy="13112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éditer le format du plan de texte</a:t>
            </a:r>
          </a:p>
          <a:p>
            <a:pPr lvl="1"/>
            <a:r>
              <a:rPr lang="en-GB"/>
              <a:t>Second niveau de plan</a:t>
            </a:r>
          </a:p>
          <a:p>
            <a:pPr lvl="2"/>
            <a:r>
              <a:rPr lang="en-GB"/>
              <a:t>Troisième niveau de plan</a:t>
            </a:r>
          </a:p>
          <a:p>
            <a:pPr lvl="3"/>
            <a:r>
              <a:rPr lang="en-GB"/>
              <a:t>Quatrième niveau de plan</a:t>
            </a:r>
          </a:p>
          <a:p>
            <a:pPr lvl="4"/>
            <a:r>
              <a:rPr lang="en-GB"/>
              <a:t>Cinquième niveau de plan</a:t>
            </a:r>
          </a:p>
          <a:p>
            <a:pPr lvl="4"/>
            <a:r>
              <a:rPr lang="en-GB"/>
              <a:t>Sixième niveau de plan</a:t>
            </a:r>
          </a:p>
          <a:p>
            <a:pPr lvl="4"/>
            <a:r>
              <a:rPr lang="en-GB"/>
              <a:t>Septième niveau de plan</a:t>
            </a:r>
          </a:p>
          <a:p>
            <a:pPr lvl="4"/>
            <a:r>
              <a:rPr lang="en-GB"/>
              <a:t>Huitième niveau de plan</a:t>
            </a:r>
          </a:p>
          <a:p>
            <a:pPr lvl="4"/>
            <a:r>
              <a:rPr lang="en-GB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5225"/>
            <a:ext cx="2132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smtClean="0">
                <a:solidFill>
                  <a:srgbClr val="FFFFFF"/>
                </a:solidFill>
                <a:cs typeface="Lucida Sans Unicode" charset="0"/>
              </a:defRPr>
            </a:lvl1pPr>
          </a:lstStyle>
          <a:p>
            <a:fld id="{6C4845BD-56A4-4EA8-8E23-249EA825709C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5225"/>
            <a:ext cx="2894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smtClean="0">
                <a:solidFill>
                  <a:srgbClr val="FFFFFF"/>
                </a:solidFill>
                <a:cs typeface="Lucida Sans Unicode" charset="0"/>
              </a:defRPr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5225"/>
            <a:ext cx="2132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smtClean="0">
                <a:solidFill>
                  <a:srgbClr val="FFFFFF"/>
                </a:solidFill>
                <a:cs typeface="Lucida Sans Unicode" charset="0"/>
              </a:defRPr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+mj-lt"/>
          <a:ea typeface="+mj-ea"/>
          <a:cs typeface="+mj-cs"/>
        </a:defRPr>
      </a:lvl1pPr>
      <a:lvl2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2pPr>
      <a:lvl3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3pPr>
      <a:lvl4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4pPr>
      <a:lvl5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5pPr>
      <a:lvl6pPr marL="4572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6pPr>
      <a:lvl7pPr marL="9144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7pPr>
      <a:lvl8pPr marL="13716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8pPr>
      <a:lvl9pPr marL="18288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9pPr>
    </p:titleStyle>
    <p:bodyStyle>
      <a:lvl1pPr marL="341313" indent="-341313" algn="l" defTabSz="449263" rtl="0" eaLnBrk="1" fontAlgn="base" hangingPunct="1">
        <a:spcBef>
          <a:spcPts val="800"/>
        </a:spcBef>
        <a:spcAft>
          <a:spcPct val="0"/>
        </a:spcAft>
        <a:buClr>
          <a:srgbClr val="FFFFFF"/>
        </a:buClr>
        <a:buSzPct val="100000"/>
        <a:buFont typeface="Arial" charset="0"/>
        <a:buChar char="•"/>
        <a:defRPr sz="3200">
          <a:solidFill>
            <a:srgbClr val="FFFFFF"/>
          </a:solidFill>
          <a:latin typeface="+mn-lt"/>
          <a:ea typeface="+mn-ea"/>
          <a:cs typeface="+mn-cs"/>
        </a:defRPr>
      </a:lvl1pPr>
      <a:lvl2pPr marL="741363" indent="-284163" algn="l" defTabSz="449263" rtl="0" eaLnBrk="1" fontAlgn="base" hangingPunct="1">
        <a:spcBef>
          <a:spcPts val="700"/>
        </a:spcBef>
        <a:spcAft>
          <a:spcPct val="0"/>
        </a:spcAft>
        <a:buClr>
          <a:srgbClr val="FFFFFF"/>
        </a:buClr>
        <a:buSzPct val="100000"/>
        <a:buFont typeface="Arial" charset="0"/>
        <a:buChar char="–"/>
        <a:defRPr sz="2800">
          <a:solidFill>
            <a:srgbClr val="FFFFFF"/>
          </a:solidFill>
          <a:latin typeface="+mn-lt"/>
          <a:ea typeface="+mn-ea"/>
        </a:defRPr>
      </a:lvl2pPr>
      <a:lvl3pPr marL="1143000" indent="-228600" algn="l" defTabSz="449263" rtl="0" eaLnBrk="1" fontAlgn="base" hangingPunct="1">
        <a:spcBef>
          <a:spcPts val="600"/>
        </a:spcBef>
        <a:spcAft>
          <a:spcPct val="0"/>
        </a:spcAft>
        <a:buClr>
          <a:srgbClr val="FFFFFF"/>
        </a:buClr>
        <a:buSzPct val="100000"/>
        <a:buFont typeface="Arial" charset="0"/>
        <a:buChar char="•"/>
        <a:defRPr sz="2400">
          <a:solidFill>
            <a:srgbClr val="FFFFFF"/>
          </a:solidFill>
          <a:latin typeface="+mn-lt"/>
          <a:ea typeface="+mn-ea"/>
        </a:defRPr>
      </a:lvl3pPr>
      <a:lvl4pPr marL="16002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–"/>
        <a:defRPr sz="2000">
          <a:solidFill>
            <a:srgbClr val="FFFFFF"/>
          </a:solidFill>
          <a:latin typeface="+mn-lt"/>
          <a:ea typeface="+mn-ea"/>
        </a:defRPr>
      </a:lvl4pPr>
      <a:lvl5pPr marL="20574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5pPr>
      <a:lvl6pPr marL="25146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6pPr>
      <a:lvl7pPr marL="29718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7pPr>
      <a:lvl8pPr marL="34290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8pPr>
      <a:lvl9pPr marL="38862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456613" cy="1446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éditer le format du texte-titre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5225"/>
            <a:ext cx="2132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</a:tabLst>
              <a:defRPr sz="1400" smtClean="0">
                <a:solidFill>
                  <a:srgbClr val="FFFFFF"/>
                </a:solidFill>
                <a:latin typeface="Times New Roman" pitchFamily="16" charset="0"/>
                <a:cs typeface="Lucida Sans Unicode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5225"/>
            <a:ext cx="2894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 smtClean="0">
                <a:solidFill>
                  <a:srgbClr val="FFFFFF"/>
                </a:solidFill>
                <a:latin typeface="Times New Roman" pitchFamily="16" charset="0"/>
                <a:cs typeface="Lucida Sans Unicode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5225"/>
            <a:ext cx="2132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</a:tabLst>
              <a:defRPr sz="1400" smtClean="0">
                <a:solidFill>
                  <a:srgbClr val="FFFFFF"/>
                </a:solidFill>
                <a:latin typeface="Times New Roman" pitchFamily="16" charset="0"/>
                <a:cs typeface="Lucida Sans Unicode" charset="0"/>
              </a:defRPr>
            </a:lvl1pPr>
          </a:lstStyle>
          <a:p>
            <a:pPr>
              <a:defRPr/>
            </a:pPr>
            <a:fld id="{368BC99A-F104-43A6-A651-6BC2EDF581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4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8013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éditer le format du plan de texte</a:t>
            </a:r>
          </a:p>
          <a:p>
            <a:pPr lvl="1"/>
            <a:r>
              <a:rPr lang="en-GB"/>
              <a:t>Second niveau de plan</a:t>
            </a:r>
          </a:p>
          <a:p>
            <a:pPr lvl="2"/>
            <a:r>
              <a:rPr lang="en-GB"/>
              <a:t>Troisième niveau de plan</a:t>
            </a:r>
          </a:p>
          <a:p>
            <a:pPr lvl="3"/>
            <a:r>
              <a:rPr lang="en-GB"/>
              <a:t>Quatrième niveau de plan</a:t>
            </a:r>
          </a:p>
          <a:p>
            <a:pPr lvl="4"/>
            <a:r>
              <a:rPr lang="en-GB"/>
              <a:t>Cinquième niveau de plan</a:t>
            </a:r>
          </a:p>
          <a:p>
            <a:pPr lvl="4"/>
            <a:r>
              <a:rPr lang="en-GB"/>
              <a:t>Sixième niveau de plan</a:t>
            </a:r>
          </a:p>
          <a:p>
            <a:pPr lvl="4"/>
            <a:r>
              <a:rPr lang="en-GB"/>
              <a:t>Septième niveau de plan</a:t>
            </a:r>
          </a:p>
          <a:p>
            <a:pPr lvl="4"/>
            <a:r>
              <a:rPr lang="en-GB"/>
              <a:t>Huitième niveau de plan</a:t>
            </a:r>
          </a:p>
          <a:p>
            <a:pPr lvl="4"/>
            <a:r>
              <a:rPr lang="en-GB"/>
              <a:t>Neuvième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+mj-lt"/>
          <a:ea typeface="+mj-ea"/>
          <a:cs typeface="+mj-cs"/>
        </a:defRPr>
      </a:lvl1pPr>
      <a:lvl2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2pPr>
      <a:lvl3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3pPr>
      <a:lvl4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4pPr>
      <a:lvl5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5pPr>
      <a:lvl6pPr marL="4572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6pPr>
      <a:lvl7pPr marL="9144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7pPr>
      <a:lvl8pPr marL="13716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8pPr>
      <a:lvl9pPr marL="18288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9pPr>
    </p:titleStyle>
    <p:bodyStyle>
      <a:lvl1pPr marL="341313" indent="-341313" algn="l" defTabSz="449263" rtl="0" eaLnBrk="1" fontAlgn="base" hangingPunct="1">
        <a:spcBef>
          <a:spcPts val="800"/>
        </a:spcBef>
        <a:spcAft>
          <a:spcPct val="0"/>
        </a:spcAft>
        <a:buClr>
          <a:srgbClr val="FFFFFF"/>
        </a:buClr>
        <a:buSzPct val="100000"/>
        <a:buFont typeface="Arial" charset="0"/>
        <a:buChar char="•"/>
        <a:defRPr sz="3200">
          <a:solidFill>
            <a:srgbClr val="FFFFFF"/>
          </a:solidFill>
          <a:latin typeface="+mn-lt"/>
          <a:ea typeface="+mn-ea"/>
          <a:cs typeface="+mn-cs"/>
        </a:defRPr>
      </a:lvl1pPr>
      <a:lvl2pPr marL="741363" indent="-284163" algn="l" defTabSz="449263" rtl="0" eaLnBrk="1" fontAlgn="base" hangingPunct="1">
        <a:spcBef>
          <a:spcPts val="700"/>
        </a:spcBef>
        <a:spcAft>
          <a:spcPct val="0"/>
        </a:spcAft>
        <a:buClr>
          <a:srgbClr val="FFFFFF"/>
        </a:buClr>
        <a:buSzPct val="100000"/>
        <a:buFont typeface="Arial" charset="0"/>
        <a:buChar char="–"/>
        <a:defRPr sz="2800">
          <a:solidFill>
            <a:srgbClr val="FFFFFF"/>
          </a:solidFill>
          <a:latin typeface="+mn-lt"/>
          <a:ea typeface="+mn-ea"/>
        </a:defRPr>
      </a:lvl2pPr>
      <a:lvl3pPr marL="1143000" indent="-228600" algn="l" defTabSz="449263" rtl="0" eaLnBrk="1" fontAlgn="base" hangingPunct="1">
        <a:spcBef>
          <a:spcPts val="600"/>
        </a:spcBef>
        <a:spcAft>
          <a:spcPct val="0"/>
        </a:spcAft>
        <a:buClr>
          <a:srgbClr val="FFFFFF"/>
        </a:buClr>
        <a:buSzPct val="100000"/>
        <a:buFont typeface="Arial" charset="0"/>
        <a:buChar char="•"/>
        <a:defRPr sz="2400">
          <a:solidFill>
            <a:srgbClr val="FFFFFF"/>
          </a:solidFill>
          <a:latin typeface="+mn-lt"/>
          <a:ea typeface="+mn-ea"/>
        </a:defRPr>
      </a:lvl3pPr>
      <a:lvl4pPr marL="16002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–"/>
        <a:defRPr sz="2000">
          <a:solidFill>
            <a:srgbClr val="FFFFFF"/>
          </a:solidFill>
          <a:latin typeface="+mn-lt"/>
          <a:ea typeface="+mn-ea"/>
        </a:defRPr>
      </a:lvl4pPr>
      <a:lvl5pPr marL="20574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5pPr>
      <a:lvl6pPr marL="25146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6pPr>
      <a:lvl7pPr marL="29718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7pPr>
      <a:lvl8pPr marL="34290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8pPr>
      <a:lvl9pPr marL="38862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46038"/>
            <a:ext cx="7008813" cy="13112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éditer le format du plan de texte</a:t>
            </a:r>
          </a:p>
          <a:p>
            <a:pPr lvl="1"/>
            <a:r>
              <a:rPr lang="en-GB"/>
              <a:t>Second niveau de plan</a:t>
            </a:r>
          </a:p>
          <a:p>
            <a:pPr lvl="2"/>
            <a:r>
              <a:rPr lang="en-GB"/>
              <a:t>Troisième niveau de plan</a:t>
            </a:r>
          </a:p>
          <a:p>
            <a:pPr lvl="3"/>
            <a:r>
              <a:rPr lang="en-GB"/>
              <a:t>Quatrième niveau de plan</a:t>
            </a:r>
          </a:p>
          <a:p>
            <a:pPr lvl="4"/>
            <a:r>
              <a:rPr lang="en-GB"/>
              <a:t>Cinquième niveau de plan</a:t>
            </a:r>
          </a:p>
          <a:p>
            <a:pPr lvl="4"/>
            <a:r>
              <a:rPr lang="en-GB"/>
              <a:t>Sixième niveau de plan</a:t>
            </a:r>
          </a:p>
          <a:p>
            <a:pPr lvl="4"/>
            <a:r>
              <a:rPr lang="en-GB"/>
              <a:t>Septième niveau de plan</a:t>
            </a:r>
          </a:p>
          <a:p>
            <a:pPr lvl="4"/>
            <a:r>
              <a:rPr lang="en-GB"/>
              <a:t>Huitième niveau de plan</a:t>
            </a:r>
          </a:p>
          <a:p>
            <a:pPr lvl="4"/>
            <a:r>
              <a:rPr lang="en-GB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5225"/>
            <a:ext cx="2132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smtClean="0">
                <a:solidFill>
                  <a:srgbClr val="FFFFFF"/>
                </a:solidFill>
                <a:cs typeface="Lucida Sans Unicode" charset="0"/>
              </a:defRPr>
            </a:lvl1pPr>
          </a:lstStyle>
          <a:p>
            <a:fld id="{6C4845BD-56A4-4EA8-8E23-249EA825709C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5225"/>
            <a:ext cx="2894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smtClean="0">
                <a:solidFill>
                  <a:srgbClr val="FFFFFF"/>
                </a:solidFill>
                <a:cs typeface="Lucida Sans Unicode" charset="0"/>
              </a:defRPr>
            </a:lvl1pPr>
          </a:lstStyle>
          <a:p>
            <a:r>
              <a:rPr lang="fr-FR"/>
              <a:t>TCP/IP et failles de sécurité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5225"/>
            <a:ext cx="2132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smtClean="0">
                <a:solidFill>
                  <a:srgbClr val="FFFFFF"/>
                </a:solidFill>
                <a:cs typeface="Lucida Sans Unicode" charset="0"/>
              </a:defRPr>
            </a:lvl1pPr>
          </a:lstStyle>
          <a:p>
            <a:fld id="{66EFF29A-B2FD-4D7F-BD7D-29982909C77B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+mj-lt"/>
          <a:ea typeface="+mj-ea"/>
          <a:cs typeface="+mj-cs"/>
        </a:defRPr>
      </a:lvl1pPr>
      <a:lvl2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2pPr>
      <a:lvl3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3pPr>
      <a:lvl4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4pPr>
      <a:lvl5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5pPr>
      <a:lvl6pPr marL="4572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6pPr>
      <a:lvl7pPr marL="9144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7pPr>
      <a:lvl8pPr marL="13716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8pPr>
      <a:lvl9pPr marL="18288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9pPr>
    </p:titleStyle>
    <p:bodyStyle>
      <a:lvl1pPr marL="341313" indent="-341313" algn="l" defTabSz="449263" rtl="0" eaLnBrk="1" fontAlgn="base" hangingPunct="1">
        <a:spcBef>
          <a:spcPts val="800"/>
        </a:spcBef>
        <a:spcAft>
          <a:spcPct val="0"/>
        </a:spcAft>
        <a:buClr>
          <a:srgbClr val="FFFFFF"/>
        </a:buClr>
        <a:buSzPct val="100000"/>
        <a:buFont typeface="Arial" charset="0"/>
        <a:buChar char="•"/>
        <a:defRPr sz="3200">
          <a:solidFill>
            <a:srgbClr val="FFFFFF"/>
          </a:solidFill>
          <a:latin typeface="+mn-lt"/>
          <a:ea typeface="+mn-ea"/>
          <a:cs typeface="+mn-cs"/>
        </a:defRPr>
      </a:lvl1pPr>
      <a:lvl2pPr marL="741363" indent="-284163" algn="l" defTabSz="449263" rtl="0" eaLnBrk="1" fontAlgn="base" hangingPunct="1">
        <a:spcBef>
          <a:spcPts val="700"/>
        </a:spcBef>
        <a:spcAft>
          <a:spcPct val="0"/>
        </a:spcAft>
        <a:buClr>
          <a:srgbClr val="FFFFFF"/>
        </a:buClr>
        <a:buSzPct val="100000"/>
        <a:buFont typeface="Arial" charset="0"/>
        <a:buChar char="–"/>
        <a:defRPr sz="2800">
          <a:solidFill>
            <a:srgbClr val="FFFFFF"/>
          </a:solidFill>
          <a:latin typeface="+mn-lt"/>
          <a:ea typeface="+mn-ea"/>
        </a:defRPr>
      </a:lvl2pPr>
      <a:lvl3pPr marL="1143000" indent="-228600" algn="l" defTabSz="449263" rtl="0" eaLnBrk="1" fontAlgn="base" hangingPunct="1">
        <a:spcBef>
          <a:spcPts val="600"/>
        </a:spcBef>
        <a:spcAft>
          <a:spcPct val="0"/>
        </a:spcAft>
        <a:buClr>
          <a:srgbClr val="FFFFFF"/>
        </a:buClr>
        <a:buSzPct val="100000"/>
        <a:buFont typeface="Arial" charset="0"/>
        <a:buChar char="•"/>
        <a:defRPr sz="2400">
          <a:solidFill>
            <a:srgbClr val="FFFFFF"/>
          </a:solidFill>
          <a:latin typeface="+mn-lt"/>
          <a:ea typeface="+mn-ea"/>
        </a:defRPr>
      </a:lvl3pPr>
      <a:lvl4pPr marL="16002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–"/>
        <a:defRPr sz="2000">
          <a:solidFill>
            <a:srgbClr val="FFFFFF"/>
          </a:solidFill>
          <a:latin typeface="+mn-lt"/>
          <a:ea typeface="+mn-ea"/>
        </a:defRPr>
      </a:lvl4pPr>
      <a:lvl5pPr marL="20574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5pPr>
      <a:lvl6pPr marL="25146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6pPr>
      <a:lvl7pPr marL="29718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7pPr>
      <a:lvl8pPr marL="34290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8pPr>
      <a:lvl9pPr marL="38862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456613" cy="1446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éditer le format du texte-titre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5225"/>
            <a:ext cx="2132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</a:tabLst>
              <a:defRPr sz="1400" smtClean="0">
                <a:solidFill>
                  <a:srgbClr val="FFFFFF"/>
                </a:solidFill>
                <a:latin typeface="Times New Roman" pitchFamily="16" charset="0"/>
                <a:cs typeface="Lucida Sans Unicode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5225"/>
            <a:ext cx="2894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 smtClean="0">
                <a:solidFill>
                  <a:srgbClr val="FFFFFF"/>
                </a:solidFill>
                <a:latin typeface="Times New Roman" pitchFamily="16" charset="0"/>
                <a:cs typeface="Lucida Sans Unicode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5225"/>
            <a:ext cx="2132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</a:tabLst>
              <a:defRPr sz="1400" smtClean="0">
                <a:solidFill>
                  <a:srgbClr val="FFFFFF"/>
                </a:solidFill>
                <a:latin typeface="Times New Roman" pitchFamily="16" charset="0"/>
                <a:cs typeface="Lucida Sans Unicode" charset="0"/>
              </a:defRPr>
            </a:lvl1pPr>
          </a:lstStyle>
          <a:p>
            <a:pPr>
              <a:defRPr/>
            </a:pPr>
            <a:fld id="{368BC99A-F104-43A6-A651-6BC2EDF581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4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8013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éditer le format du plan de texte</a:t>
            </a:r>
          </a:p>
          <a:p>
            <a:pPr lvl="1"/>
            <a:r>
              <a:rPr lang="en-GB"/>
              <a:t>Second niveau de plan</a:t>
            </a:r>
          </a:p>
          <a:p>
            <a:pPr lvl="2"/>
            <a:r>
              <a:rPr lang="en-GB"/>
              <a:t>Troisième niveau de plan</a:t>
            </a:r>
          </a:p>
          <a:p>
            <a:pPr lvl="3"/>
            <a:r>
              <a:rPr lang="en-GB"/>
              <a:t>Quatrième niveau de plan</a:t>
            </a:r>
          </a:p>
          <a:p>
            <a:pPr lvl="4"/>
            <a:r>
              <a:rPr lang="en-GB"/>
              <a:t>Cinquième niveau de plan</a:t>
            </a:r>
          </a:p>
          <a:p>
            <a:pPr lvl="4"/>
            <a:r>
              <a:rPr lang="en-GB"/>
              <a:t>Sixième niveau de plan</a:t>
            </a:r>
          </a:p>
          <a:p>
            <a:pPr lvl="4"/>
            <a:r>
              <a:rPr lang="en-GB"/>
              <a:t>Septième niveau de plan</a:t>
            </a:r>
          </a:p>
          <a:p>
            <a:pPr lvl="4"/>
            <a:r>
              <a:rPr lang="en-GB"/>
              <a:t>Huitième niveau de plan</a:t>
            </a:r>
          </a:p>
          <a:p>
            <a:pPr lvl="4"/>
            <a:r>
              <a:rPr lang="en-GB"/>
              <a:t>Neuvième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+mj-lt"/>
          <a:ea typeface="+mj-ea"/>
          <a:cs typeface="+mj-cs"/>
        </a:defRPr>
      </a:lvl1pPr>
      <a:lvl2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2pPr>
      <a:lvl3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3pPr>
      <a:lvl4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4pPr>
      <a:lvl5pPr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5pPr>
      <a:lvl6pPr marL="4572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6pPr>
      <a:lvl7pPr marL="9144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7pPr>
      <a:lvl8pPr marL="13716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8pPr>
      <a:lvl9pPr marL="1828800" algn="l" defTabSz="449263" rtl="0" eaLnBrk="1" fontAlgn="base" hangingPunct="1">
        <a:spcBef>
          <a:spcPct val="0"/>
        </a:spcBef>
        <a:spcAft>
          <a:spcPct val="0"/>
        </a:spcAft>
        <a:buClr>
          <a:srgbClr val="CCFFFF"/>
        </a:buClr>
        <a:buSzPct val="100000"/>
        <a:buFont typeface="Arial Black" pitchFamily="32" charset="0"/>
        <a:defRPr sz="4000">
          <a:solidFill>
            <a:srgbClr val="CCFFFF"/>
          </a:solidFill>
          <a:latin typeface="Arial Black" pitchFamily="32" charset="0"/>
          <a:ea typeface="MS Gothic" charset="-128"/>
        </a:defRPr>
      </a:lvl9pPr>
    </p:titleStyle>
    <p:bodyStyle>
      <a:lvl1pPr marL="341313" indent="-341313" algn="l" defTabSz="449263" rtl="0" eaLnBrk="1" fontAlgn="base" hangingPunct="1">
        <a:spcBef>
          <a:spcPts val="800"/>
        </a:spcBef>
        <a:spcAft>
          <a:spcPct val="0"/>
        </a:spcAft>
        <a:buClr>
          <a:srgbClr val="FFFFFF"/>
        </a:buClr>
        <a:buSzPct val="100000"/>
        <a:buFont typeface="Arial" charset="0"/>
        <a:buChar char="•"/>
        <a:defRPr sz="3200">
          <a:solidFill>
            <a:srgbClr val="FFFFFF"/>
          </a:solidFill>
          <a:latin typeface="+mn-lt"/>
          <a:ea typeface="+mn-ea"/>
          <a:cs typeface="+mn-cs"/>
        </a:defRPr>
      </a:lvl1pPr>
      <a:lvl2pPr marL="741363" indent="-284163" algn="l" defTabSz="449263" rtl="0" eaLnBrk="1" fontAlgn="base" hangingPunct="1">
        <a:spcBef>
          <a:spcPts val="700"/>
        </a:spcBef>
        <a:spcAft>
          <a:spcPct val="0"/>
        </a:spcAft>
        <a:buClr>
          <a:srgbClr val="FFFFFF"/>
        </a:buClr>
        <a:buSzPct val="100000"/>
        <a:buFont typeface="Arial" charset="0"/>
        <a:buChar char="–"/>
        <a:defRPr sz="2800">
          <a:solidFill>
            <a:srgbClr val="FFFFFF"/>
          </a:solidFill>
          <a:latin typeface="+mn-lt"/>
          <a:ea typeface="+mn-ea"/>
        </a:defRPr>
      </a:lvl2pPr>
      <a:lvl3pPr marL="1143000" indent="-228600" algn="l" defTabSz="449263" rtl="0" eaLnBrk="1" fontAlgn="base" hangingPunct="1">
        <a:spcBef>
          <a:spcPts val="600"/>
        </a:spcBef>
        <a:spcAft>
          <a:spcPct val="0"/>
        </a:spcAft>
        <a:buClr>
          <a:srgbClr val="FFFFFF"/>
        </a:buClr>
        <a:buSzPct val="100000"/>
        <a:buFont typeface="Arial" charset="0"/>
        <a:buChar char="•"/>
        <a:defRPr sz="2400">
          <a:solidFill>
            <a:srgbClr val="FFFFFF"/>
          </a:solidFill>
          <a:latin typeface="+mn-lt"/>
          <a:ea typeface="+mn-ea"/>
        </a:defRPr>
      </a:lvl3pPr>
      <a:lvl4pPr marL="16002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–"/>
        <a:defRPr sz="2000">
          <a:solidFill>
            <a:srgbClr val="FFFFFF"/>
          </a:solidFill>
          <a:latin typeface="+mn-lt"/>
          <a:ea typeface="+mn-ea"/>
        </a:defRPr>
      </a:lvl4pPr>
      <a:lvl5pPr marL="20574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5pPr>
      <a:lvl6pPr marL="25146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6pPr>
      <a:lvl7pPr marL="29718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7pPr>
      <a:lvl8pPr marL="34290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8pPr>
      <a:lvl9pPr marL="3886200" indent="-228600" algn="l" defTabSz="449263" rtl="0" eaLnBrk="1" fontAlgn="base" hangingPunct="1">
        <a:spcBef>
          <a:spcPts val="500"/>
        </a:spcBef>
        <a:spcAft>
          <a:spcPct val="0"/>
        </a:spcAft>
        <a:buClr>
          <a:srgbClr val="FFFFFF"/>
        </a:buClr>
        <a:buSzPct val="100000"/>
        <a:buFont typeface="Arial" charset="0"/>
        <a:buChar char="»"/>
        <a:defRPr sz="2000">
          <a:solidFill>
            <a:srgbClr val="FFFFFF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6.jpeg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2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 /><Relationship Id="rId3" Type="http://schemas.openxmlformats.org/officeDocument/2006/relationships/diagramLayout" Target="../diagrams/layout1.xml" /><Relationship Id="rId7" Type="http://schemas.openxmlformats.org/officeDocument/2006/relationships/diagramData" Target="../diagrams/data2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1.xml" /><Relationship Id="rId6" Type="http://schemas.microsoft.com/office/2007/relationships/diagramDrawing" Target="../diagrams/drawing1.xml" /><Relationship Id="rId11" Type="http://schemas.microsoft.com/office/2007/relationships/diagramDrawing" Target="../diagrams/drawing2.xml" /><Relationship Id="rId5" Type="http://schemas.openxmlformats.org/officeDocument/2006/relationships/diagramColors" Target="../diagrams/colors1.xml" /><Relationship Id="rId10" Type="http://schemas.openxmlformats.org/officeDocument/2006/relationships/diagramColors" Target="../diagrams/colors2.xml" /><Relationship Id="rId4" Type="http://schemas.openxmlformats.org/officeDocument/2006/relationships/diagramQuickStyle" Target="../diagrams/quickStyle1.xml" /><Relationship Id="rId9" Type="http://schemas.openxmlformats.org/officeDocument/2006/relationships/diagramQuickStyle" Target="../diagrams/quickStyle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1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142844" y="410902"/>
            <a:ext cx="46434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i="1" dirty="0">
                <a:ln>
                  <a:solidFill>
                    <a:srgbClr val="92D050"/>
                  </a:solidFill>
                </a:ln>
                <a:solidFill>
                  <a:schemeClr val="tx2">
                    <a:lumMod val="95000"/>
                    <a:lumOff val="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Computer </a:t>
            </a:r>
            <a:r>
              <a:rPr lang="fr-FR" sz="3200" i="1" dirty="0" err="1">
                <a:ln>
                  <a:solidFill>
                    <a:srgbClr val="92D050"/>
                  </a:solidFill>
                </a:ln>
                <a:solidFill>
                  <a:schemeClr val="tx2">
                    <a:lumMod val="95000"/>
                    <a:lumOff val="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Systems</a:t>
            </a:r>
            <a:r>
              <a:rPr lang="fr-FR" sz="3200" i="1" dirty="0">
                <a:ln>
                  <a:solidFill>
                    <a:srgbClr val="92D050"/>
                  </a:solidFill>
                </a:ln>
                <a:solidFill>
                  <a:schemeClr val="tx2">
                    <a:lumMod val="95000"/>
                    <a:lumOff val="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 Security</a:t>
            </a:r>
          </a:p>
        </p:txBody>
      </p:sp>
      <p:sp>
        <p:nvSpPr>
          <p:cNvPr id="7" name="ZoneTexte 6"/>
          <p:cNvSpPr txBox="1"/>
          <p:nvPr/>
        </p:nvSpPr>
        <p:spPr>
          <a:xfrm rot="20628416">
            <a:off x="1790793" y="943794"/>
            <a:ext cx="72211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Part I</a:t>
            </a:r>
          </a:p>
          <a:p>
            <a:pPr algn="ctr"/>
            <a:r>
              <a:rPr lang="en-US" sz="4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Principles and practice of building and administering secure systems. </a:t>
            </a:r>
          </a:p>
        </p:txBody>
      </p:sp>
      <p:sp>
        <p:nvSpPr>
          <p:cNvPr id="8" name="ZoneTexte 7"/>
          <p:cNvSpPr txBox="1"/>
          <p:nvPr/>
        </p:nvSpPr>
        <p:spPr>
          <a:xfrm rot="20652133">
            <a:off x="604130" y="2644894"/>
            <a:ext cx="36966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 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fr-FR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Introduction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fr-FR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Definitions  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fr-FR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Concepts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CS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Flaws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Risk Management Process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Typology of R &amp; PS</a:t>
            </a:r>
            <a:endParaRPr lang="fr-FR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7286612" y="214290"/>
            <a:ext cx="1857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4ING-CS</a:t>
            </a:r>
          </a:p>
          <a:p>
            <a:pPr algn="ctr"/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2025-2026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6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100"/>
                            </p:stCondLst>
                            <p:childTnLst>
                              <p:par>
                                <p:cTn id="22" presetID="18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900"/>
                            </p:stCondLst>
                            <p:childTnLst>
                              <p:par>
                                <p:cTn id="2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e la date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70DFA66-68ED-4F51-B1FC-7E4400856922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EFF29A-B2FD-4D7F-BD7D-29982909C77B}" type="slidenum">
              <a:rPr lang="fr-FR" smtClean="0"/>
              <a:pPr/>
              <a:t>2</a:t>
            </a:fld>
            <a:endParaRPr lang="fr-FR"/>
          </a:p>
        </p:txBody>
      </p:sp>
      <p:pic>
        <p:nvPicPr>
          <p:cNvPr id="30" name="Picture 5" descr="skyscrapers&amp;sidewalks05"/>
          <p:cNvPicPr>
            <a:picLocks noChangeAspect="1" noChangeArrowheads="1"/>
          </p:cNvPicPr>
          <p:nvPr/>
        </p:nvPicPr>
        <p:blipFill>
          <a:blip r:embed="rId2"/>
          <a:srcRect b="18907"/>
          <a:stretch>
            <a:fillRect/>
          </a:stretch>
        </p:blipFill>
        <p:spPr bwMode="auto">
          <a:xfrm>
            <a:off x="5319803" y="1214421"/>
            <a:ext cx="2252593" cy="1571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ZoneTexte 11"/>
          <p:cNvSpPr txBox="1">
            <a:spLocks noChangeArrowheads="1"/>
          </p:cNvSpPr>
          <p:nvPr/>
        </p:nvSpPr>
        <p:spPr bwMode="auto">
          <a:xfrm>
            <a:off x="1140233" y="2842949"/>
            <a:ext cx="176683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impacts</a:t>
            </a:r>
          </a:p>
        </p:txBody>
      </p:sp>
      <p:sp>
        <p:nvSpPr>
          <p:cNvPr id="33" name="ZoneTexte 12"/>
          <p:cNvSpPr txBox="1">
            <a:spLocks noChangeArrowheads="1"/>
          </p:cNvSpPr>
          <p:nvPr/>
        </p:nvSpPr>
        <p:spPr bwMode="auto">
          <a:xfrm>
            <a:off x="543804" y="3892287"/>
            <a:ext cx="2818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Legal</a:t>
            </a:r>
            <a:r>
              <a:rPr lang="fr-FR" alt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altLang="fr-F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regulatory</a:t>
            </a:r>
            <a:r>
              <a:rPr lang="fr-FR" alt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impacts</a:t>
            </a:r>
          </a:p>
        </p:txBody>
      </p:sp>
      <p:sp>
        <p:nvSpPr>
          <p:cNvPr id="34" name="ZoneTexte 13"/>
          <p:cNvSpPr txBox="1">
            <a:spLocks noChangeArrowheads="1"/>
          </p:cNvSpPr>
          <p:nvPr/>
        </p:nvSpPr>
        <p:spPr bwMode="auto">
          <a:xfrm>
            <a:off x="5375052" y="3892287"/>
            <a:ext cx="22701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</a:t>
            </a:r>
            <a:r>
              <a:rPr lang="fr-FR" alt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impacts</a:t>
            </a:r>
          </a:p>
        </p:txBody>
      </p:sp>
      <p:sp>
        <p:nvSpPr>
          <p:cNvPr id="35" name="ZoneTexte 14"/>
          <p:cNvSpPr txBox="1">
            <a:spLocks noChangeArrowheads="1"/>
          </p:cNvSpPr>
          <p:nvPr/>
        </p:nvSpPr>
        <p:spPr bwMode="auto">
          <a:xfrm>
            <a:off x="5421624" y="2852474"/>
            <a:ext cx="21595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Impacts on </a:t>
            </a:r>
            <a:r>
              <a:rPr lang="fr-FR" altLang="fr-F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reputation</a:t>
            </a:r>
            <a:endParaRPr lang="fr-FR" altLang="fr-F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lèche vers le bas 35"/>
          <p:cNvSpPr/>
          <p:nvPr/>
        </p:nvSpPr>
        <p:spPr>
          <a:xfrm rot="2655180">
            <a:off x="3449728" y="3879256"/>
            <a:ext cx="287337" cy="733425"/>
          </a:xfrm>
          <a:prstGeom prst="down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ZoneTexte 16"/>
          <p:cNvSpPr txBox="1">
            <a:spLocks noChangeArrowheads="1"/>
          </p:cNvSpPr>
          <p:nvPr/>
        </p:nvSpPr>
        <p:spPr bwMode="auto">
          <a:xfrm>
            <a:off x="3923928" y="3419708"/>
            <a:ext cx="6591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38" name="Flèche vers le bas 37"/>
          <p:cNvSpPr/>
          <p:nvPr/>
        </p:nvSpPr>
        <p:spPr>
          <a:xfrm rot="19011080">
            <a:off x="4667340" y="3880843"/>
            <a:ext cx="288925" cy="733425"/>
          </a:xfrm>
          <a:prstGeom prst="down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Flèche vers le bas 38"/>
          <p:cNvSpPr/>
          <p:nvPr/>
        </p:nvSpPr>
        <p:spPr>
          <a:xfrm rot="13452912">
            <a:off x="4673690" y="2679437"/>
            <a:ext cx="287338" cy="733425"/>
          </a:xfrm>
          <a:prstGeom prst="down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Flèche vers le bas 39"/>
          <p:cNvSpPr/>
          <p:nvPr/>
        </p:nvSpPr>
        <p:spPr>
          <a:xfrm rot="8203604">
            <a:off x="3451315" y="2676262"/>
            <a:ext cx="288925" cy="733425"/>
          </a:xfrm>
          <a:prstGeom prst="down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1" name="Picture 16" descr="\\intranet.fr\sgdsn\utilisateurs_mercure\bureaux\chavanne\organisationnel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160" y="4500570"/>
            <a:ext cx="2550426" cy="16430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58" name="Picture 2" descr="https://media.kasperskydaily.com/wp-content/uploads/sites/93/2013/03/06104330/cybersecure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4392" y="4500570"/>
            <a:ext cx="2500330" cy="1695443"/>
          </a:xfrm>
          <a:prstGeom prst="rect">
            <a:avLst/>
          </a:prstGeom>
          <a:noFill/>
        </p:spPr>
      </p:pic>
      <p:pic>
        <p:nvPicPr>
          <p:cNvPr id="70665" name="Picture 9" descr="D:\sec_info\doc\téléchargement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2910" y="1142984"/>
            <a:ext cx="2643206" cy="1600200"/>
          </a:xfrm>
          <a:prstGeom prst="rect">
            <a:avLst/>
          </a:prstGeom>
          <a:noFill/>
        </p:spPr>
      </p:pic>
      <p:sp>
        <p:nvSpPr>
          <p:cNvPr id="42" name="ZoneTexte 41"/>
          <p:cNvSpPr txBox="1"/>
          <p:nvPr/>
        </p:nvSpPr>
        <p:spPr>
          <a:xfrm>
            <a:off x="214282" y="305733"/>
            <a:ext cx="1500198" cy="408623"/>
          </a:xfrm>
          <a:prstGeom prst="flowChartAlternateProcess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Introduction</a:t>
            </a:r>
            <a:r>
              <a:rPr lang="fr-FR" dirty="0"/>
              <a:t> 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3445838" y="305733"/>
            <a:ext cx="2357454" cy="408623"/>
          </a:xfrm>
          <a:prstGeom prst="flowChartAlternateProcess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Main Concepts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5895630" y="305733"/>
            <a:ext cx="1500198" cy="408623"/>
          </a:xfrm>
          <a:prstGeom prst="flowChartAlternateProcess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1830060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Definitions</a:t>
            </a:r>
            <a:r>
              <a:rPr lang="fr-FR" dirty="0">
                <a:solidFill>
                  <a:schemeClr val="bg1"/>
                </a:solidFill>
              </a:rPr>
              <a:t>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 animBg="1"/>
      <p:bldP spid="37" grpId="0"/>
      <p:bldP spid="37" grpId="1"/>
      <p:bldP spid="38" grpId="0" animBg="1"/>
      <p:bldP spid="39" grpId="0" animBg="1"/>
      <p:bldP spid="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e la date 2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8B1FEA-826D-443A-902B-C728123EEC92}" type="datetime1">
              <a:rPr lang="fr-FR" smtClean="0"/>
              <a:pPr/>
              <a:t>01/11/2025</a:t>
            </a:fld>
            <a:endParaRPr lang="fr-FR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EFF29A-B2FD-4D7F-BD7D-29982909C77B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23" name="Carré corné 22"/>
          <p:cNvSpPr/>
          <p:nvPr/>
        </p:nvSpPr>
        <p:spPr>
          <a:xfrm rot="21432814">
            <a:off x="767512" y="1582532"/>
            <a:ext cx="6500858" cy="1212116"/>
          </a:xfrm>
          <a:prstGeom prst="foldedCorner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000" dirty="0"/>
              <a:t>A set of techniques that ensure that data and resources (hardware or software) are used only in the context in which they are intended.</a:t>
            </a:r>
            <a:endParaRPr lang="fr-FR" sz="2000" dirty="0"/>
          </a:p>
        </p:txBody>
      </p:sp>
      <p:sp>
        <p:nvSpPr>
          <p:cNvPr id="24" name="Organigramme : Document 23"/>
          <p:cNvSpPr/>
          <p:nvPr/>
        </p:nvSpPr>
        <p:spPr>
          <a:xfrm rot="21377301">
            <a:off x="285720" y="993326"/>
            <a:ext cx="2428892" cy="649724"/>
          </a:xfrm>
          <a:prstGeom prst="flowChartDocumen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400" b="1" i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</a:rPr>
              <a:t>Security</a:t>
            </a:r>
            <a:r>
              <a:rPr lang="fr-FR" sz="2800" b="1" i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</a:rPr>
              <a:t> ?</a:t>
            </a:r>
            <a:r>
              <a:rPr lang="fr-FR" sz="2800" b="1" i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25" name="Carré corné 24"/>
          <p:cNvSpPr/>
          <p:nvPr/>
        </p:nvSpPr>
        <p:spPr>
          <a:xfrm rot="21416412">
            <a:off x="918480" y="4169844"/>
            <a:ext cx="7376893" cy="1212116"/>
          </a:xfrm>
          <a:prstGeom prst="foldedCorner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000" dirty="0"/>
              <a:t>Set of activities consisting of managing information: acquiring, storing, transforming, distributing, exploiting… often functions using a computer system.</a:t>
            </a:r>
            <a:endParaRPr lang="fr-FR" sz="2000" dirty="0"/>
          </a:p>
        </p:txBody>
      </p:sp>
      <p:sp>
        <p:nvSpPr>
          <p:cNvPr id="30" name="Organigramme : Document 29"/>
          <p:cNvSpPr/>
          <p:nvPr/>
        </p:nvSpPr>
        <p:spPr>
          <a:xfrm rot="21318130">
            <a:off x="438120" y="3070094"/>
            <a:ext cx="5776954" cy="649724"/>
          </a:xfrm>
          <a:prstGeom prst="flowChartDocumen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400" b="1" i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</a:rPr>
              <a:t>Information</a:t>
            </a:r>
            <a:r>
              <a:rPr lang="fr-FR" sz="2800" b="1" i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</a:rPr>
              <a:t> System?</a:t>
            </a:r>
            <a:r>
              <a:rPr lang="fr-FR" sz="2800" b="1" i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9" name="Explosion 1 38"/>
          <p:cNvSpPr/>
          <p:nvPr/>
        </p:nvSpPr>
        <p:spPr bwMode="auto">
          <a:xfrm>
            <a:off x="321409" y="2216229"/>
            <a:ext cx="8001056" cy="2357454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r>
              <a:rPr lang="fr-FR" b="1" i="1" dirty="0">
                <a:solidFill>
                  <a:schemeClr val="tx1"/>
                </a:solidFill>
              </a:rPr>
              <a:t>Information system </a:t>
            </a:r>
            <a:r>
              <a:rPr lang="fr-FR" b="1" i="1" dirty="0" err="1">
                <a:solidFill>
                  <a:schemeClr val="tx1"/>
                </a:solidFill>
              </a:rPr>
              <a:t>security</a:t>
            </a:r>
            <a:endParaRPr lang="fr-FR" b="1" i="1" dirty="0">
              <a:solidFill>
                <a:schemeClr val="tx1"/>
              </a:solidFill>
            </a:endParaRPr>
          </a:p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r>
              <a:rPr lang="fr-FR" b="1" i="1" dirty="0">
                <a:solidFill>
                  <a:schemeClr val="tx1"/>
                </a:solidFill>
              </a:rPr>
              <a:t> = </a:t>
            </a:r>
          </a:p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r>
              <a:rPr lang="fr-FR" b="1" i="1" dirty="0">
                <a:solidFill>
                  <a:schemeClr val="tx1"/>
                </a:solidFill>
              </a:rPr>
              <a:t>Computer system </a:t>
            </a:r>
            <a:r>
              <a:rPr lang="fr-FR" b="1" i="1" dirty="0" err="1">
                <a:solidFill>
                  <a:schemeClr val="tx1"/>
                </a:solidFill>
              </a:rPr>
              <a:t>security</a:t>
            </a:r>
            <a:r>
              <a:rPr lang="fr-FR" b="1" i="1" dirty="0">
                <a:solidFill>
                  <a:schemeClr val="tx1"/>
                </a:solidFill>
              </a:rPr>
              <a:t>.</a:t>
            </a:r>
            <a:endParaRPr lang="fr-FR" b="1" dirty="0">
              <a:solidFill>
                <a:schemeClr val="tx1"/>
              </a:solidFill>
            </a:endParaRPr>
          </a:p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pic>
        <p:nvPicPr>
          <p:cNvPr id="41" name="Picture 2" descr="dropped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21421740">
            <a:off x="1788989" y="2622145"/>
            <a:ext cx="5065309" cy="30064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ZoneTexte 14"/>
          <p:cNvSpPr txBox="1"/>
          <p:nvPr/>
        </p:nvSpPr>
        <p:spPr>
          <a:xfrm>
            <a:off x="214282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Introduction</a:t>
            </a:r>
            <a:r>
              <a:rPr lang="fr-FR" dirty="0"/>
              <a:t> 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3445838" y="305733"/>
            <a:ext cx="2357454" cy="408623"/>
          </a:xfrm>
          <a:prstGeom prst="flowChartAlternateProcess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Main Concepts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5895630" y="305733"/>
            <a:ext cx="1500198" cy="408623"/>
          </a:xfrm>
          <a:prstGeom prst="flowChartAlternateProcess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1830060" y="305733"/>
            <a:ext cx="1500198" cy="408623"/>
          </a:xfrm>
          <a:prstGeom prst="flowChartAlternateProcess">
            <a:avLst/>
          </a:prstGeom>
          <a:solidFill>
            <a:srgbClr val="FF33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Definitions</a:t>
            </a:r>
            <a:r>
              <a:rPr lang="fr-FR" dirty="0">
                <a:solidFill>
                  <a:schemeClr val="bg1"/>
                </a:solidFill>
              </a:rPr>
              <a:t>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9" presetClass="exit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 animBg="1"/>
      <p:bldP spid="30" grpId="0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e la date 2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8B1FEA-826D-443A-902B-C728123EEC92}" type="datetime1">
              <a:rPr lang="fr-FR" smtClean="0"/>
              <a:pPr/>
              <a:t>01/11/2025</a:t>
            </a:fld>
            <a:endParaRPr lang="fr-FR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EFF29A-B2FD-4D7F-BD7D-29982909C77B}" type="slidenum">
              <a:rPr lang="fr-FR" smtClean="0"/>
              <a:pPr/>
              <a:t>4</a:t>
            </a:fld>
            <a:endParaRPr lang="fr-FR"/>
          </a:p>
        </p:txBody>
      </p:sp>
      <p:grpSp>
        <p:nvGrpSpPr>
          <p:cNvPr id="2" name="Groupe 38"/>
          <p:cNvGrpSpPr/>
          <p:nvPr/>
        </p:nvGrpSpPr>
        <p:grpSpPr>
          <a:xfrm>
            <a:off x="1285852" y="1285860"/>
            <a:ext cx="7286676" cy="4857784"/>
            <a:chOff x="1285852" y="1285860"/>
            <a:chExt cx="7286676" cy="4857784"/>
          </a:xfrm>
        </p:grpSpPr>
        <p:sp>
          <p:nvSpPr>
            <p:cNvPr id="33" name="Rectangle 32"/>
            <p:cNvSpPr/>
            <p:nvPr/>
          </p:nvSpPr>
          <p:spPr bwMode="auto">
            <a:xfrm>
              <a:off x="2500298" y="2000240"/>
              <a:ext cx="2786082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4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Threat</a:t>
              </a:r>
              <a:endParaRPr kumimoji="0" lang="fr-FR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1285852" y="1285860"/>
              <a:ext cx="2786082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8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Vulnerability</a:t>
              </a:r>
              <a:endParaRPr kumimoji="0" lang="fr-FR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3929058" y="2786058"/>
              <a:ext cx="2786082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4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Attack</a:t>
              </a:r>
              <a:endParaRPr kumimoji="0" lang="fr-FR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4643438" y="3643314"/>
              <a:ext cx="3643338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4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Countermeasures</a:t>
              </a:r>
              <a:endParaRPr kumimoji="0" lang="fr-FR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5214942" y="4643446"/>
              <a:ext cx="3357586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4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Risk</a:t>
              </a:r>
              <a:endParaRPr kumimoji="0" lang="fr-FR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5572132" y="5572140"/>
              <a:ext cx="2786082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4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Risk</a:t>
              </a:r>
              <a:r>
                <a:rPr lang="fr-FR" sz="2400" b="1" i="1" dirty="0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 Matrix</a:t>
              </a:r>
              <a:endParaRPr kumimoji="0" lang="fr-FR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81888" y="3143248"/>
            <a:ext cx="4000528" cy="23530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 defect or weakness in a system's design, implementation, or internal control that may lead to a security breach or violation of its security policy.</a:t>
            </a:r>
            <a:endParaRPr lang="fr-FR" sz="2000" i="1" spc="300" dirty="0">
              <a:ln w="11430" cmpd="sng">
                <a:noFill/>
                <a:prstDash val="solid"/>
                <a:miter lim="800000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1888" y="3365650"/>
            <a:ext cx="4000528" cy="14293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possibility that a vulnerability could be exploited accidentally or by a malicious agent.</a:t>
            </a:r>
            <a:endParaRPr lang="fr-FR" sz="2000" i="1" spc="300" dirty="0">
              <a:ln w="11430" cmpd="sng">
                <a:noFill/>
                <a:prstDash val="solid"/>
                <a:miter lim="800000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8611" y="3380866"/>
            <a:ext cx="4429156" cy="19389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Malicious action exploiting vulnerabilities in a system, used to break security services by hijacking mechanisms.</a:t>
            </a:r>
            <a:endParaRPr lang="fr-F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65768" y="3415406"/>
            <a:ext cx="4214842" cy="14219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These are the procedures or techniques used to resolve a vulnerability or counter a specific attack.</a:t>
            </a:r>
            <a:endParaRPr lang="fr-F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13246" y="3596322"/>
            <a:ext cx="4000528" cy="9680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This is the probability that a threat will exploit a vulnerability.</a:t>
            </a:r>
            <a:endParaRPr lang="fr-FR" sz="2000" i="1" spc="300" dirty="0">
              <a:ln w="11430" cmpd="sng">
                <a:noFill/>
                <a:prstDash val="solid"/>
                <a:miter lim="800000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itchFamily="18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214282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Introduction</a:t>
            </a:r>
            <a:r>
              <a:rPr lang="fr-FR" dirty="0"/>
              <a:t> 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3445838" y="305733"/>
            <a:ext cx="2357454" cy="408623"/>
          </a:xfrm>
          <a:prstGeom prst="flowChartAlternateProcess">
            <a:avLst/>
          </a:prstGeom>
          <a:solidFill>
            <a:srgbClr val="FF33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Main Concepts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5895630" y="305733"/>
            <a:ext cx="1500198" cy="408623"/>
          </a:xfrm>
          <a:prstGeom prst="flowChartAlternateProcess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1830060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Definitions</a:t>
            </a:r>
            <a:r>
              <a:rPr lang="fr-FR" dirty="0">
                <a:solidFill>
                  <a:schemeClr val="bg1"/>
                </a:solidFill>
              </a:rPr>
              <a:t>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e la date 11"/>
          <p:cNvSpPr>
            <a:spLocks noGrp="1"/>
          </p:cNvSpPr>
          <p:nvPr>
            <p:ph type="dt" idx="10"/>
          </p:nvPr>
        </p:nvSpPr>
        <p:spPr>
          <a:xfrm>
            <a:off x="285720" y="6215082"/>
            <a:ext cx="2132013" cy="474663"/>
          </a:xfrm>
        </p:spPr>
        <p:txBody>
          <a:bodyPr/>
          <a:lstStyle/>
          <a:p>
            <a:fld id="{EE583F78-3381-4BCD-992A-108CC30EC25A}" type="datetime1">
              <a:rPr lang="fr-FR" smtClean="0"/>
              <a:pPr/>
              <a:t>01/11/2025</a:t>
            </a:fld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idx="12"/>
          </p:nvPr>
        </p:nvSpPr>
        <p:spPr>
          <a:xfrm>
            <a:off x="6553200" y="6286520"/>
            <a:ext cx="2132013" cy="474663"/>
          </a:xfrm>
        </p:spPr>
        <p:txBody>
          <a:bodyPr/>
          <a:lstStyle/>
          <a:p>
            <a:fld id="{66EFF29A-B2FD-4D7F-BD7D-29982909C77B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428596" y="1000108"/>
            <a:ext cx="7143800" cy="960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Determine the value of equipment, software and especially information,</a:t>
            </a:r>
            <a:endParaRPr lang="fr-F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" name="Picture 3" descr="C:\Users\pc\Desktop\2tup\fleche-gif-078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7296" y="1136588"/>
            <a:ext cx="428596" cy="285752"/>
          </a:xfrm>
          <a:prstGeom prst="rect">
            <a:avLst/>
          </a:prstGeom>
          <a:noFill/>
        </p:spPr>
      </p:pic>
      <p:sp>
        <p:nvSpPr>
          <p:cNvPr id="26" name="ZoneTexte 25"/>
          <p:cNvSpPr txBox="1"/>
          <p:nvPr/>
        </p:nvSpPr>
        <p:spPr>
          <a:xfrm>
            <a:off x="357158" y="1920694"/>
            <a:ext cx="8786842" cy="498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Determine the cost and time of replacement,</a:t>
            </a:r>
            <a:endParaRPr lang="fr-F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" name="Picture 3" descr="C:\Users\pc\Desktop\2tup\fleche-gif-078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7296" y="2053976"/>
            <a:ext cx="428596" cy="285752"/>
          </a:xfrm>
          <a:prstGeom prst="rect">
            <a:avLst/>
          </a:prstGeom>
          <a:noFill/>
        </p:spPr>
      </p:pic>
      <p:sp>
        <p:nvSpPr>
          <p:cNvPr id="28" name="ZoneTexte 27"/>
          <p:cNvSpPr txBox="1"/>
          <p:nvPr/>
        </p:nvSpPr>
        <p:spPr>
          <a:xfrm>
            <a:off x="387652" y="2459992"/>
            <a:ext cx="8715404" cy="960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Perform a vulnerability analysis of the information contained on networked computers (packet analysis programs, logs, etc.),</a:t>
            </a:r>
            <a:endParaRPr lang="fr-F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357158" y="3431116"/>
            <a:ext cx="8786842" cy="498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Determine the impact of company computer hacks on customers</a:t>
            </a:r>
            <a:endParaRPr lang="fr-F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" name="Picture 3" descr="C:\Users\pc\Desktop\2tup\fleche-gif-078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7296" y="2609264"/>
            <a:ext cx="428596" cy="285752"/>
          </a:xfrm>
          <a:prstGeom prst="rect">
            <a:avLst/>
          </a:prstGeom>
          <a:noFill/>
        </p:spPr>
      </p:pic>
      <p:pic>
        <p:nvPicPr>
          <p:cNvPr id="31" name="Picture 3" descr="C:\Users\pc\Desktop\2tup\fleche-gif-078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3648" y="3578046"/>
            <a:ext cx="428596" cy="285752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2" name="Parchemin horizontal 31"/>
          <p:cNvSpPr/>
          <p:nvPr/>
        </p:nvSpPr>
        <p:spPr bwMode="auto">
          <a:xfrm>
            <a:off x="755576" y="4221088"/>
            <a:ext cx="7640067" cy="1143008"/>
          </a:xfrm>
          <a:prstGeom prst="horizontalScroll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buNone/>
              <a:tabLst/>
            </a:pPr>
            <a:endParaRPr kumimoji="0" lang="fr-F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r>
              <a:rPr lang="en-US" sz="2000" b="1" dirty="0">
                <a:solidFill>
                  <a:schemeClr val="bg1"/>
                </a:solidFill>
                <a:latin typeface="Arial" charset="0"/>
                <a:ea typeface="MS Gothic" charset="-128"/>
              </a:rPr>
              <a:t>Risk Level = Severity * Probability of Production</a:t>
            </a:r>
            <a:endParaRPr kumimoji="0" lang="fr-FR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5576" y="5589787"/>
            <a:ext cx="7640067" cy="40011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2286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Calculation of a risk = Threat X Vulnerability/Countermeasure</a:t>
            </a:r>
            <a:endParaRPr lang="fr-FR" sz="2000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214282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Introduction</a:t>
            </a:r>
            <a:r>
              <a:rPr lang="fr-FR" dirty="0"/>
              <a:t> 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445838" y="305733"/>
            <a:ext cx="2357454" cy="408623"/>
          </a:xfrm>
          <a:prstGeom prst="flowChartAlternateProcess">
            <a:avLst/>
          </a:prstGeom>
          <a:solidFill>
            <a:srgbClr val="FF33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Main Concepts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5895630" y="305733"/>
            <a:ext cx="1500198" cy="408623"/>
          </a:xfrm>
          <a:prstGeom prst="flowChartAlternateProcess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1830060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Definitions</a:t>
            </a:r>
            <a:r>
              <a:rPr lang="fr-FR" dirty="0">
                <a:solidFill>
                  <a:schemeClr val="bg1"/>
                </a:solidFill>
              </a:rPr>
              <a:t>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  <p:bldP spid="28" grpId="0"/>
      <p:bldP spid="29" grpId="0"/>
      <p:bldP spid="32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e la date 2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8B1FEA-826D-443A-902B-C728123EEC92}" type="datetime1">
              <a:rPr lang="fr-FR" smtClean="0"/>
              <a:pPr/>
              <a:t>01/11/2025</a:t>
            </a:fld>
            <a:endParaRPr lang="fr-FR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EFF29A-B2FD-4D7F-BD7D-29982909C77B}" type="slidenum">
              <a:rPr lang="fr-FR" smtClean="0"/>
              <a:pPr/>
              <a:t>6</a:t>
            </a:fld>
            <a:endParaRPr lang="fr-FR"/>
          </a:p>
        </p:txBody>
      </p:sp>
      <p:grpSp>
        <p:nvGrpSpPr>
          <p:cNvPr id="2" name="Groupe 38"/>
          <p:cNvGrpSpPr/>
          <p:nvPr/>
        </p:nvGrpSpPr>
        <p:grpSpPr>
          <a:xfrm>
            <a:off x="1285852" y="1285860"/>
            <a:ext cx="7286676" cy="4857784"/>
            <a:chOff x="1285852" y="1285860"/>
            <a:chExt cx="7286676" cy="4857784"/>
          </a:xfrm>
        </p:grpSpPr>
        <p:sp>
          <p:nvSpPr>
            <p:cNvPr id="33" name="Rectangle 32"/>
            <p:cNvSpPr/>
            <p:nvPr/>
          </p:nvSpPr>
          <p:spPr bwMode="auto">
            <a:xfrm>
              <a:off x="2500298" y="2000240"/>
              <a:ext cx="2786082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4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Threat</a:t>
              </a:r>
              <a:endParaRPr kumimoji="0" lang="fr-FR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1285852" y="1285860"/>
              <a:ext cx="2786082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8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Vulnerability</a:t>
              </a:r>
              <a:endParaRPr kumimoji="0" lang="fr-FR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3929058" y="2786058"/>
              <a:ext cx="2786082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4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Attack</a:t>
              </a:r>
              <a:endParaRPr kumimoji="0" lang="fr-FR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4643438" y="3643314"/>
              <a:ext cx="3643338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4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Countermeasures</a:t>
              </a:r>
              <a:endParaRPr kumimoji="0" lang="fr-FR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5214942" y="4643446"/>
              <a:ext cx="3357586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4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Risk</a:t>
              </a:r>
              <a:endParaRPr kumimoji="0" lang="fr-FR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5572132" y="5572140"/>
              <a:ext cx="2786082" cy="57150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  <a:scene3d>
              <a:camera prst="isometricOffAxis1Right"/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ct val="100000"/>
              </a:pPr>
              <a:r>
                <a:rPr lang="fr-FR" sz="2400" b="1" i="1" dirty="0" err="1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Risk</a:t>
              </a:r>
              <a:r>
                <a:rPr lang="fr-FR" sz="2400" b="1" i="1" dirty="0">
                  <a:solidFill>
                    <a:schemeClr val="tx1"/>
                  </a:solidFill>
                  <a:latin typeface="Times New Roman" pitchFamily="18" charset="0"/>
                  <a:ea typeface="MS Gothic" charset="-128"/>
                  <a:cs typeface="Times New Roman" pitchFamily="18" charset="0"/>
                </a:rPr>
                <a:t> Matrix</a:t>
              </a:r>
              <a:endParaRPr kumimoji="0" lang="fr-FR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MS Gothic" charset="-128"/>
                <a:cs typeface="Times New Roman" pitchFamily="18" charset="0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302566" y="3409856"/>
            <a:ext cx="4000528" cy="1891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(probability, assessment or impact) is a risk analysis tool that assesses the severity of a risk in a system based on the likelihood of it occurring.</a:t>
            </a:r>
            <a:endParaRPr lang="fr-FR" sz="2000" i="1" spc="300" dirty="0">
              <a:ln w="11430" cmpd="sng">
                <a:noFill/>
                <a:prstDash val="solid"/>
                <a:miter lim="800000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itchFamily="18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214282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Introduction</a:t>
            </a:r>
            <a:r>
              <a:rPr lang="fr-FR" dirty="0"/>
              <a:t> 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3445838" y="305733"/>
            <a:ext cx="2357454" cy="408623"/>
          </a:xfrm>
          <a:prstGeom prst="flowChartAlternateProcess">
            <a:avLst/>
          </a:prstGeom>
          <a:solidFill>
            <a:srgbClr val="FF33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Main Concepts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5895630" y="305733"/>
            <a:ext cx="1500198" cy="408623"/>
          </a:xfrm>
          <a:prstGeom prst="flowChartAlternateProcess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1830060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Definitions</a:t>
            </a:r>
            <a:r>
              <a:rPr lang="fr-FR" dirty="0">
                <a:solidFill>
                  <a:schemeClr val="bg1"/>
                </a:solidFill>
              </a:rPr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754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e la date 11"/>
          <p:cNvSpPr>
            <a:spLocks noGrp="1"/>
          </p:cNvSpPr>
          <p:nvPr>
            <p:ph type="dt" idx="10"/>
          </p:nvPr>
        </p:nvSpPr>
        <p:spPr>
          <a:xfrm>
            <a:off x="285720" y="6215082"/>
            <a:ext cx="2132013" cy="474663"/>
          </a:xfrm>
        </p:spPr>
        <p:txBody>
          <a:bodyPr/>
          <a:lstStyle/>
          <a:p>
            <a:fld id="{EE583F78-3381-4BCD-992A-108CC30EC25A}" type="datetime1">
              <a:rPr lang="fr-FR" smtClean="0"/>
              <a:pPr/>
              <a:t>01/11/2025</a:t>
            </a:fld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idx="12"/>
          </p:nvPr>
        </p:nvSpPr>
        <p:spPr>
          <a:xfrm>
            <a:off x="6553200" y="6286520"/>
            <a:ext cx="2132013" cy="474663"/>
          </a:xfrm>
        </p:spPr>
        <p:txBody>
          <a:bodyPr/>
          <a:lstStyle/>
          <a:p>
            <a:fld id="{66EFF29A-B2FD-4D7F-BD7D-29982909C77B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624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85926"/>
            <a:ext cx="7600950" cy="39290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Explosion 1 24"/>
          <p:cNvSpPr/>
          <p:nvPr/>
        </p:nvSpPr>
        <p:spPr bwMode="auto">
          <a:xfrm>
            <a:off x="1643042" y="4000504"/>
            <a:ext cx="1571636" cy="785818"/>
          </a:xfrm>
          <a:prstGeom prst="irregularSeal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buNone/>
              <a:tabLst/>
            </a:pPr>
            <a:r>
              <a:rPr kumimoji="0" lang="fr-FR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Minor</a:t>
            </a:r>
            <a:endParaRPr kumimoji="0" lang="fr-FR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sp>
        <p:nvSpPr>
          <p:cNvPr id="26" name="Explosion 1 25"/>
          <p:cNvSpPr/>
          <p:nvPr/>
        </p:nvSpPr>
        <p:spPr bwMode="auto">
          <a:xfrm>
            <a:off x="2955522" y="3183896"/>
            <a:ext cx="1571636" cy="785818"/>
          </a:xfrm>
          <a:prstGeom prst="irregularSeal1">
            <a:avLst/>
          </a:prstGeom>
          <a:solidFill>
            <a:srgbClr val="FF9900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buNone/>
              <a:tabLst/>
            </a:pPr>
            <a:r>
              <a:rPr kumimoji="0" lang="fr-F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Major</a:t>
            </a:r>
          </a:p>
        </p:txBody>
      </p:sp>
      <p:sp>
        <p:nvSpPr>
          <p:cNvPr id="27" name="Explosion 1 26"/>
          <p:cNvSpPr/>
          <p:nvPr/>
        </p:nvSpPr>
        <p:spPr bwMode="auto">
          <a:xfrm>
            <a:off x="4868514" y="2626600"/>
            <a:ext cx="1775188" cy="785818"/>
          </a:xfrm>
          <a:prstGeom prst="irregularSeal1">
            <a:avLst/>
          </a:prstGeom>
          <a:solidFill>
            <a:srgbClr val="FF3300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buNone/>
              <a:tabLst/>
            </a:pPr>
            <a:r>
              <a:rPr kumimoji="0" lang="fr-FR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Critical</a:t>
            </a:r>
            <a:endParaRPr kumimoji="0" lang="fr-FR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14282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Introduction</a:t>
            </a:r>
            <a:r>
              <a:rPr lang="fr-FR" dirty="0"/>
              <a:t> 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445838" y="305733"/>
            <a:ext cx="2357454" cy="408623"/>
          </a:xfrm>
          <a:prstGeom prst="flowChartAlternateProcess">
            <a:avLst/>
          </a:prstGeom>
          <a:solidFill>
            <a:srgbClr val="FF33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Main Concepts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5895630" y="305733"/>
            <a:ext cx="1500198" cy="408623"/>
          </a:xfrm>
          <a:prstGeom prst="flowChartAlternateProcess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830060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Definitions</a:t>
            </a:r>
            <a:r>
              <a:rPr lang="fr-FR" dirty="0">
                <a:solidFill>
                  <a:schemeClr val="bg1"/>
                </a:solidFill>
              </a:rPr>
              <a:t>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713266" y="928670"/>
            <a:ext cx="5214974" cy="1071570"/>
          </a:xfrm>
          <a:prstGeom prst="wedgeRoundRectCallout">
            <a:avLst>
              <a:gd name="adj1" fmla="val -39881"/>
              <a:gd name="adj2" fmla="val 104405"/>
              <a:gd name="adj3" fmla="val 16667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Refers to the protection of sensitive data from unauthorized access or disclosure. (encryption, access controls, …. 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73558" y="2643182"/>
            <a:ext cx="2071702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err="1">
                <a:solidFill>
                  <a:schemeClr val="bg1"/>
                </a:solidFill>
              </a:rPr>
              <a:t>Confidentiality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3357554" y="2082128"/>
            <a:ext cx="5786446" cy="1071570"/>
          </a:xfrm>
          <a:prstGeom prst="wedgeRoundRectCallout">
            <a:avLst>
              <a:gd name="adj1" fmla="val -7804"/>
              <a:gd name="adj2" fmla="val 94216"/>
              <a:gd name="adj3" fmla="val 16667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ensures that data is not tampered with or altered in any way. This can be achieved through the use of digital signatures, hashing, and other cryptographic methods, …</a:t>
            </a:r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0" y="3153698"/>
            <a:ext cx="4888246" cy="1061120"/>
          </a:xfrm>
          <a:prstGeom prst="wedgeRoundRectCallout">
            <a:avLst>
              <a:gd name="adj1" fmla="val -21175"/>
              <a:gd name="adj2" fmla="val 92829"/>
              <a:gd name="adj3" fmla="val 16667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/>
              <a:t>The ability to access data and resources when needed. This can be achieved using redundant systems, backups, and disaster recovery plans, ...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5072066" y="3656962"/>
            <a:ext cx="1500198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Integrity</a:t>
            </a:r>
            <a:r>
              <a:rPr lang="fr-FR" b="1" dirty="0"/>
              <a:t> </a:t>
            </a:r>
            <a:r>
              <a:rPr lang="fr-FR" b="1" dirty="0">
                <a:solidFill>
                  <a:schemeClr val="bg1"/>
                </a:solidFill>
              </a:rPr>
              <a:t> 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500034" y="4714884"/>
            <a:ext cx="1857388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Availability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6" name="Espace réservé de la date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E224E2-FA6E-4EEF-AC22-00FE04074461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EFF29A-B2FD-4D7F-BD7D-29982909C77B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21" name="Rectangle à coins arrondis 20"/>
          <p:cNvSpPr/>
          <p:nvPr/>
        </p:nvSpPr>
        <p:spPr>
          <a:xfrm>
            <a:off x="5286380" y="4123336"/>
            <a:ext cx="3643338" cy="857256"/>
          </a:xfrm>
          <a:prstGeom prst="wedgeRoundRectCallout">
            <a:avLst>
              <a:gd name="adj1" fmla="val 26048"/>
              <a:gd name="adj2" fmla="val 109181"/>
              <a:gd name="adj3" fmla="val 16667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 actor cannot deny having taken a particular action (digital signature, ACK, ...) 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7015618" y="5572140"/>
            <a:ext cx="1948870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/>
              <a:t>Non-</a:t>
            </a:r>
            <a:r>
              <a:rPr lang="fr-FR" b="1" dirty="0" err="1"/>
              <a:t>repudiation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5" name="Image 2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714488"/>
            <a:ext cx="2212975" cy="189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Rectangle à coins arrondis 25"/>
          <p:cNvSpPr/>
          <p:nvPr/>
        </p:nvSpPr>
        <p:spPr>
          <a:xfrm>
            <a:off x="1285852" y="5312984"/>
            <a:ext cx="4875594" cy="857256"/>
          </a:xfrm>
          <a:prstGeom prst="wedgeRoundRectCallout">
            <a:avLst>
              <a:gd name="adj1" fmla="val -6916"/>
              <a:gd name="adj2" fmla="val -96190"/>
              <a:gd name="adj3" fmla="val 16667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Refers to the verification of identity (Access control, …).</a:t>
            </a:r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2867938" y="4527866"/>
            <a:ext cx="2020308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Authentiication</a:t>
            </a:r>
            <a:r>
              <a:rPr lang="fr-FR" b="1" dirty="0"/>
              <a:t>  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214282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Introduction</a:t>
            </a:r>
            <a:r>
              <a:rPr lang="fr-FR" dirty="0"/>
              <a:t> 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3445838" y="305733"/>
            <a:ext cx="2357454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Main Concepts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895630" y="305733"/>
            <a:ext cx="1500198" cy="408623"/>
          </a:xfrm>
          <a:prstGeom prst="flowChartAlternateProcess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1830060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Definitions</a:t>
            </a:r>
            <a:r>
              <a:rPr lang="fr-FR" dirty="0">
                <a:solidFill>
                  <a:schemeClr val="bg1"/>
                </a:solidFill>
              </a:rPr>
              <a:t>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xit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21" grpId="0" animBg="1"/>
      <p:bldP spid="22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5720" y="976954"/>
            <a:ext cx="6000792" cy="461665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400" b="1" i="1" spc="300" dirty="0" err="1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</a:rPr>
              <a:t>Internal</a:t>
            </a:r>
            <a:r>
              <a:rPr lang="fr-FR" sz="2400" b="1" i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</a:rPr>
              <a:t> </a:t>
            </a:r>
            <a:r>
              <a:rPr lang="fr-FR" sz="2400" b="1" i="1" spc="300" dirty="0" err="1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</a:rPr>
              <a:t>security</a:t>
            </a:r>
            <a:endParaRPr lang="fr-FR" sz="2400" b="1" i="1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14282" y="1497587"/>
            <a:ext cx="60007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It involves securing the IT infrastructure. Security at the level of physical infrastructure: secure rooms, places open to the public, common areas. Internet connectivity, wired local networks, wireless networks, telephony and remote networks.</a:t>
            </a:r>
            <a:endParaRPr lang="fr-F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idx="10"/>
          </p:nvPr>
        </p:nvSpPr>
        <p:spPr>
          <a:xfrm>
            <a:off x="285720" y="6215082"/>
            <a:ext cx="2132013" cy="474663"/>
          </a:xfrm>
        </p:spPr>
        <p:txBody>
          <a:bodyPr/>
          <a:lstStyle/>
          <a:p>
            <a:fld id="{EE583F78-3381-4BCD-992A-108CC30EC25A}" type="datetime1">
              <a:rPr lang="fr-FR" smtClean="0"/>
              <a:pPr/>
              <a:t>01/11/2025</a:t>
            </a:fld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idx="12"/>
          </p:nvPr>
        </p:nvSpPr>
        <p:spPr>
          <a:xfrm>
            <a:off x="6553200" y="6286520"/>
            <a:ext cx="2132013" cy="474663"/>
          </a:xfrm>
        </p:spPr>
        <p:txBody>
          <a:bodyPr/>
          <a:lstStyle/>
          <a:p>
            <a:fld id="{66EFF29A-B2FD-4D7F-BD7D-29982909C77B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50506" y="305733"/>
            <a:ext cx="1500198" cy="408623"/>
          </a:xfrm>
          <a:prstGeom prst="flowChartAlternateProcess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Types of CS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3268414" y="305733"/>
            <a:ext cx="1663626" cy="408623"/>
          </a:xfrm>
          <a:prstGeom prst="flowChartAlternateProcess">
            <a:avLst/>
          </a:prstGeom>
          <a:noFill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RMP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5036347" y="305733"/>
            <a:ext cx="2321735" cy="408623"/>
          </a:xfrm>
          <a:prstGeom prst="flowChartAlternateProcess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Typology</a:t>
            </a:r>
            <a:r>
              <a:rPr lang="fr-FR" dirty="0">
                <a:solidFill>
                  <a:schemeClr val="bg1"/>
                </a:solidFill>
              </a:rPr>
              <a:t> of R &amp; PS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1652636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Flaws</a:t>
            </a:r>
            <a:endParaRPr lang="fr-FR" dirty="0"/>
          </a:p>
        </p:txBody>
      </p:sp>
      <p:sp>
        <p:nvSpPr>
          <p:cNvPr id="20" name="Rectangle 19"/>
          <p:cNvSpPr/>
          <p:nvPr/>
        </p:nvSpPr>
        <p:spPr>
          <a:xfrm>
            <a:off x="0" y="3664214"/>
            <a:ext cx="6487210" cy="461665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400" b="1" i="1" spc="300" dirty="0" err="1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</a:rPr>
              <a:t>External</a:t>
            </a:r>
            <a:r>
              <a:rPr lang="fr-FR" sz="2400" b="1" i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</a:rPr>
              <a:t> </a:t>
            </a:r>
            <a:r>
              <a:rPr lang="fr-FR" sz="2400" b="1" i="1" spc="300" dirty="0" err="1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</a:rPr>
              <a:t>security</a:t>
            </a:r>
            <a:endParaRPr lang="fr-FR" sz="2400" b="1" i="1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itchFamily="18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285720" y="4214818"/>
            <a:ext cx="55007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This type of security is linked to the content of the IT infrastructure. It consists of securing: data (logical security), applications and services.</a:t>
            </a:r>
            <a:endParaRPr lang="fr-F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3" name="Picture 1" descr="D:\sec_info\doc\téléchargement (1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86512" y="2143116"/>
            <a:ext cx="2440785" cy="32718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57950" y="2214554"/>
            <a:ext cx="1000132" cy="7696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6" name="ZoneTexte 25"/>
          <p:cNvSpPr txBox="1"/>
          <p:nvPr/>
        </p:nvSpPr>
        <p:spPr>
          <a:xfrm>
            <a:off x="857224" y="1500174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14612" y="2500306"/>
            <a:ext cx="135732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8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5786" y="1785926"/>
            <a:ext cx="135732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8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0562" y="1714488"/>
            <a:ext cx="135732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8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472" y="4143380"/>
            <a:ext cx="135732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8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57686" y="4071942"/>
            <a:ext cx="135732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8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5E-6 -3.18224E-6 L -0.00902 0.37628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" y="18800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0.00677 -0.01966 L 0.00469 -0.39154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0" y="-18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20" grpId="0"/>
      <p:bldP spid="20" grpId="1"/>
      <p:bldP spid="21" grpId="0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364410" y="1374155"/>
            <a:ext cx="7429552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77800" algn="just"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Default software and hardware installation;</a:t>
            </a:r>
          </a:p>
          <a:p>
            <a:pPr lvl="0" indent="177800" algn="just"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Updates not performed;</a:t>
            </a:r>
          </a:p>
          <a:p>
            <a:pPr lvl="0" indent="177800" algn="just"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Nonexistent or default passwords</a:t>
            </a:r>
          </a:p>
          <a:p>
            <a:pPr lvl="0" indent="177800" algn="just"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No separation of operational flows from system administration flows;</a:t>
            </a:r>
          </a:p>
          <a:p>
            <a:pPr lvl="0" indent="177800" algn="just"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Outdated security procedures;</a:t>
            </a:r>
          </a:p>
          <a:p>
            <a:pPr lvl="0" indent="177800" algn="just"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Weak authentication;</a:t>
            </a:r>
          </a:p>
          <a:p>
            <a:pPr lvl="0" indent="177800" algn="just"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……………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idx="10"/>
          </p:nvPr>
        </p:nvSpPr>
        <p:spPr>
          <a:xfrm>
            <a:off x="285720" y="6215082"/>
            <a:ext cx="2132013" cy="474663"/>
          </a:xfrm>
        </p:spPr>
        <p:txBody>
          <a:bodyPr/>
          <a:lstStyle/>
          <a:p>
            <a:fld id="{EE583F78-3381-4BCD-992A-108CC30EC25A}" type="datetime1">
              <a:rPr lang="fr-FR" smtClean="0"/>
              <a:pPr/>
              <a:t>01/11/2025</a:t>
            </a:fld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idx="12"/>
          </p:nvPr>
        </p:nvSpPr>
        <p:spPr>
          <a:xfrm>
            <a:off x="6553200" y="6286520"/>
            <a:ext cx="2132013" cy="474663"/>
          </a:xfrm>
        </p:spPr>
        <p:txBody>
          <a:bodyPr/>
          <a:lstStyle/>
          <a:p>
            <a:fld id="{66EFF29A-B2FD-4D7F-BD7D-29982909C77B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50506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Types of CS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268414" y="305733"/>
            <a:ext cx="1663626" cy="408623"/>
          </a:xfrm>
          <a:prstGeom prst="flowChartAlternateProcess">
            <a:avLst/>
          </a:prstGeom>
          <a:noFill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RMP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5036347" y="305733"/>
            <a:ext cx="2321735" cy="408623"/>
          </a:xfrm>
          <a:prstGeom prst="flowChartAlternateProcess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Typology</a:t>
            </a:r>
            <a:r>
              <a:rPr lang="fr-FR" dirty="0">
                <a:solidFill>
                  <a:schemeClr val="bg1"/>
                </a:solidFill>
              </a:rPr>
              <a:t> of R &amp; PS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1652636" y="305733"/>
            <a:ext cx="1500198" cy="408623"/>
          </a:xfrm>
          <a:prstGeom prst="flowChartAlternateProcess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Flaws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e la date 1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A961C6A-98E5-403E-8B8F-9D9432EF4307}" type="datetime1">
              <a:rPr lang="fr-FR" smtClean="0"/>
              <a:pPr/>
              <a:t>01/11/2025</a:t>
            </a:fld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EFF29A-B2FD-4D7F-BD7D-29982909C77B}" type="slidenum">
              <a:rPr lang="fr-FR" smtClean="0"/>
              <a:pPr/>
              <a:t>11</a:t>
            </a:fld>
            <a:endParaRPr lang="fr-FR"/>
          </a:p>
        </p:txBody>
      </p:sp>
      <p:graphicFrame>
        <p:nvGraphicFramePr>
          <p:cNvPr id="15" name="Diagramme 14"/>
          <p:cNvGraphicFramePr/>
          <p:nvPr>
            <p:extLst>
              <p:ext uri="{D42A27DB-BD31-4B8C-83A1-F6EECF244321}">
                <p14:modId xmlns:p14="http://schemas.microsoft.com/office/powerpoint/2010/main" val="3628301170"/>
              </p:ext>
            </p:extLst>
          </p:nvPr>
        </p:nvGraphicFramePr>
        <p:xfrm>
          <a:off x="214282" y="1142984"/>
          <a:ext cx="7872060" cy="5088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0" name="Diagramme 19"/>
          <p:cNvGraphicFramePr/>
          <p:nvPr>
            <p:extLst>
              <p:ext uri="{D42A27DB-BD31-4B8C-83A1-F6EECF244321}">
                <p14:modId xmlns:p14="http://schemas.microsoft.com/office/powerpoint/2010/main" val="1748986403"/>
              </p:ext>
            </p:extLst>
          </p:nvPr>
        </p:nvGraphicFramePr>
        <p:xfrm>
          <a:off x="264938" y="1273442"/>
          <a:ext cx="7691438" cy="4891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1" name="ZoneTexte 10"/>
          <p:cNvSpPr txBox="1"/>
          <p:nvPr/>
        </p:nvSpPr>
        <p:spPr>
          <a:xfrm>
            <a:off x="50506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Types of CS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3268414" y="305733"/>
            <a:ext cx="1663626" cy="408623"/>
          </a:xfrm>
          <a:prstGeom prst="flowChartAlternateProcess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RMP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5036347" y="305733"/>
            <a:ext cx="2321735" cy="408623"/>
          </a:xfrm>
          <a:prstGeom prst="flowChartAlternateProcess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Typology</a:t>
            </a:r>
            <a:r>
              <a:rPr lang="fr-FR" dirty="0">
                <a:solidFill>
                  <a:schemeClr val="bg1"/>
                </a:solidFill>
              </a:rPr>
              <a:t> of R &amp; PS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652636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Flaws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  <p:bldGraphic spid="15" grpId="1">
        <p:bldAsOne/>
      </p:bldGraphic>
      <p:bldGraphic spid="20" grpId="0">
        <p:bldAsOne/>
      </p:bldGraphic>
      <p:bldGraphic spid="20" grpId="1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e la date 11"/>
          <p:cNvSpPr>
            <a:spLocks noGrp="1"/>
          </p:cNvSpPr>
          <p:nvPr>
            <p:ph type="dt" idx="10"/>
          </p:nvPr>
        </p:nvSpPr>
        <p:spPr>
          <a:xfrm>
            <a:off x="285720" y="6215082"/>
            <a:ext cx="2132013" cy="474663"/>
          </a:xfrm>
        </p:spPr>
        <p:txBody>
          <a:bodyPr/>
          <a:lstStyle/>
          <a:p>
            <a:fld id="{EE583F78-3381-4BCD-992A-108CC30EC25A}" type="datetime1">
              <a:rPr lang="fr-FR" smtClean="0"/>
              <a:pPr/>
              <a:t>01/11/2025</a:t>
            </a:fld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idx="12"/>
          </p:nvPr>
        </p:nvSpPr>
        <p:spPr>
          <a:xfrm>
            <a:off x="6553200" y="6286520"/>
            <a:ext cx="2132013" cy="474663"/>
          </a:xfrm>
        </p:spPr>
        <p:txBody>
          <a:bodyPr/>
          <a:lstStyle/>
          <a:p>
            <a:fld id="{66EFF29A-B2FD-4D7F-BD7D-29982909C77B}" type="slidenum">
              <a:rPr lang="fr-FR" smtClean="0"/>
              <a:pPr/>
              <a:t>12</a:t>
            </a:fld>
            <a:endParaRPr lang="fr-FR" dirty="0"/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343024"/>
            <a:ext cx="7715304" cy="48006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ZoneTexte 9"/>
          <p:cNvSpPr txBox="1"/>
          <p:nvPr/>
        </p:nvSpPr>
        <p:spPr>
          <a:xfrm>
            <a:off x="50506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Types of CS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268414" y="305733"/>
            <a:ext cx="1663626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RMP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5036347" y="305733"/>
            <a:ext cx="2321735" cy="408623"/>
          </a:xfrm>
          <a:prstGeom prst="flowChartAlternateProcess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Typology</a:t>
            </a:r>
            <a:r>
              <a:rPr lang="fr-FR" dirty="0">
                <a:solidFill>
                  <a:schemeClr val="bg1"/>
                </a:solidFill>
              </a:rPr>
              <a:t> of R &amp; PS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1652636" y="305733"/>
            <a:ext cx="1500198" cy="408623"/>
          </a:xfrm>
          <a:prstGeom prst="flowChartAlternateProcess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Flaws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 rot="19863107">
            <a:off x="45213" y="872226"/>
            <a:ext cx="6010332" cy="1967294"/>
          </a:xfrm>
          <a:prstGeom prst="rect">
            <a:avLst/>
          </a:prstGeom>
          <a:noFill/>
        </p:spPr>
        <p:txBody>
          <a:bodyPr wrap="square" rtlCol="0">
            <a:prstTxWarp prst="textCurveDown">
              <a:avLst/>
            </a:prstTxWarp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fr-FR" sz="6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k Free" pitchFamily="66" charset="0"/>
              </a:rPr>
              <a:t>Thank</a:t>
            </a:r>
            <a:r>
              <a:rPr lang="fr-F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k Free" pitchFamily="66" charset="0"/>
              </a:rPr>
              <a:t> U</a:t>
            </a:r>
            <a:r>
              <a:rPr lang="fr-F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k Free" pitchFamily="66" charset="0"/>
              </a:rPr>
              <a:t> </a:t>
            </a:r>
          </a:p>
          <a:p>
            <a:pPr algn="ctr"/>
            <a:r>
              <a:rPr lang="fr-F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k Free" pitchFamily="66" charset="0"/>
              </a:rPr>
              <a:t>For </a:t>
            </a:r>
            <a:r>
              <a:rPr lang="fr-FR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k Free" pitchFamily="66" charset="0"/>
              </a:rPr>
              <a:t>your</a:t>
            </a:r>
            <a:r>
              <a:rPr lang="fr-F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k Free" pitchFamily="66" charset="0"/>
              </a:rPr>
              <a:t> attention</a:t>
            </a:r>
          </a:p>
          <a:p>
            <a:pPr algn="ctr"/>
            <a:endParaRPr lang="fr-FR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okerman" pitchFamily="82" charset="0"/>
            </a:endParaRPr>
          </a:p>
        </p:txBody>
      </p:sp>
      <p:pic>
        <p:nvPicPr>
          <p:cNvPr id="6" name="Image 5" descr="img.bmp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538" y="2786058"/>
            <a:ext cx="1847850" cy="2786082"/>
          </a:xfrm>
          <a:prstGeom prst="rect">
            <a:avLst/>
          </a:prstGeom>
        </p:spPr>
      </p:pic>
      <p:grpSp>
        <p:nvGrpSpPr>
          <p:cNvPr id="3" name="Group 118"/>
          <p:cNvGrpSpPr>
            <a:grpSpLocks/>
          </p:cNvGrpSpPr>
          <p:nvPr/>
        </p:nvGrpSpPr>
        <p:grpSpPr bwMode="auto">
          <a:xfrm>
            <a:off x="3000364" y="5715000"/>
            <a:ext cx="490538" cy="1143000"/>
            <a:chOff x="1536" y="3312"/>
            <a:chExt cx="309" cy="720"/>
          </a:xfrm>
        </p:grpSpPr>
        <p:sp>
          <p:nvSpPr>
            <p:cNvPr id="8" name="Freeform 108"/>
            <p:cNvSpPr>
              <a:spLocks/>
            </p:cNvSpPr>
            <p:nvPr/>
          </p:nvSpPr>
          <p:spPr bwMode="auto">
            <a:xfrm rot="240000" flipH="1">
              <a:off x="1697" y="3754"/>
              <a:ext cx="148" cy="274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109"/>
            <p:cNvSpPr>
              <a:spLocks/>
            </p:cNvSpPr>
            <p:nvPr/>
          </p:nvSpPr>
          <p:spPr bwMode="auto">
            <a:xfrm>
              <a:off x="1536" y="3754"/>
              <a:ext cx="139" cy="278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10"/>
            <p:cNvSpPr>
              <a:spLocks/>
            </p:cNvSpPr>
            <p:nvPr/>
          </p:nvSpPr>
          <p:spPr bwMode="auto">
            <a:xfrm flipH="1">
              <a:off x="1591" y="3440"/>
              <a:ext cx="207" cy="352"/>
            </a:xfrm>
            <a:custGeom>
              <a:avLst/>
              <a:gdLst>
                <a:gd name="T0" fmla="*/ 315 w 675"/>
                <a:gd name="T1" fmla="*/ 1111 h 1154"/>
                <a:gd name="T2" fmla="*/ 367 w 675"/>
                <a:gd name="T3" fmla="*/ 912 h 1154"/>
                <a:gd name="T4" fmla="*/ 374 w 675"/>
                <a:gd name="T5" fmla="*/ 875 h 1154"/>
                <a:gd name="T6" fmla="*/ 381 w 675"/>
                <a:gd name="T7" fmla="*/ 897 h 1154"/>
                <a:gd name="T8" fmla="*/ 396 w 675"/>
                <a:gd name="T9" fmla="*/ 941 h 1154"/>
                <a:gd name="T10" fmla="*/ 440 w 675"/>
                <a:gd name="T11" fmla="*/ 1119 h 1154"/>
                <a:gd name="T12" fmla="*/ 573 w 675"/>
                <a:gd name="T13" fmla="*/ 1111 h 1154"/>
                <a:gd name="T14" fmla="*/ 588 w 675"/>
                <a:gd name="T15" fmla="*/ 594 h 1154"/>
                <a:gd name="T16" fmla="*/ 647 w 675"/>
                <a:gd name="T17" fmla="*/ 240 h 1154"/>
                <a:gd name="T18" fmla="*/ 603 w 675"/>
                <a:gd name="T19" fmla="*/ 63 h 1154"/>
                <a:gd name="T20" fmla="*/ 300 w 675"/>
                <a:gd name="T21" fmla="*/ 48 h 1154"/>
                <a:gd name="T22" fmla="*/ 197 w 675"/>
                <a:gd name="T23" fmla="*/ 63 h 1154"/>
                <a:gd name="T24" fmla="*/ 152 w 675"/>
                <a:gd name="T25" fmla="*/ 92 h 1154"/>
                <a:gd name="T26" fmla="*/ 101 w 675"/>
                <a:gd name="T27" fmla="*/ 181 h 1154"/>
                <a:gd name="T28" fmla="*/ 138 w 675"/>
                <a:gd name="T29" fmla="*/ 513 h 1154"/>
                <a:gd name="T30" fmla="*/ 152 w 675"/>
                <a:gd name="T31" fmla="*/ 557 h 1154"/>
                <a:gd name="T32" fmla="*/ 160 w 675"/>
                <a:gd name="T33" fmla="*/ 580 h 1154"/>
                <a:gd name="T34" fmla="*/ 315 w 675"/>
                <a:gd name="T35" fmla="*/ 1111 h 115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75"/>
                <a:gd name="T55" fmla="*/ 0 h 1154"/>
                <a:gd name="T56" fmla="*/ 675 w 675"/>
                <a:gd name="T57" fmla="*/ 1154 h 115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75" h="1154">
                  <a:moveTo>
                    <a:pt x="315" y="1111"/>
                  </a:moveTo>
                  <a:cubicBezTo>
                    <a:pt x="336" y="1044"/>
                    <a:pt x="302" y="955"/>
                    <a:pt x="367" y="912"/>
                  </a:cubicBezTo>
                  <a:cubicBezTo>
                    <a:pt x="369" y="900"/>
                    <a:pt x="365" y="884"/>
                    <a:pt x="374" y="875"/>
                  </a:cubicBezTo>
                  <a:cubicBezTo>
                    <a:pt x="379" y="869"/>
                    <a:pt x="379" y="890"/>
                    <a:pt x="381" y="897"/>
                  </a:cubicBezTo>
                  <a:cubicBezTo>
                    <a:pt x="401" y="955"/>
                    <a:pt x="377" y="883"/>
                    <a:pt x="396" y="941"/>
                  </a:cubicBezTo>
                  <a:cubicBezTo>
                    <a:pt x="400" y="986"/>
                    <a:pt x="386" y="1099"/>
                    <a:pt x="440" y="1119"/>
                  </a:cubicBezTo>
                  <a:cubicBezTo>
                    <a:pt x="484" y="1116"/>
                    <a:pt x="561" y="1154"/>
                    <a:pt x="573" y="1111"/>
                  </a:cubicBezTo>
                  <a:cubicBezTo>
                    <a:pt x="621" y="945"/>
                    <a:pt x="556" y="763"/>
                    <a:pt x="588" y="594"/>
                  </a:cubicBezTo>
                  <a:cubicBezTo>
                    <a:pt x="595" y="477"/>
                    <a:pt x="611" y="353"/>
                    <a:pt x="647" y="240"/>
                  </a:cubicBezTo>
                  <a:cubicBezTo>
                    <a:pt x="644" y="173"/>
                    <a:pt x="675" y="86"/>
                    <a:pt x="603" y="63"/>
                  </a:cubicBezTo>
                  <a:cubicBezTo>
                    <a:pt x="510" y="0"/>
                    <a:pt x="442" y="44"/>
                    <a:pt x="300" y="48"/>
                  </a:cubicBezTo>
                  <a:cubicBezTo>
                    <a:pt x="278" y="50"/>
                    <a:pt x="225" y="47"/>
                    <a:pt x="197" y="63"/>
                  </a:cubicBezTo>
                  <a:cubicBezTo>
                    <a:pt x="181" y="72"/>
                    <a:pt x="152" y="92"/>
                    <a:pt x="152" y="92"/>
                  </a:cubicBezTo>
                  <a:cubicBezTo>
                    <a:pt x="132" y="123"/>
                    <a:pt x="121" y="152"/>
                    <a:pt x="101" y="181"/>
                  </a:cubicBezTo>
                  <a:cubicBezTo>
                    <a:pt x="104" y="285"/>
                    <a:pt x="74" y="418"/>
                    <a:pt x="138" y="513"/>
                  </a:cubicBezTo>
                  <a:cubicBezTo>
                    <a:pt x="143" y="528"/>
                    <a:pt x="147" y="542"/>
                    <a:pt x="152" y="557"/>
                  </a:cubicBezTo>
                  <a:cubicBezTo>
                    <a:pt x="155" y="565"/>
                    <a:pt x="160" y="580"/>
                    <a:pt x="160" y="580"/>
                  </a:cubicBezTo>
                  <a:cubicBezTo>
                    <a:pt x="167" y="1114"/>
                    <a:pt x="0" y="1131"/>
                    <a:pt x="315" y="111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1"/>
            <p:cNvSpPr>
              <a:spLocks/>
            </p:cNvSpPr>
            <p:nvPr/>
          </p:nvSpPr>
          <p:spPr bwMode="auto">
            <a:xfrm rot="21358603" flipH="1">
              <a:off x="1734" y="3476"/>
              <a:ext cx="82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12"/>
            <p:cNvSpPr>
              <a:spLocks/>
            </p:cNvSpPr>
            <p:nvPr/>
          </p:nvSpPr>
          <p:spPr bwMode="auto">
            <a:xfrm rot="300000">
              <a:off x="1556" y="3456"/>
              <a:ext cx="74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13"/>
            <p:cNvSpPr>
              <a:spLocks/>
            </p:cNvSpPr>
            <p:nvPr/>
          </p:nvSpPr>
          <p:spPr bwMode="auto">
            <a:xfrm flipH="1">
              <a:off x="1621" y="3315"/>
              <a:ext cx="119" cy="165"/>
            </a:xfrm>
            <a:custGeom>
              <a:avLst/>
              <a:gdLst>
                <a:gd name="T0" fmla="*/ 336 w 936"/>
                <a:gd name="T1" fmla="*/ 1112 h 1152"/>
                <a:gd name="T2" fmla="*/ 384 w 936"/>
                <a:gd name="T3" fmla="*/ 872 h 1152"/>
                <a:gd name="T4" fmla="*/ 192 w 936"/>
                <a:gd name="T5" fmla="*/ 824 h 1152"/>
                <a:gd name="T6" fmla="*/ 0 w 936"/>
                <a:gd name="T7" fmla="*/ 536 h 1152"/>
                <a:gd name="T8" fmla="*/ 192 w 936"/>
                <a:gd name="T9" fmla="*/ 104 h 1152"/>
                <a:gd name="T10" fmla="*/ 624 w 936"/>
                <a:gd name="T11" fmla="*/ 56 h 1152"/>
                <a:gd name="T12" fmla="*/ 912 w 936"/>
                <a:gd name="T13" fmla="*/ 440 h 1152"/>
                <a:gd name="T14" fmla="*/ 768 w 936"/>
                <a:gd name="T15" fmla="*/ 824 h 1152"/>
                <a:gd name="T16" fmla="*/ 576 w 936"/>
                <a:gd name="T17" fmla="*/ 872 h 1152"/>
                <a:gd name="T18" fmla="*/ 672 w 936"/>
                <a:gd name="T19" fmla="*/ 1112 h 1152"/>
                <a:gd name="T20" fmla="*/ 336 w 936"/>
                <a:gd name="T21" fmla="*/ 1112 h 1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36"/>
                <a:gd name="T34" fmla="*/ 0 h 1152"/>
                <a:gd name="T35" fmla="*/ 936 w 936"/>
                <a:gd name="T36" fmla="*/ 1152 h 11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36" h="1152">
                  <a:moveTo>
                    <a:pt x="336" y="1112"/>
                  </a:moveTo>
                  <a:cubicBezTo>
                    <a:pt x="288" y="1072"/>
                    <a:pt x="408" y="920"/>
                    <a:pt x="384" y="872"/>
                  </a:cubicBezTo>
                  <a:cubicBezTo>
                    <a:pt x="360" y="824"/>
                    <a:pt x="256" y="880"/>
                    <a:pt x="192" y="824"/>
                  </a:cubicBezTo>
                  <a:cubicBezTo>
                    <a:pt x="128" y="768"/>
                    <a:pt x="0" y="656"/>
                    <a:pt x="0" y="536"/>
                  </a:cubicBezTo>
                  <a:cubicBezTo>
                    <a:pt x="0" y="416"/>
                    <a:pt x="88" y="184"/>
                    <a:pt x="192" y="104"/>
                  </a:cubicBezTo>
                  <a:cubicBezTo>
                    <a:pt x="296" y="24"/>
                    <a:pt x="504" y="0"/>
                    <a:pt x="624" y="56"/>
                  </a:cubicBezTo>
                  <a:cubicBezTo>
                    <a:pt x="744" y="112"/>
                    <a:pt x="888" y="312"/>
                    <a:pt x="912" y="440"/>
                  </a:cubicBezTo>
                  <a:cubicBezTo>
                    <a:pt x="936" y="568"/>
                    <a:pt x="824" y="752"/>
                    <a:pt x="768" y="824"/>
                  </a:cubicBezTo>
                  <a:cubicBezTo>
                    <a:pt x="712" y="896"/>
                    <a:pt x="592" y="824"/>
                    <a:pt x="576" y="872"/>
                  </a:cubicBezTo>
                  <a:cubicBezTo>
                    <a:pt x="560" y="920"/>
                    <a:pt x="712" y="1072"/>
                    <a:pt x="672" y="1112"/>
                  </a:cubicBezTo>
                  <a:cubicBezTo>
                    <a:pt x="632" y="1152"/>
                    <a:pt x="384" y="1152"/>
                    <a:pt x="336" y="111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14"/>
            <p:cNvSpPr>
              <a:spLocks/>
            </p:cNvSpPr>
            <p:nvPr/>
          </p:nvSpPr>
          <p:spPr bwMode="auto">
            <a:xfrm flipH="1">
              <a:off x="1624" y="3431"/>
              <a:ext cx="112" cy="64"/>
            </a:xfrm>
            <a:custGeom>
              <a:avLst/>
              <a:gdLst>
                <a:gd name="T0" fmla="*/ 101 w 406"/>
                <a:gd name="T1" fmla="*/ 0 h 313"/>
                <a:gd name="T2" fmla="*/ 35 w 406"/>
                <a:gd name="T3" fmla="*/ 236 h 313"/>
                <a:gd name="T4" fmla="*/ 396 w 406"/>
                <a:gd name="T5" fmla="*/ 244 h 313"/>
                <a:gd name="T6" fmla="*/ 374 w 406"/>
                <a:gd name="T7" fmla="*/ 222 h 313"/>
                <a:gd name="T8" fmla="*/ 359 w 406"/>
                <a:gd name="T9" fmla="*/ 192 h 313"/>
                <a:gd name="T10" fmla="*/ 315 w 406"/>
                <a:gd name="T11" fmla="*/ 118 h 313"/>
                <a:gd name="T12" fmla="*/ 300 w 406"/>
                <a:gd name="T13" fmla="*/ 7 h 313"/>
                <a:gd name="T14" fmla="*/ 101 w 406"/>
                <a:gd name="T15" fmla="*/ 0 h 3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6"/>
                <a:gd name="T25" fmla="*/ 0 h 313"/>
                <a:gd name="T26" fmla="*/ 406 w 406"/>
                <a:gd name="T27" fmla="*/ 313 h 3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6" h="313">
                  <a:moveTo>
                    <a:pt x="101" y="0"/>
                  </a:moveTo>
                  <a:cubicBezTo>
                    <a:pt x="96" y="81"/>
                    <a:pt x="97" y="174"/>
                    <a:pt x="35" y="236"/>
                  </a:cubicBezTo>
                  <a:cubicBezTo>
                    <a:pt x="148" y="313"/>
                    <a:pt x="80" y="273"/>
                    <a:pt x="396" y="244"/>
                  </a:cubicBezTo>
                  <a:cubicBezTo>
                    <a:pt x="406" y="243"/>
                    <a:pt x="380" y="230"/>
                    <a:pt x="374" y="222"/>
                  </a:cubicBezTo>
                  <a:cubicBezTo>
                    <a:pt x="368" y="213"/>
                    <a:pt x="364" y="202"/>
                    <a:pt x="359" y="192"/>
                  </a:cubicBezTo>
                  <a:cubicBezTo>
                    <a:pt x="344" y="166"/>
                    <a:pt x="333" y="143"/>
                    <a:pt x="315" y="118"/>
                  </a:cubicBezTo>
                  <a:cubicBezTo>
                    <a:pt x="304" y="82"/>
                    <a:pt x="334" y="22"/>
                    <a:pt x="300" y="7"/>
                  </a:cubicBezTo>
                  <a:cubicBezTo>
                    <a:pt x="283" y="0"/>
                    <a:pt x="0" y="0"/>
                    <a:pt x="101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15"/>
            <p:cNvSpPr>
              <a:spLocks/>
            </p:cNvSpPr>
            <p:nvPr/>
          </p:nvSpPr>
          <p:spPr bwMode="auto">
            <a:xfrm flipH="1">
              <a:off x="1647" y="3690"/>
              <a:ext cx="92" cy="92"/>
            </a:xfrm>
            <a:custGeom>
              <a:avLst/>
              <a:gdLst>
                <a:gd name="T0" fmla="*/ 128 w 396"/>
                <a:gd name="T1" fmla="*/ 445 h 459"/>
                <a:gd name="T2" fmla="*/ 239 w 396"/>
                <a:gd name="T3" fmla="*/ 267 h 459"/>
                <a:gd name="T4" fmla="*/ 283 w 396"/>
                <a:gd name="T5" fmla="*/ 334 h 459"/>
                <a:gd name="T6" fmla="*/ 298 w 396"/>
                <a:gd name="T7" fmla="*/ 356 h 459"/>
                <a:gd name="T8" fmla="*/ 312 w 396"/>
                <a:gd name="T9" fmla="*/ 378 h 459"/>
                <a:gd name="T10" fmla="*/ 342 w 396"/>
                <a:gd name="T11" fmla="*/ 452 h 459"/>
                <a:gd name="T12" fmla="*/ 364 w 396"/>
                <a:gd name="T13" fmla="*/ 459 h 459"/>
                <a:gd name="T14" fmla="*/ 394 w 396"/>
                <a:gd name="T15" fmla="*/ 312 h 459"/>
                <a:gd name="T16" fmla="*/ 386 w 396"/>
                <a:gd name="T17" fmla="*/ 105 h 459"/>
                <a:gd name="T18" fmla="*/ 194 w 396"/>
                <a:gd name="T19" fmla="*/ 1 h 459"/>
                <a:gd name="T20" fmla="*/ 32 w 396"/>
                <a:gd name="T21" fmla="*/ 9 h 459"/>
                <a:gd name="T22" fmla="*/ 24 w 396"/>
                <a:gd name="T23" fmla="*/ 31 h 459"/>
                <a:gd name="T24" fmla="*/ 2 w 396"/>
                <a:gd name="T25" fmla="*/ 105 h 459"/>
                <a:gd name="T26" fmla="*/ 10 w 396"/>
                <a:gd name="T27" fmla="*/ 334 h 459"/>
                <a:gd name="T28" fmla="*/ 113 w 396"/>
                <a:gd name="T29" fmla="*/ 422 h 459"/>
                <a:gd name="T30" fmla="*/ 128 w 396"/>
                <a:gd name="T31" fmla="*/ 445 h 45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96"/>
                <a:gd name="T49" fmla="*/ 0 h 459"/>
                <a:gd name="T50" fmla="*/ 396 w 396"/>
                <a:gd name="T51" fmla="*/ 459 h 45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96" h="459">
                  <a:moveTo>
                    <a:pt x="128" y="445"/>
                  </a:moveTo>
                  <a:cubicBezTo>
                    <a:pt x="140" y="380"/>
                    <a:pt x="183" y="304"/>
                    <a:pt x="239" y="267"/>
                  </a:cubicBezTo>
                  <a:cubicBezTo>
                    <a:pt x="273" y="319"/>
                    <a:pt x="258" y="297"/>
                    <a:pt x="283" y="334"/>
                  </a:cubicBezTo>
                  <a:cubicBezTo>
                    <a:pt x="288" y="341"/>
                    <a:pt x="293" y="349"/>
                    <a:pt x="298" y="356"/>
                  </a:cubicBezTo>
                  <a:cubicBezTo>
                    <a:pt x="303" y="363"/>
                    <a:pt x="312" y="378"/>
                    <a:pt x="312" y="378"/>
                  </a:cubicBezTo>
                  <a:cubicBezTo>
                    <a:pt x="315" y="389"/>
                    <a:pt x="334" y="444"/>
                    <a:pt x="342" y="452"/>
                  </a:cubicBezTo>
                  <a:cubicBezTo>
                    <a:pt x="347" y="457"/>
                    <a:pt x="357" y="457"/>
                    <a:pt x="364" y="459"/>
                  </a:cubicBezTo>
                  <a:cubicBezTo>
                    <a:pt x="382" y="411"/>
                    <a:pt x="377" y="360"/>
                    <a:pt x="394" y="312"/>
                  </a:cubicBezTo>
                  <a:cubicBezTo>
                    <a:pt x="391" y="243"/>
                    <a:pt x="396" y="173"/>
                    <a:pt x="386" y="105"/>
                  </a:cubicBezTo>
                  <a:cubicBezTo>
                    <a:pt x="374" y="24"/>
                    <a:pt x="253" y="17"/>
                    <a:pt x="194" y="1"/>
                  </a:cubicBezTo>
                  <a:cubicBezTo>
                    <a:pt x="140" y="4"/>
                    <a:pt x="85" y="0"/>
                    <a:pt x="32" y="9"/>
                  </a:cubicBezTo>
                  <a:cubicBezTo>
                    <a:pt x="24" y="10"/>
                    <a:pt x="27" y="24"/>
                    <a:pt x="24" y="31"/>
                  </a:cubicBezTo>
                  <a:cubicBezTo>
                    <a:pt x="16" y="56"/>
                    <a:pt x="11" y="81"/>
                    <a:pt x="2" y="105"/>
                  </a:cubicBezTo>
                  <a:cubicBezTo>
                    <a:pt x="5" y="181"/>
                    <a:pt x="0" y="258"/>
                    <a:pt x="10" y="334"/>
                  </a:cubicBezTo>
                  <a:cubicBezTo>
                    <a:pt x="16" y="382"/>
                    <a:pt x="80" y="401"/>
                    <a:pt x="113" y="422"/>
                  </a:cubicBezTo>
                  <a:cubicBezTo>
                    <a:pt x="118" y="430"/>
                    <a:pt x="128" y="445"/>
                    <a:pt x="128" y="44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16"/>
            <p:cNvSpPr>
              <a:spLocks/>
            </p:cNvSpPr>
            <p:nvPr/>
          </p:nvSpPr>
          <p:spPr bwMode="auto">
            <a:xfrm flipH="1">
              <a:off x="1619" y="3312"/>
              <a:ext cx="132" cy="118"/>
            </a:xfrm>
            <a:custGeom>
              <a:avLst/>
              <a:gdLst>
                <a:gd name="T0" fmla="*/ 67 w 627"/>
                <a:gd name="T1" fmla="*/ 387 h 638"/>
                <a:gd name="T2" fmla="*/ 31 w 627"/>
                <a:gd name="T3" fmla="*/ 306 h 638"/>
                <a:gd name="T4" fmla="*/ 60 w 627"/>
                <a:gd name="T5" fmla="*/ 298 h 638"/>
                <a:gd name="T6" fmla="*/ 75 w 627"/>
                <a:gd name="T7" fmla="*/ 239 h 638"/>
                <a:gd name="T8" fmla="*/ 67 w 627"/>
                <a:gd name="T9" fmla="*/ 217 h 638"/>
                <a:gd name="T10" fmla="*/ 82 w 627"/>
                <a:gd name="T11" fmla="*/ 195 h 638"/>
                <a:gd name="T12" fmla="*/ 90 w 627"/>
                <a:gd name="T13" fmla="*/ 173 h 638"/>
                <a:gd name="T14" fmla="*/ 112 w 627"/>
                <a:gd name="T15" fmla="*/ 165 h 638"/>
                <a:gd name="T16" fmla="*/ 119 w 627"/>
                <a:gd name="T17" fmla="*/ 106 h 638"/>
                <a:gd name="T18" fmla="*/ 156 w 627"/>
                <a:gd name="T19" fmla="*/ 114 h 638"/>
                <a:gd name="T20" fmla="*/ 171 w 627"/>
                <a:gd name="T21" fmla="*/ 69 h 638"/>
                <a:gd name="T22" fmla="*/ 200 w 627"/>
                <a:gd name="T23" fmla="*/ 77 h 638"/>
                <a:gd name="T24" fmla="*/ 237 w 627"/>
                <a:gd name="T25" fmla="*/ 32 h 638"/>
                <a:gd name="T26" fmla="*/ 282 w 627"/>
                <a:gd name="T27" fmla="*/ 25 h 638"/>
                <a:gd name="T28" fmla="*/ 341 w 627"/>
                <a:gd name="T29" fmla="*/ 47 h 638"/>
                <a:gd name="T30" fmla="*/ 437 w 627"/>
                <a:gd name="T31" fmla="*/ 40 h 638"/>
                <a:gd name="T32" fmla="*/ 481 w 627"/>
                <a:gd name="T33" fmla="*/ 55 h 638"/>
                <a:gd name="T34" fmla="*/ 540 w 627"/>
                <a:gd name="T35" fmla="*/ 106 h 638"/>
                <a:gd name="T36" fmla="*/ 562 w 627"/>
                <a:gd name="T37" fmla="*/ 180 h 638"/>
                <a:gd name="T38" fmla="*/ 570 w 627"/>
                <a:gd name="T39" fmla="*/ 202 h 638"/>
                <a:gd name="T40" fmla="*/ 570 w 627"/>
                <a:gd name="T41" fmla="*/ 232 h 638"/>
                <a:gd name="T42" fmla="*/ 570 w 627"/>
                <a:gd name="T43" fmla="*/ 291 h 638"/>
                <a:gd name="T44" fmla="*/ 607 w 627"/>
                <a:gd name="T45" fmla="*/ 380 h 638"/>
                <a:gd name="T46" fmla="*/ 481 w 627"/>
                <a:gd name="T47" fmla="*/ 439 h 638"/>
                <a:gd name="T48" fmla="*/ 53 w 627"/>
                <a:gd name="T49" fmla="*/ 409 h 638"/>
                <a:gd name="T50" fmla="*/ 16 w 627"/>
                <a:gd name="T51" fmla="*/ 380 h 638"/>
                <a:gd name="T52" fmla="*/ 241 w 627"/>
                <a:gd name="T53" fmla="*/ 638 h 638"/>
                <a:gd name="T54" fmla="*/ 67 w 627"/>
                <a:gd name="T55" fmla="*/ 387 h 63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27"/>
                <a:gd name="T85" fmla="*/ 0 h 638"/>
                <a:gd name="T86" fmla="*/ 627 w 627"/>
                <a:gd name="T87" fmla="*/ 638 h 63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27" h="638">
                  <a:moveTo>
                    <a:pt x="67" y="387"/>
                  </a:moveTo>
                  <a:cubicBezTo>
                    <a:pt x="27" y="374"/>
                    <a:pt x="0" y="363"/>
                    <a:pt x="31" y="306"/>
                  </a:cubicBezTo>
                  <a:cubicBezTo>
                    <a:pt x="36" y="297"/>
                    <a:pt x="50" y="301"/>
                    <a:pt x="60" y="298"/>
                  </a:cubicBezTo>
                  <a:cubicBezTo>
                    <a:pt x="21" y="259"/>
                    <a:pt x="48" y="279"/>
                    <a:pt x="75" y="239"/>
                  </a:cubicBezTo>
                  <a:cubicBezTo>
                    <a:pt x="72" y="232"/>
                    <a:pt x="66" y="225"/>
                    <a:pt x="67" y="217"/>
                  </a:cubicBezTo>
                  <a:cubicBezTo>
                    <a:pt x="68" y="208"/>
                    <a:pt x="78" y="203"/>
                    <a:pt x="82" y="195"/>
                  </a:cubicBezTo>
                  <a:cubicBezTo>
                    <a:pt x="86" y="188"/>
                    <a:pt x="84" y="179"/>
                    <a:pt x="90" y="173"/>
                  </a:cubicBezTo>
                  <a:cubicBezTo>
                    <a:pt x="96" y="167"/>
                    <a:pt x="105" y="168"/>
                    <a:pt x="112" y="165"/>
                  </a:cubicBezTo>
                  <a:cubicBezTo>
                    <a:pt x="114" y="145"/>
                    <a:pt x="106" y="121"/>
                    <a:pt x="119" y="106"/>
                  </a:cubicBezTo>
                  <a:cubicBezTo>
                    <a:pt x="127" y="96"/>
                    <a:pt x="146" y="121"/>
                    <a:pt x="156" y="114"/>
                  </a:cubicBezTo>
                  <a:cubicBezTo>
                    <a:pt x="169" y="105"/>
                    <a:pt x="171" y="69"/>
                    <a:pt x="171" y="69"/>
                  </a:cubicBezTo>
                  <a:cubicBezTo>
                    <a:pt x="181" y="72"/>
                    <a:pt x="190" y="80"/>
                    <a:pt x="200" y="77"/>
                  </a:cubicBezTo>
                  <a:cubicBezTo>
                    <a:pt x="254" y="62"/>
                    <a:pt x="197" y="53"/>
                    <a:pt x="237" y="32"/>
                  </a:cubicBezTo>
                  <a:cubicBezTo>
                    <a:pt x="251" y="25"/>
                    <a:pt x="267" y="27"/>
                    <a:pt x="282" y="25"/>
                  </a:cubicBezTo>
                  <a:cubicBezTo>
                    <a:pt x="318" y="0"/>
                    <a:pt x="319" y="14"/>
                    <a:pt x="341" y="47"/>
                  </a:cubicBezTo>
                  <a:cubicBezTo>
                    <a:pt x="383" y="34"/>
                    <a:pt x="386" y="32"/>
                    <a:pt x="437" y="40"/>
                  </a:cubicBezTo>
                  <a:cubicBezTo>
                    <a:pt x="441" y="41"/>
                    <a:pt x="477" y="53"/>
                    <a:pt x="481" y="55"/>
                  </a:cubicBezTo>
                  <a:cubicBezTo>
                    <a:pt x="509" y="74"/>
                    <a:pt x="508" y="96"/>
                    <a:pt x="540" y="106"/>
                  </a:cubicBezTo>
                  <a:cubicBezTo>
                    <a:pt x="552" y="143"/>
                    <a:pt x="576" y="141"/>
                    <a:pt x="562" y="180"/>
                  </a:cubicBezTo>
                  <a:cubicBezTo>
                    <a:pt x="565" y="187"/>
                    <a:pt x="573" y="195"/>
                    <a:pt x="570" y="202"/>
                  </a:cubicBezTo>
                  <a:cubicBezTo>
                    <a:pt x="557" y="234"/>
                    <a:pt x="521" y="200"/>
                    <a:pt x="570" y="232"/>
                  </a:cubicBezTo>
                  <a:cubicBezTo>
                    <a:pt x="530" y="258"/>
                    <a:pt x="556" y="251"/>
                    <a:pt x="570" y="291"/>
                  </a:cubicBezTo>
                  <a:cubicBezTo>
                    <a:pt x="553" y="337"/>
                    <a:pt x="583" y="344"/>
                    <a:pt x="607" y="380"/>
                  </a:cubicBezTo>
                  <a:cubicBezTo>
                    <a:pt x="627" y="464"/>
                    <a:pt x="581" y="433"/>
                    <a:pt x="481" y="439"/>
                  </a:cubicBezTo>
                  <a:cubicBezTo>
                    <a:pt x="250" y="434"/>
                    <a:pt x="205" y="457"/>
                    <a:pt x="53" y="409"/>
                  </a:cubicBezTo>
                  <a:cubicBezTo>
                    <a:pt x="25" y="390"/>
                    <a:pt x="37" y="400"/>
                    <a:pt x="16" y="380"/>
                  </a:cubicBezTo>
                  <a:lnTo>
                    <a:pt x="241" y="638"/>
                  </a:lnTo>
                  <a:lnTo>
                    <a:pt x="67" y="38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118"/>
          <p:cNvGrpSpPr>
            <a:grpSpLocks/>
          </p:cNvGrpSpPr>
          <p:nvPr/>
        </p:nvGrpSpPr>
        <p:grpSpPr bwMode="auto">
          <a:xfrm>
            <a:off x="2438400" y="5270500"/>
            <a:ext cx="490538" cy="1143000"/>
            <a:chOff x="1536" y="3312"/>
            <a:chExt cx="309" cy="720"/>
          </a:xfrm>
        </p:grpSpPr>
        <p:sp>
          <p:nvSpPr>
            <p:cNvPr id="18" name="Freeform 108"/>
            <p:cNvSpPr>
              <a:spLocks/>
            </p:cNvSpPr>
            <p:nvPr/>
          </p:nvSpPr>
          <p:spPr bwMode="auto">
            <a:xfrm rot="240000" flipH="1">
              <a:off x="1697" y="3754"/>
              <a:ext cx="148" cy="274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09"/>
            <p:cNvSpPr>
              <a:spLocks/>
            </p:cNvSpPr>
            <p:nvPr/>
          </p:nvSpPr>
          <p:spPr bwMode="auto">
            <a:xfrm>
              <a:off x="1536" y="3754"/>
              <a:ext cx="139" cy="278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110"/>
            <p:cNvSpPr>
              <a:spLocks/>
            </p:cNvSpPr>
            <p:nvPr/>
          </p:nvSpPr>
          <p:spPr bwMode="auto">
            <a:xfrm flipH="1">
              <a:off x="1591" y="3440"/>
              <a:ext cx="207" cy="352"/>
            </a:xfrm>
            <a:custGeom>
              <a:avLst/>
              <a:gdLst>
                <a:gd name="T0" fmla="*/ 315 w 675"/>
                <a:gd name="T1" fmla="*/ 1111 h 1154"/>
                <a:gd name="T2" fmla="*/ 367 w 675"/>
                <a:gd name="T3" fmla="*/ 912 h 1154"/>
                <a:gd name="T4" fmla="*/ 374 w 675"/>
                <a:gd name="T5" fmla="*/ 875 h 1154"/>
                <a:gd name="T6" fmla="*/ 381 w 675"/>
                <a:gd name="T7" fmla="*/ 897 h 1154"/>
                <a:gd name="T8" fmla="*/ 396 w 675"/>
                <a:gd name="T9" fmla="*/ 941 h 1154"/>
                <a:gd name="T10" fmla="*/ 440 w 675"/>
                <a:gd name="T11" fmla="*/ 1119 h 1154"/>
                <a:gd name="T12" fmla="*/ 573 w 675"/>
                <a:gd name="T13" fmla="*/ 1111 h 1154"/>
                <a:gd name="T14" fmla="*/ 588 w 675"/>
                <a:gd name="T15" fmla="*/ 594 h 1154"/>
                <a:gd name="T16" fmla="*/ 647 w 675"/>
                <a:gd name="T17" fmla="*/ 240 h 1154"/>
                <a:gd name="T18" fmla="*/ 603 w 675"/>
                <a:gd name="T19" fmla="*/ 63 h 1154"/>
                <a:gd name="T20" fmla="*/ 300 w 675"/>
                <a:gd name="T21" fmla="*/ 48 h 1154"/>
                <a:gd name="T22" fmla="*/ 197 w 675"/>
                <a:gd name="T23" fmla="*/ 63 h 1154"/>
                <a:gd name="T24" fmla="*/ 152 w 675"/>
                <a:gd name="T25" fmla="*/ 92 h 1154"/>
                <a:gd name="T26" fmla="*/ 101 w 675"/>
                <a:gd name="T27" fmla="*/ 181 h 1154"/>
                <a:gd name="T28" fmla="*/ 138 w 675"/>
                <a:gd name="T29" fmla="*/ 513 h 1154"/>
                <a:gd name="T30" fmla="*/ 152 w 675"/>
                <a:gd name="T31" fmla="*/ 557 h 1154"/>
                <a:gd name="T32" fmla="*/ 160 w 675"/>
                <a:gd name="T33" fmla="*/ 580 h 1154"/>
                <a:gd name="T34" fmla="*/ 315 w 675"/>
                <a:gd name="T35" fmla="*/ 1111 h 115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75"/>
                <a:gd name="T55" fmla="*/ 0 h 1154"/>
                <a:gd name="T56" fmla="*/ 675 w 675"/>
                <a:gd name="T57" fmla="*/ 1154 h 115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75" h="1154">
                  <a:moveTo>
                    <a:pt x="315" y="1111"/>
                  </a:moveTo>
                  <a:cubicBezTo>
                    <a:pt x="336" y="1044"/>
                    <a:pt x="302" y="955"/>
                    <a:pt x="367" y="912"/>
                  </a:cubicBezTo>
                  <a:cubicBezTo>
                    <a:pt x="369" y="900"/>
                    <a:pt x="365" y="884"/>
                    <a:pt x="374" y="875"/>
                  </a:cubicBezTo>
                  <a:cubicBezTo>
                    <a:pt x="379" y="869"/>
                    <a:pt x="379" y="890"/>
                    <a:pt x="381" y="897"/>
                  </a:cubicBezTo>
                  <a:cubicBezTo>
                    <a:pt x="401" y="955"/>
                    <a:pt x="377" y="883"/>
                    <a:pt x="396" y="941"/>
                  </a:cubicBezTo>
                  <a:cubicBezTo>
                    <a:pt x="400" y="986"/>
                    <a:pt x="386" y="1099"/>
                    <a:pt x="440" y="1119"/>
                  </a:cubicBezTo>
                  <a:cubicBezTo>
                    <a:pt x="484" y="1116"/>
                    <a:pt x="561" y="1154"/>
                    <a:pt x="573" y="1111"/>
                  </a:cubicBezTo>
                  <a:cubicBezTo>
                    <a:pt x="621" y="945"/>
                    <a:pt x="556" y="763"/>
                    <a:pt x="588" y="594"/>
                  </a:cubicBezTo>
                  <a:cubicBezTo>
                    <a:pt x="595" y="477"/>
                    <a:pt x="611" y="353"/>
                    <a:pt x="647" y="240"/>
                  </a:cubicBezTo>
                  <a:cubicBezTo>
                    <a:pt x="644" y="173"/>
                    <a:pt x="675" y="86"/>
                    <a:pt x="603" y="63"/>
                  </a:cubicBezTo>
                  <a:cubicBezTo>
                    <a:pt x="510" y="0"/>
                    <a:pt x="442" y="44"/>
                    <a:pt x="300" y="48"/>
                  </a:cubicBezTo>
                  <a:cubicBezTo>
                    <a:pt x="278" y="50"/>
                    <a:pt x="225" y="47"/>
                    <a:pt x="197" y="63"/>
                  </a:cubicBezTo>
                  <a:cubicBezTo>
                    <a:pt x="181" y="72"/>
                    <a:pt x="152" y="92"/>
                    <a:pt x="152" y="92"/>
                  </a:cubicBezTo>
                  <a:cubicBezTo>
                    <a:pt x="132" y="123"/>
                    <a:pt x="121" y="152"/>
                    <a:pt x="101" y="181"/>
                  </a:cubicBezTo>
                  <a:cubicBezTo>
                    <a:pt x="104" y="285"/>
                    <a:pt x="74" y="418"/>
                    <a:pt x="138" y="513"/>
                  </a:cubicBezTo>
                  <a:cubicBezTo>
                    <a:pt x="143" y="528"/>
                    <a:pt x="147" y="542"/>
                    <a:pt x="152" y="557"/>
                  </a:cubicBezTo>
                  <a:cubicBezTo>
                    <a:pt x="155" y="565"/>
                    <a:pt x="160" y="580"/>
                    <a:pt x="160" y="580"/>
                  </a:cubicBezTo>
                  <a:cubicBezTo>
                    <a:pt x="167" y="1114"/>
                    <a:pt x="0" y="1131"/>
                    <a:pt x="315" y="111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111"/>
            <p:cNvSpPr>
              <a:spLocks/>
            </p:cNvSpPr>
            <p:nvPr/>
          </p:nvSpPr>
          <p:spPr bwMode="auto">
            <a:xfrm rot="21358603" flipH="1">
              <a:off x="1734" y="3476"/>
              <a:ext cx="82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112"/>
            <p:cNvSpPr>
              <a:spLocks/>
            </p:cNvSpPr>
            <p:nvPr/>
          </p:nvSpPr>
          <p:spPr bwMode="auto">
            <a:xfrm rot="300000">
              <a:off x="1556" y="3456"/>
              <a:ext cx="74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113"/>
            <p:cNvSpPr>
              <a:spLocks/>
            </p:cNvSpPr>
            <p:nvPr/>
          </p:nvSpPr>
          <p:spPr bwMode="auto">
            <a:xfrm flipH="1">
              <a:off x="1621" y="3315"/>
              <a:ext cx="119" cy="165"/>
            </a:xfrm>
            <a:custGeom>
              <a:avLst/>
              <a:gdLst>
                <a:gd name="T0" fmla="*/ 336 w 936"/>
                <a:gd name="T1" fmla="*/ 1112 h 1152"/>
                <a:gd name="T2" fmla="*/ 384 w 936"/>
                <a:gd name="T3" fmla="*/ 872 h 1152"/>
                <a:gd name="T4" fmla="*/ 192 w 936"/>
                <a:gd name="T5" fmla="*/ 824 h 1152"/>
                <a:gd name="T6" fmla="*/ 0 w 936"/>
                <a:gd name="T7" fmla="*/ 536 h 1152"/>
                <a:gd name="T8" fmla="*/ 192 w 936"/>
                <a:gd name="T9" fmla="*/ 104 h 1152"/>
                <a:gd name="T10" fmla="*/ 624 w 936"/>
                <a:gd name="T11" fmla="*/ 56 h 1152"/>
                <a:gd name="T12" fmla="*/ 912 w 936"/>
                <a:gd name="T13" fmla="*/ 440 h 1152"/>
                <a:gd name="T14" fmla="*/ 768 w 936"/>
                <a:gd name="T15" fmla="*/ 824 h 1152"/>
                <a:gd name="T16" fmla="*/ 576 w 936"/>
                <a:gd name="T17" fmla="*/ 872 h 1152"/>
                <a:gd name="T18" fmla="*/ 672 w 936"/>
                <a:gd name="T19" fmla="*/ 1112 h 1152"/>
                <a:gd name="T20" fmla="*/ 336 w 936"/>
                <a:gd name="T21" fmla="*/ 1112 h 1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36"/>
                <a:gd name="T34" fmla="*/ 0 h 1152"/>
                <a:gd name="T35" fmla="*/ 936 w 936"/>
                <a:gd name="T36" fmla="*/ 1152 h 11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36" h="1152">
                  <a:moveTo>
                    <a:pt x="336" y="1112"/>
                  </a:moveTo>
                  <a:cubicBezTo>
                    <a:pt x="288" y="1072"/>
                    <a:pt x="408" y="920"/>
                    <a:pt x="384" y="872"/>
                  </a:cubicBezTo>
                  <a:cubicBezTo>
                    <a:pt x="360" y="824"/>
                    <a:pt x="256" y="880"/>
                    <a:pt x="192" y="824"/>
                  </a:cubicBezTo>
                  <a:cubicBezTo>
                    <a:pt x="128" y="768"/>
                    <a:pt x="0" y="656"/>
                    <a:pt x="0" y="536"/>
                  </a:cubicBezTo>
                  <a:cubicBezTo>
                    <a:pt x="0" y="416"/>
                    <a:pt x="88" y="184"/>
                    <a:pt x="192" y="104"/>
                  </a:cubicBezTo>
                  <a:cubicBezTo>
                    <a:pt x="296" y="24"/>
                    <a:pt x="504" y="0"/>
                    <a:pt x="624" y="56"/>
                  </a:cubicBezTo>
                  <a:cubicBezTo>
                    <a:pt x="744" y="112"/>
                    <a:pt x="888" y="312"/>
                    <a:pt x="912" y="440"/>
                  </a:cubicBezTo>
                  <a:cubicBezTo>
                    <a:pt x="936" y="568"/>
                    <a:pt x="824" y="752"/>
                    <a:pt x="768" y="824"/>
                  </a:cubicBezTo>
                  <a:cubicBezTo>
                    <a:pt x="712" y="896"/>
                    <a:pt x="592" y="824"/>
                    <a:pt x="576" y="872"/>
                  </a:cubicBezTo>
                  <a:cubicBezTo>
                    <a:pt x="560" y="920"/>
                    <a:pt x="712" y="1072"/>
                    <a:pt x="672" y="1112"/>
                  </a:cubicBezTo>
                  <a:cubicBezTo>
                    <a:pt x="632" y="1152"/>
                    <a:pt x="384" y="1152"/>
                    <a:pt x="336" y="111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114"/>
            <p:cNvSpPr>
              <a:spLocks/>
            </p:cNvSpPr>
            <p:nvPr/>
          </p:nvSpPr>
          <p:spPr bwMode="auto">
            <a:xfrm flipH="1">
              <a:off x="1624" y="3431"/>
              <a:ext cx="112" cy="64"/>
            </a:xfrm>
            <a:custGeom>
              <a:avLst/>
              <a:gdLst>
                <a:gd name="T0" fmla="*/ 101 w 406"/>
                <a:gd name="T1" fmla="*/ 0 h 313"/>
                <a:gd name="T2" fmla="*/ 35 w 406"/>
                <a:gd name="T3" fmla="*/ 236 h 313"/>
                <a:gd name="T4" fmla="*/ 396 w 406"/>
                <a:gd name="T5" fmla="*/ 244 h 313"/>
                <a:gd name="T6" fmla="*/ 374 w 406"/>
                <a:gd name="T7" fmla="*/ 222 h 313"/>
                <a:gd name="T8" fmla="*/ 359 w 406"/>
                <a:gd name="T9" fmla="*/ 192 h 313"/>
                <a:gd name="T10" fmla="*/ 315 w 406"/>
                <a:gd name="T11" fmla="*/ 118 h 313"/>
                <a:gd name="T12" fmla="*/ 300 w 406"/>
                <a:gd name="T13" fmla="*/ 7 h 313"/>
                <a:gd name="T14" fmla="*/ 101 w 406"/>
                <a:gd name="T15" fmla="*/ 0 h 3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6"/>
                <a:gd name="T25" fmla="*/ 0 h 313"/>
                <a:gd name="T26" fmla="*/ 406 w 406"/>
                <a:gd name="T27" fmla="*/ 313 h 3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6" h="313">
                  <a:moveTo>
                    <a:pt x="101" y="0"/>
                  </a:moveTo>
                  <a:cubicBezTo>
                    <a:pt x="96" y="81"/>
                    <a:pt x="97" y="174"/>
                    <a:pt x="35" y="236"/>
                  </a:cubicBezTo>
                  <a:cubicBezTo>
                    <a:pt x="148" y="313"/>
                    <a:pt x="80" y="273"/>
                    <a:pt x="396" y="244"/>
                  </a:cubicBezTo>
                  <a:cubicBezTo>
                    <a:pt x="406" y="243"/>
                    <a:pt x="380" y="230"/>
                    <a:pt x="374" y="222"/>
                  </a:cubicBezTo>
                  <a:cubicBezTo>
                    <a:pt x="368" y="213"/>
                    <a:pt x="364" y="202"/>
                    <a:pt x="359" y="192"/>
                  </a:cubicBezTo>
                  <a:cubicBezTo>
                    <a:pt x="344" y="166"/>
                    <a:pt x="333" y="143"/>
                    <a:pt x="315" y="118"/>
                  </a:cubicBezTo>
                  <a:cubicBezTo>
                    <a:pt x="304" y="82"/>
                    <a:pt x="334" y="22"/>
                    <a:pt x="300" y="7"/>
                  </a:cubicBezTo>
                  <a:cubicBezTo>
                    <a:pt x="283" y="0"/>
                    <a:pt x="0" y="0"/>
                    <a:pt x="101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15"/>
            <p:cNvSpPr>
              <a:spLocks/>
            </p:cNvSpPr>
            <p:nvPr/>
          </p:nvSpPr>
          <p:spPr bwMode="auto">
            <a:xfrm flipH="1">
              <a:off x="1647" y="3690"/>
              <a:ext cx="92" cy="92"/>
            </a:xfrm>
            <a:custGeom>
              <a:avLst/>
              <a:gdLst>
                <a:gd name="T0" fmla="*/ 128 w 396"/>
                <a:gd name="T1" fmla="*/ 445 h 459"/>
                <a:gd name="T2" fmla="*/ 239 w 396"/>
                <a:gd name="T3" fmla="*/ 267 h 459"/>
                <a:gd name="T4" fmla="*/ 283 w 396"/>
                <a:gd name="T5" fmla="*/ 334 h 459"/>
                <a:gd name="T6" fmla="*/ 298 w 396"/>
                <a:gd name="T7" fmla="*/ 356 h 459"/>
                <a:gd name="T8" fmla="*/ 312 w 396"/>
                <a:gd name="T9" fmla="*/ 378 h 459"/>
                <a:gd name="T10" fmla="*/ 342 w 396"/>
                <a:gd name="T11" fmla="*/ 452 h 459"/>
                <a:gd name="T12" fmla="*/ 364 w 396"/>
                <a:gd name="T13" fmla="*/ 459 h 459"/>
                <a:gd name="T14" fmla="*/ 394 w 396"/>
                <a:gd name="T15" fmla="*/ 312 h 459"/>
                <a:gd name="T16" fmla="*/ 386 w 396"/>
                <a:gd name="T17" fmla="*/ 105 h 459"/>
                <a:gd name="T18" fmla="*/ 194 w 396"/>
                <a:gd name="T19" fmla="*/ 1 h 459"/>
                <a:gd name="T20" fmla="*/ 32 w 396"/>
                <a:gd name="T21" fmla="*/ 9 h 459"/>
                <a:gd name="T22" fmla="*/ 24 w 396"/>
                <a:gd name="T23" fmla="*/ 31 h 459"/>
                <a:gd name="T24" fmla="*/ 2 w 396"/>
                <a:gd name="T25" fmla="*/ 105 h 459"/>
                <a:gd name="T26" fmla="*/ 10 w 396"/>
                <a:gd name="T27" fmla="*/ 334 h 459"/>
                <a:gd name="T28" fmla="*/ 113 w 396"/>
                <a:gd name="T29" fmla="*/ 422 h 459"/>
                <a:gd name="T30" fmla="*/ 128 w 396"/>
                <a:gd name="T31" fmla="*/ 445 h 45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96"/>
                <a:gd name="T49" fmla="*/ 0 h 459"/>
                <a:gd name="T50" fmla="*/ 396 w 396"/>
                <a:gd name="T51" fmla="*/ 459 h 45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96" h="459">
                  <a:moveTo>
                    <a:pt x="128" y="445"/>
                  </a:moveTo>
                  <a:cubicBezTo>
                    <a:pt x="140" y="380"/>
                    <a:pt x="183" y="304"/>
                    <a:pt x="239" y="267"/>
                  </a:cubicBezTo>
                  <a:cubicBezTo>
                    <a:pt x="273" y="319"/>
                    <a:pt x="258" y="297"/>
                    <a:pt x="283" y="334"/>
                  </a:cubicBezTo>
                  <a:cubicBezTo>
                    <a:pt x="288" y="341"/>
                    <a:pt x="293" y="349"/>
                    <a:pt x="298" y="356"/>
                  </a:cubicBezTo>
                  <a:cubicBezTo>
                    <a:pt x="303" y="363"/>
                    <a:pt x="312" y="378"/>
                    <a:pt x="312" y="378"/>
                  </a:cubicBezTo>
                  <a:cubicBezTo>
                    <a:pt x="315" y="389"/>
                    <a:pt x="334" y="444"/>
                    <a:pt x="342" y="452"/>
                  </a:cubicBezTo>
                  <a:cubicBezTo>
                    <a:pt x="347" y="457"/>
                    <a:pt x="357" y="457"/>
                    <a:pt x="364" y="459"/>
                  </a:cubicBezTo>
                  <a:cubicBezTo>
                    <a:pt x="382" y="411"/>
                    <a:pt x="377" y="360"/>
                    <a:pt x="394" y="312"/>
                  </a:cubicBezTo>
                  <a:cubicBezTo>
                    <a:pt x="391" y="243"/>
                    <a:pt x="396" y="173"/>
                    <a:pt x="386" y="105"/>
                  </a:cubicBezTo>
                  <a:cubicBezTo>
                    <a:pt x="374" y="24"/>
                    <a:pt x="253" y="17"/>
                    <a:pt x="194" y="1"/>
                  </a:cubicBezTo>
                  <a:cubicBezTo>
                    <a:pt x="140" y="4"/>
                    <a:pt x="85" y="0"/>
                    <a:pt x="32" y="9"/>
                  </a:cubicBezTo>
                  <a:cubicBezTo>
                    <a:pt x="24" y="10"/>
                    <a:pt x="27" y="24"/>
                    <a:pt x="24" y="31"/>
                  </a:cubicBezTo>
                  <a:cubicBezTo>
                    <a:pt x="16" y="56"/>
                    <a:pt x="11" y="81"/>
                    <a:pt x="2" y="105"/>
                  </a:cubicBezTo>
                  <a:cubicBezTo>
                    <a:pt x="5" y="181"/>
                    <a:pt x="0" y="258"/>
                    <a:pt x="10" y="334"/>
                  </a:cubicBezTo>
                  <a:cubicBezTo>
                    <a:pt x="16" y="382"/>
                    <a:pt x="80" y="401"/>
                    <a:pt x="113" y="422"/>
                  </a:cubicBezTo>
                  <a:cubicBezTo>
                    <a:pt x="118" y="430"/>
                    <a:pt x="128" y="445"/>
                    <a:pt x="128" y="44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16"/>
            <p:cNvSpPr>
              <a:spLocks/>
            </p:cNvSpPr>
            <p:nvPr/>
          </p:nvSpPr>
          <p:spPr bwMode="auto">
            <a:xfrm flipH="1">
              <a:off x="1619" y="3312"/>
              <a:ext cx="132" cy="118"/>
            </a:xfrm>
            <a:custGeom>
              <a:avLst/>
              <a:gdLst>
                <a:gd name="T0" fmla="*/ 67 w 627"/>
                <a:gd name="T1" fmla="*/ 387 h 638"/>
                <a:gd name="T2" fmla="*/ 31 w 627"/>
                <a:gd name="T3" fmla="*/ 306 h 638"/>
                <a:gd name="T4" fmla="*/ 60 w 627"/>
                <a:gd name="T5" fmla="*/ 298 h 638"/>
                <a:gd name="T6" fmla="*/ 75 w 627"/>
                <a:gd name="T7" fmla="*/ 239 h 638"/>
                <a:gd name="T8" fmla="*/ 67 w 627"/>
                <a:gd name="T9" fmla="*/ 217 h 638"/>
                <a:gd name="T10" fmla="*/ 82 w 627"/>
                <a:gd name="T11" fmla="*/ 195 h 638"/>
                <a:gd name="T12" fmla="*/ 90 w 627"/>
                <a:gd name="T13" fmla="*/ 173 h 638"/>
                <a:gd name="T14" fmla="*/ 112 w 627"/>
                <a:gd name="T15" fmla="*/ 165 h 638"/>
                <a:gd name="T16" fmla="*/ 119 w 627"/>
                <a:gd name="T17" fmla="*/ 106 h 638"/>
                <a:gd name="T18" fmla="*/ 156 w 627"/>
                <a:gd name="T19" fmla="*/ 114 h 638"/>
                <a:gd name="T20" fmla="*/ 171 w 627"/>
                <a:gd name="T21" fmla="*/ 69 h 638"/>
                <a:gd name="T22" fmla="*/ 200 w 627"/>
                <a:gd name="T23" fmla="*/ 77 h 638"/>
                <a:gd name="T24" fmla="*/ 237 w 627"/>
                <a:gd name="T25" fmla="*/ 32 h 638"/>
                <a:gd name="T26" fmla="*/ 282 w 627"/>
                <a:gd name="T27" fmla="*/ 25 h 638"/>
                <a:gd name="T28" fmla="*/ 341 w 627"/>
                <a:gd name="T29" fmla="*/ 47 h 638"/>
                <a:gd name="T30" fmla="*/ 437 w 627"/>
                <a:gd name="T31" fmla="*/ 40 h 638"/>
                <a:gd name="T32" fmla="*/ 481 w 627"/>
                <a:gd name="T33" fmla="*/ 55 h 638"/>
                <a:gd name="T34" fmla="*/ 540 w 627"/>
                <a:gd name="T35" fmla="*/ 106 h 638"/>
                <a:gd name="T36" fmla="*/ 562 w 627"/>
                <a:gd name="T37" fmla="*/ 180 h 638"/>
                <a:gd name="T38" fmla="*/ 570 w 627"/>
                <a:gd name="T39" fmla="*/ 202 h 638"/>
                <a:gd name="T40" fmla="*/ 570 w 627"/>
                <a:gd name="T41" fmla="*/ 232 h 638"/>
                <a:gd name="T42" fmla="*/ 570 w 627"/>
                <a:gd name="T43" fmla="*/ 291 h 638"/>
                <a:gd name="T44" fmla="*/ 607 w 627"/>
                <a:gd name="T45" fmla="*/ 380 h 638"/>
                <a:gd name="T46" fmla="*/ 481 w 627"/>
                <a:gd name="T47" fmla="*/ 439 h 638"/>
                <a:gd name="T48" fmla="*/ 53 w 627"/>
                <a:gd name="T49" fmla="*/ 409 h 638"/>
                <a:gd name="T50" fmla="*/ 16 w 627"/>
                <a:gd name="T51" fmla="*/ 380 h 638"/>
                <a:gd name="T52" fmla="*/ 241 w 627"/>
                <a:gd name="T53" fmla="*/ 638 h 638"/>
                <a:gd name="T54" fmla="*/ 67 w 627"/>
                <a:gd name="T55" fmla="*/ 387 h 63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27"/>
                <a:gd name="T85" fmla="*/ 0 h 638"/>
                <a:gd name="T86" fmla="*/ 627 w 627"/>
                <a:gd name="T87" fmla="*/ 638 h 63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27" h="638">
                  <a:moveTo>
                    <a:pt x="67" y="387"/>
                  </a:moveTo>
                  <a:cubicBezTo>
                    <a:pt x="27" y="374"/>
                    <a:pt x="0" y="363"/>
                    <a:pt x="31" y="306"/>
                  </a:cubicBezTo>
                  <a:cubicBezTo>
                    <a:pt x="36" y="297"/>
                    <a:pt x="50" y="301"/>
                    <a:pt x="60" y="298"/>
                  </a:cubicBezTo>
                  <a:cubicBezTo>
                    <a:pt x="21" y="259"/>
                    <a:pt x="48" y="279"/>
                    <a:pt x="75" y="239"/>
                  </a:cubicBezTo>
                  <a:cubicBezTo>
                    <a:pt x="72" y="232"/>
                    <a:pt x="66" y="225"/>
                    <a:pt x="67" y="217"/>
                  </a:cubicBezTo>
                  <a:cubicBezTo>
                    <a:pt x="68" y="208"/>
                    <a:pt x="78" y="203"/>
                    <a:pt x="82" y="195"/>
                  </a:cubicBezTo>
                  <a:cubicBezTo>
                    <a:pt x="86" y="188"/>
                    <a:pt x="84" y="179"/>
                    <a:pt x="90" y="173"/>
                  </a:cubicBezTo>
                  <a:cubicBezTo>
                    <a:pt x="96" y="167"/>
                    <a:pt x="105" y="168"/>
                    <a:pt x="112" y="165"/>
                  </a:cubicBezTo>
                  <a:cubicBezTo>
                    <a:pt x="114" y="145"/>
                    <a:pt x="106" y="121"/>
                    <a:pt x="119" y="106"/>
                  </a:cubicBezTo>
                  <a:cubicBezTo>
                    <a:pt x="127" y="96"/>
                    <a:pt x="146" y="121"/>
                    <a:pt x="156" y="114"/>
                  </a:cubicBezTo>
                  <a:cubicBezTo>
                    <a:pt x="169" y="105"/>
                    <a:pt x="171" y="69"/>
                    <a:pt x="171" y="69"/>
                  </a:cubicBezTo>
                  <a:cubicBezTo>
                    <a:pt x="181" y="72"/>
                    <a:pt x="190" y="80"/>
                    <a:pt x="200" y="77"/>
                  </a:cubicBezTo>
                  <a:cubicBezTo>
                    <a:pt x="254" y="62"/>
                    <a:pt x="197" y="53"/>
                    <a:pt x="237" y="32"/>
                  </a:cubicBezTo>
                  <a:cubicBezTo>
                    <a:pt x="251" y="25"/>
                    <a:pt x="267" y="27"/>
                    <a:pt x="282" y="25"/>
                  </a:cubicBezTo>
                  <a:cubicBezTo>
                    <a:pt x="318" y="0"/>
                    <a:pt x="319" y="14"/>
                    <a:pt x="341" y="47"/>
                  </a:cubicBezTo>
                  <a:cubicBezTo>
                    <a:pt x="383" y="34"/>
                    <a:pt x="386" y="32"/>
                    <a:pt x="437" y="40"/>
                  </a:cubicBezTo>
                  <a:cubicBezTo>
                    <a:pt x="441" y="41"/>
                    <a:pt x="477" y="53"/>
                    <a:pt x="481" y="55"/>
                  </a:cubicBezTo>
                  <a:cubicBezTo>
                    <a:pt x="509" y="74"/>
                    <a:pt x="508" y="96"/>
                    <a:pt x="540" y="106"/>
                  </a:cubicBezTo>
                  <a:cubicBezTo>
                    <a:pt x="552" y="143"/>
                    <a:pt x="576" y="141"/>
                    <a:pt x="562" y="180"/>
                  </a:cubicBezTo>
                  <a:cubicBezTo>
                    <a:pt x="565" y="187"/>
                    <a:pt x="573" y="195"/>
                    <a:pt x="570" y="202"/>
                  </a:cubicBezTo>
                  <a:cubicBezTo>
                    <a:pt x="557" y="234"/>
                    <a:pt x="521" y="200"/>
                    <a:pt x="570" y="232"/>
                  </a:cubicBezTo>
                  <a:cubicBezTo>
                    <a:pt x="530" y="258"/>
                    <a:pt x="556" y="251"/>
                    <a:pt x="570" y="291"/>
                  </a:cubicBezTo>
                  <a:cubicBezTo>
                    <a:pt x="553" y="337"/>
                    <a:pt x="583" y="344"/>
                    <a:pt x="607" y="380"/>
                  </a:cubicBezTo>
                  <a:cubicBezTo>
                    <a:pt x="627" y="464"/>
                    <a:pt x="581" y="433"/>
                    <a:pt x="481" y="439"/>
                  </a:cubicBezTo>
                  <a:cubicBezTo>
                    <a:pt x="250" y="434"/>
                    <a:pt x="205" y="457"/>
                    <a:pt x="53" y="409"/>
                  </a:cubicBezTo>
                  <a:cubicBezTo>
                    <a:pt x="25" y="390"/>
                    <a:pt x="37" y="400"/>
                    <a:pt x="16" y="380"/>
                  </a:cubicBezTo>
                  <a:lnTo>
                    <a:pt x="241" y="638"/>
                  </a:lnTo>
                  <a:lnTo>
                    <a:pt x="67" y="38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" name="Group 118"/>
          <p:cNvGrpSpPr>
            <a:grpSpLocks/>
          </p:cNvGrpSpPr>
          <p:nvPr/>
        </p:nvGrpSpPr>
        <p:grpSpPr bwMode="auto">
          <a:xfrm>
            <a:off x="2590800" y="5422900"/>
            <a:ext cx="490538" cy="1143000"/>
            <a:chOff x="1536" y="3312"/>
            <a:chExt cx="309" cy="720"/>
          </a:xfrm>
        </p:grpSpPr>
        <p:sp>
          <p:nvSpPr>
            <p:cNvPr id="28" name="Freeform 108"/>
            <p:cNvSpPr>
              <a:spLocks/>
            </p:cNvSpPr>
            <p:nvPr/>
          </p:nvSpPr>
          <p:spPr bwMode="auto">
            <a:xfrm rot="240000" flipH="1">
              <a:off x="1697" y="3754"/>
              <a:ext cx="148" cy="274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09"/>
            <p:cNvSpPr>
              <a:spLocks/>
            </p:cNvSpPr>
            <p:nvPr/>
          </p:nvSpPr>
          <p:spPr bwMode="auto">
            <a:xfrm>
              <a:off x="1536" y="3754"/>
              <a:ext cx="139" cy="278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10"/>
            <p:cNvSpPr>
              <a:spLocks/>
            </p:cNvSpPr>
            <p:nvPr/>
          </p:nvSpPr>
          <p:spPr bwMode="auto">
            <a:xfrm flipH="1">
              <a:off x="1591" y="3440"/>
              <a:ext cx="207" cy="352"/>
            </a:xfrm>
            <a:custGeom>
              <a:avLst/>
              <a:gdLst>
                <a:gd name="T0" fmla="*/ 315 w 675"/>
                <a:gd name="T1" fmla="*/ 1111 h 1154"/>
                <a:gd name="T2" fmla="*/ 367 w 675"/>
                <a:gd name="T3" fmla="*/ 912 h 1154"/>
                <a:gd name="T4" fmla="*/ 374 w 675"/>
                <a:gd name="T5" fmla="*/ 875 h 1154"/>
                <a:gd name="T6" fmla="*/ 381 w 675"/>
                <a:gd name="T7" fmla="*/ 897 h 1154"/>
                <a:gd name="T8" fmla="*/ 396 w 675"/>
                <a:gd name="T9" fmla="*/ 941 h 1154"/>
                <a:gd name="T10" fmla="*/ 440 w 675"/>
                <a:gd name="T11" fmla="*/ 1119 h 1154"/>
                <a:gd name="T12" fmla="*/ 573 w 675"/>
                <a:gd name="T13" fmla="*/ 1111 h 1154"/>
                <a:gd name="T14" fmla="*/ 588 w 675"/>
                <a:gd name="T15" fmla="*/ 594 h 1154"/>
                <a:gd name="T16" fmla="*/ 647 w 675"/>
                <a:gd name="T17" fmla="*/ 240 h 1154"/>
                <a:gd name="T18" fmla="*/ 603 w 675"/>
                <a:gd name="T19" fmla="*/ 63 h 1154"/>
                <a:gd name="T20" fmla="*/ 300 w 675"/>
                <a:gd name="T21" fmla="*/ 48 h 1154"/>
                <a:gd name="T22" fmla="*/ 197 w 675"/>
                <a:gd name="T23" fmla="*/ 63 h 1154"/>
                <a:gd name="T24" fmla="*/ 152 w 675"/>
                <a:gd name="T25" fmla="*/ 92 h 1154"/>
                <a:gd name="T26" fmla="*/ 101 w 675"/>
                <a:gd name="T27" fmla="*/ 181 h 1154"/>
                <a:gd name="T28" fmla="*/ 138 w 675"/>
                <a:gd name="T29" fmla="*/ 513 h 1154"/>
                <a:gd name="T30" fmla="*/ 152 w 675"/>
                <a:gd name="T31" fmla="*/ 557 h 1154"/>
                <a:gd name="T32" fmla="*/ 160 w 675"/>
                <a:gd name="T33" fmla="*/ 580 h 1154"/>
                <a:gd name="T34" fmla="*/ 315 w 675"/>
                <a:gd name="T35" fmla="*/ 1111 h 115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75"/>
                <a:gd name="T55" fmla="*/ 0 h 1154"/>
                <a:gd name="T56" fmla="*/ 675 w 675"/>
                <a:gd name="T57" fmla="*/ 1154 h 115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75" h="1154">
                  <a:moveTo>
                    <a:pt x="315" y="1111"/>
                  </a:moveTo>
                  <a:cubicBezTo>
                    <a:pt x="336" y="1044"/>
                    <a:pt x="302" y="955"/>
                    <a:pt x="367" y="912"/>
                  </a:cubicBezTo>
                  <a:cubicBezTo>
                    <a:pt x="369" y="900"/>
                    <a:pt x="365" y="884"/>
                    <a:pt x="374" y="875"/>
                  </a:cubicBezTo>
                  <a:cubicBezTo>
                    <a:pt x="379" y="869"/>
                    <a:pt x="379" y="890"/>
                    <a:pt x="381" y="897"/>
                  </a:cubicBezTo>
                  <a:cubicBezTo>
                    <a:pt x="401" y="955"/>
                    <a:pt x="377" y="883"/>
                    <a:pt x="396" y="941"/>
                  </a:cubicBezTo>
                  <a:cubicBezTo>
                    <a:pt x="400" y="986"/>
                    <a:pt x="386" y="1099"/>
                    <a:pt x="440" y="1119"/>
                  </a:cubicBezTo>
                  <a:cubicBezTo>
                    <a:pt x="484" y="1116"/>
                    <a:pt x="561" y="1154"/>
                    <a:pt x="573" y="1111"/>
                  </a:cubicBezTo>
                  <a:cubicBezTo>
                    <a:pt x="621" y="945"/>
                    <a:pt x="556" y="763"/>
                    <a:pt x="588" y="594"/>
                  </a:cubicBezTo>
                  <a:cubicBezTo>
                    <a:pt x="595" y="477"/>
                    <a:pt x="611" y="353"/>
                    <a:pt x="647" y="240"/>
                  </a:cubicBezTo>
                  <a:cubicBezTo>
                    <a:pt x="644" y="173"/>
                    <a:pt x="675" y="86"/>
                    <a:pt x="603" y="63"/>
                  </a:cubicBezTo>
                  <a:cubicBezTo>
                    <a:pt x="510" y="0"/>
                    <a:pt x="442" y="44"/>
                    <a:pt x="300" y="48"/>
                  </a:cubicBezTo>
                  <a:cubicBezTo>
                    <a:pt x="278" y="50"/>
                    <a:pt x="225" y="47"/>
                    <a:pt x="197" y="63"/>
                  </a:cubicBezTo>
                  <a:cubicBezTo>
                    <a:pt x="181" y="72"/>
                    <a:pt x="152" y="92"/>
                    <a:pt x="152" y="92"/>
                  </a:cubicBezTo>
                  <a:cubicBezTo>
                    <a:pt x="132" y="123"/>
                    <a:pt x="121" y="152"/>
                    <a:pt x="101" y="181"/>
                  </a:cubicBezTo>
                  <a:cubicBezTo>
                    <a:pt x="104" y="285"/>
                    <a:pt x="74" y="418"/>
                    <a:pt x="138" y="513"/>
                  </a:cubicBezTo>
                  <a:cubicBezTo>
                    <a:pt x="143" y="528"/>
                    <a:pt x="147" y="542"/>
                    <a:pt x="152" y="557"/>
                  </a:cubicBezTo>
                  <a:cubicBezTo>
                    <a:pt x="155" y="565"/>
                    <a:pt x="160" y="580"/>
                    <a:pt x="160" y="580"/>
                  </a:cubicBezTo>
                  <a:cubicBezTo>
                    <a:pt x="167" y="1114"/>
                    <a:pt x="0" y="1131"/>
                    <a:pt x="315" y="111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11"/>
            <p:cNvSpPr>
              <a:spLocks/>
            </p:cNvSpPr>
            <p:nvPr/>
          </p:nvSpPr>
          <p:spPr bwMode="auto">
            <a:xfrm rot="21358603" flipH="1">
              <a:off x="1734" y="3476"/>
              <a:ext cx="82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12"/>
            <p:cNvSpPr>
              <a:spLocks/>
            </p:cNvSpPr>
            <p:nvPr/>
          </p:nvSpPr>
          <p:spPr bwMode="auto">
            <a:xfrm rot="300000">
              <a:off x="1556" y="3456"/>
              <a:ext cx="74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113"/>
            <p:cNvSpPr>
              <a:spLocks/>
            </p:cNvSpPr>
            <p:nvPr/>
          </p:nvSpPr>
          <p:spPr bwMode="auto">
            <a:xfrm flipH="1">
              <a:off x="1621" y="3315"/>
              <a:ext cx="119" cy="165"/>
            </a:xfrm>
            <a:custGeom>
              <a:avLst/>
              <a:gdLst>
                <a:gd name="T0" fmla="*/ 336 w 936"/>
                <a:gd name="T1" fmla="*/ 1112 h 1152"/>
                <a:gd name="T2" fmla="*/ 384 w 936"/>
                <a:gd name="T3" fmla="*/ 872 h 1152"/>
                <a:gd name="T4" fmla="*/ 192 w 936"/>
                <a:gd name="T5" fmla="*/ 824 h 1152"/>
                <a:gd name="T6" fmla="*/ 0 w 936"/>
                <a:gd name="T7" fmla="*/ 536 h 1152"/>
                <a:gd name="T8" fmla="*/ 192 w 936"/>
                <a:gd name="T9" fmla="*/ 104 h 1152"/>
                <a:gd name="T10" fmla="*/ 624 w 936"/>
                <a:gd name="T11" fmla="*/ 56 h 1152"/>
                <a:gd name="T12" fmla="*/ 912 w 936"/>
                <a:gd name="T13" fmla="*/ 440 h 1152"/>
                <a:gd name="T14" fmla="*/ 768 w 936"/>
                <a:gd name="T15" fmla="*/ 824 h 1152"/>
                <a:gd name="T16" fmla="*/ 576 w 936"/>
                <a:gd name="T17" fmla="*/ 872 h 1152"/>
                <a:gd name="T18" fmla="*/ 672 w 936"/>
                <a:gd name="T19" fmla="*/ 1112 h 1152"/>
                <a:gd name="T20" fmla="*/ 336 w 936"/>
                <a:gd name="T21" fmla="*/ 1112 h 1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36"/>
                <a:gd name="T34" fmla="*/ 0 h 1152"/>
                <a:gd name="T35" fmla="*/ 936 w 936"/>
                <a:gd name="T36" fmla="*/ 1152 h 11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36" h="1152">
                  <a:moveTo>
                    <a:pt x="336" y="1112"/>
                  </a:moveTo>
                  <a:cubicBezTo>
                    <a:pt x="288" y="1072"/>
                    <a:pt x="408" y="920"/>
                    <a:pt x="384" y="872"/>
                  </a:cubicBezTo>
                  <a:cubicBezTo>
                    <a:pt x="360" y="824"/>
                    <a:pt x="256" y="880"/>
                    <a:pt x="192" y="824"/>
                  </a:cubicBezTo>
                  <a:cubicBezTo>
                    <a:pt x="128" y="768"/>
                    <a:pt x="0" y="656"/>
                    <a:pt x="0" y="536"/>
                  </a:cubicBezTo>
                  <a:cubicBezTo>
                    <a:pt x="0" y="416"/>
                    <a:pt x="88" y="184"/>
                    <a:pt x="192" y="104"/>
                  </a:cubicBezTo>
                  <a:cubicBezTo>
                    <a:pt x="296" y="24"/>
                    <a:pt x="504" y="0"/>
                    <a:pt x="624" y="56"/>
                  </a:cubicBezTo>
                  <a:cubicBezTo>
                    <a:pt x="744" y="112"/>
                    <a:pt x="888" y="312"/>
                    <a:pt x="912" y="440"/>
                  </a:cubicBezTo>
                  <a:cubicBezTo>
                    <a:pt x="936" y="568"/>
                    <a:pt x="824" y="752"/>
                    <a:pt x="768" y="824"/>
                  </a:cubicBezTo>
                  <a:cubicBezTo>
                    <a:pt x="712" y="896"/>
                    <a:pt x="592" y="824"/>
                    <a:pt x="576" y="872"/>
                  </a:cubicBezTo>
                  <a:cubicBezTo>
                    <a:pt x="560" y="920"/>
                    <a:pt x="712" y="1072"/>
                    <a:pt x="672" y="1112"/>
                  </a:cubicBezTo>
                  <a:cubicBezTo>
                    <a:pt x="632" y="1152"/>
                    <a:pt x="384" y="1152"/>
                    <a:pt x="336" y="111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114"/>
            <p:cNvSpPr>
              <a:spLocks/>
            </p:cNvSpPr>
            <p:nvPr/>
          </p:nvSpPr>
          <p:spPr bwMode="auto">
            <a:xfrm flipH="1">
              <a:off x="1624" y="3431"/>
              <a:ext cx="112" cy="64"/>
            </a:xfrm>
            <a:custGeom>
              <a:avLst/>
              <a:gdLst>
                <a:gd name="T0" fmla="*/ 101 w 406"/>
                <a:gd name="T1" fmla="*/ 0 h 313"/>
                <a:gd name="T2" fmla="*/ 35 w 406"/>
                <a:gd name="T3" fmla="*/ 236 h 313"/>
                <a:gd name="T4" fmla="*/ 396 w 406"/>
                <a:gd name="T5" fmla="*/ 244 h 313"/>
                <a:gd name="T6" fmla="*/ 374 w 406"/>
                <a:gd name="T7" fmla="*/ 222 h 313"/>
                <a:gd name="T8" fmla="*/ 359 w 406"/>
                <a:gd name="T9" fmla="*/ 192 h 313"/>
                <a:gd name="T10" fmla="*/ 315 w 406"/>
                <a:gd name="T11" fmla="*/ 118 h 313"/>
                <a:gd name="T12" fmla="*/ 300 w 406"/>
                <a:gd name="T13" fmla="*/ 7 h 313"/>
                <a:gd name="T14" fmla="*/ 101 w 406"/>
                <a:gd name="T15" fmla="*/ 0 h 3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6"/>
                <a:gd name="T25" fmla="*/ 0 h 313"/>
                <a:gd name="T26" fmla="*/ 406 w 406"/>
                <a:gd name="T27" fmla="*/ 313 h 3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6" h="313">
                  <a:moveTo>
                    <a:pt x="101" y="0"/>
                  </a:moveTo>
                  <a:cubicBezTo>
                    <a:pt x="96" y="81"/>
                    <a:pt x="97" y="174"/>
                    <a:pt x="35" y="236"/>
                  </a:cubicBezTo>
                  <a:cubicBezTo>
                    <a:pt x="148" y="313"/>
                    <a:pt x="80" y="273"/>
                    <a:pt x="396" y="244"/>
                  </a:cubicBezTo>
                  <a:cubicBezTo>
                    <a:pt x="406" y="243"/>
                    <a:pt x="380" y="230"/>
                    <a:pt x="374" y="222"/>
                  </a:cubicBezTo>
                  <a:cubicBezTo>
                    <a:pt x="368" y="213"/>
                    <a:pt x="364" y="202"/>
                    <a:pt x="359" y="192"/>
                  </a:cubicBezTo>
                  <a:cubicBezTo>
                    <a:pt x="344" y="166"/>
                    <a:pt x="333" y="143"/>
                    <a:pt x="315" y="118"/>
                  </a:cubicBezTo>
                  <a:cubicBezTo>
                    <a:pt x="304" y="82"/>
                    <a:pt x="334" y="22"/>
                    <a:pt x="300" y="7"/>
                  </a:cubicBezTo>
                  <a:cubicBezTo>
                    <a:pt x="283" y="0"/>
                    <a:pt x="0" y="0"/>
                    <a:pt x="101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115"/>
            <p:cNvSpPr>
              <a:spLocks/>
            </p:cNvSpPr>
            <p:nvPr/>
          </p:nvSpPr>
          <p:spPr bwMode="auto">
            <a:xfrm flipH="1">
              <a:off x="1647" y="3690"/>
              <a:ext cx="92" cy="92"/>
            </a:xfrm>
            <a:custGeom>
              <a:avLst/>
              <a:gdLst>
                <a:gd name="T0" fmla="*/ 128 w 396"/>
                <a:gd name="T1" fmla="*/ 445 h 459"/>
                <a:gd name="T2" fmla="*/ 239 w 396"/>
                <a:gd name="T3" fmla="*/ 267 h 459"/>
                <a:gd name="T4" fmla="*/ 283 w 396"/>
                <a:gd name="T5" fmla="*/ 334 h 459"/>
                <a:gd name="T6" fmla="*/ 298 w 396"/>
                <a:gd name="T7" fmla="*/ 356 h 459"/>
                <a:gd name="T8" fmla="*/ 312 w 396"/>
                <a:gd name="T9" fmla="*/ 378 h 459"/>
                <a:gd name="T10" fmla="*/ 342 w 396"/>
                <a:gd name="T11" fmla="*/ 452 h 459"/>
                <a:gd name="T12" fmla="*/ 364 w 396"/>
                <a:gd name="T13" fmla="*/ 459 h 459"/>
                <a:gd name="T14" fmla="*/ 394 w 396"/>
                <a:gd name="T15" fmla="*/ 312 h 459"/>
                <a:gd name="T16" fmla="*/ 386 w 396"/>
                <a:gd name="T17" fmla="*/ 105 h 459"/>
                <a:gd name="T18" fmla="*/ 194 w 396"/>
                <a:gd name="T19" fmla="*/ 1 h 459"/>
                <a:gd name="T20" fmla="*/ 32 w 396"/>
                <a:gd name="T21" fmla="*/ 9 h 459"/>
                <a:gd name="T22" fmla="*/ 24 w 396"/>
                <a:gd name="T23" fmla="*/ 31 h 459"/>
                <a:gd name="T24" fmla="*/ 2 w 396"/>
                <a:gd name="T25" fmla="*/ 105 h 459"/>
                <a:gd name="T26" fmla="*/ 10 w 396"/>
                <a:gd name="T27" fmla="*/ 334 h 459"/>
                <a:gd name="T28" fmla="*/ 113 w 396"/>
                <a:gd name="T29" fmla="*/ 422 h 459"/>
                <a:gd name="T30" fmla="*/ 128 w 396"/>
                <a:gd name="T31" fmla="*/ 445 h 45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96"/>
                <a:gd name="T49" fmla="*/ 0 h 459"/>
                <a:gd name="T50" fmla="*/ 396 w 396"/>
                <a:gd name="T51" fmla="*/ 459 h 45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96" h="459">
                  <a:moveTo>
                    <a:pt x="128" y="445"/>
                  </a:moveTo>
                  <a:cubicBezTo>
                    <a:pt x="140" y="380"/>
                    <a:pt x="183" y="304"/>
                    <a:pt x="239" y="267"/>
                  </a:cubicBezTo>
                  <a:cubicBezTo>
                    <a:pt x="273" y="319"/>
                    <a:pt x="258" y="297"/>
                    <a:pt x="283" y="334"/>
                  </a:cubicBezTo>
                  <a:cubicBezTo>
                    <a:pt x="288" y="341"/>
                    <a:pt x="293" y="349"/>
                    <a:pt x="298" y="356"/>
                  </a:cubicBezTo>
                  <a:cubicBezTo>
                    <a:pt x="303" y="363"/>
                    <a:pt x="312" y="378"/>
                    <a:pt x="312" y="378"/>
                  </a:cubicBezTo>
                  <a:cubicBezTo>
                    <a:pt x="315" y="389"/>
                    <a:pt x="334" y="444"/>
                    <a:pt x="342" y="452"/>
                  </a:cubicBezTo>
                  <a:cubicBezTo>
                    <a:pt x="347" y="457"/>
                    <a:pt x="357" y="457"/>
                    <a:pt x="364" y="459"/>
                  </a:cubicBezTo>
                  <a:cubicBezTo>
                    <a:pt x="382" y="411"/>
                    <a:pt x="377" y="360"/>
                    <a:pt x="394" y="312"/>
                  </a:cubicBezTo>
                  <a:cubicBezTo>
                    <a:pt x="391" y="243"/>
                    <a:pt x="396" y="173"/>
                    <a:pt x="386" y="105"/>
                  </a:cubicBezTo>
                  <a:cubicBezTo>
                    <a:pt x="374" y="24"/>
                    <a:pt x="253" y="17"/>
                    <a:pt x="194" y="1"/>
                  </a:cubicBezTo>
                  <a:cubicBezTo>
                    <a:pt x="140" y="4"/>
                    <a:pt x="85" y="0"/>
                    <a:pt x="32" y="9"/>
                  </a:cubicBezTo>
                  <a:cubicBezTo>
                    <a:pt x="24" y="10"/>
                    <a:pt x="27" y="24"/>
                    <a:pt x="24" y="31"/>
                  </a:cubicBezTo>
                  <a:cubicBezTo>
                    <a:pt x="16" y="56"/>
                    <a:pt x="11" y="81"/>
                    <a:pt x="2" y="105"/>
                  </a:cubicBezTo>
                  <a:cubicBezTo>
                    <a:pt x="5" y="181"/>
                    <a:pt x="0" y="258"/>
                    <a:pt x="10" y="334"/>
                  </a:cubicBezTo>
                  <a:cubicBezTo>
                    <a:pt x="16" y="382"/>
                    <a:pt x="80" y="401"/>
                    <a:pt x="113" y="422"/>
                  </a:cubicBezTo>
                  <a:cubicBezTo>
                    <a:pt x="118" y="430"/>
                    <a:pt x="128" y="445"/>
                    <a:pt x="128" y="44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116"/>
            <p:cNvSpPr>
              <a:spLocks/>
            </p:cNvSpPr>
            <p:nvPr/>
          </p:nvSpPr>
          <p:spPr bwMode="auto">
            <a:xfrm flipH="1">
              <a:off x="1619" y="3312"/>
              <a:ext cx="132" cy="118"/>
            </a:xfrm>
            <a:custGeom>
              <a:avLst/>
              <a:gdLst>
                <a:gd name="T0" fmla="*/ 67 w 627"/>
                <a:gd name="T1" fmla="*/ 387 h 638"/>
                <a:gd name="T2" fmla="*/ 31 w 627"/>
                <a:gd name="T3" fmla="*/ 306 h 638"/>
                <a:gd name="T4" fmla="*/ 60 w 627"/>
                <a:gd name="T5" fmla="*/ 298 h 638"/>
                <a:gd name="T6" fmla="*/ 75 w 627"/>
                <a:gd name="T7" fmla="*/ 239 h 638"/>
                <a:gd name="T8" fmla="*/ 67 w 627"/>
                <a:gd name="T9" fmla="*/ 217 h 638"/>
                <a:gd name="T10" fmla="*/ 82 w 627"/>
                <a:gd name="T11" fmla="*/ 195 h 638"/>
                <a:gd name="T12" fmla="*/ 90 w 627"/>
                <a:gd name="T13" fmla="*/ 173 h 638"/>
                <a:gd name="T14" fmla="*/ 112 w 627"/>
                <a:gd name="T15" fmla="*/ 165 h 638"/>
                <a:gd name="T16" fmla="*/ 119 w 627"/>
                <a:gd name="T17" fmla="*/ 106 h 638"/>
                <a:gd name="T18" fmla="*/ 156 w 627"/>
                <a:gd name="T19" fmla="*/ 114 h 638"/>
                <a:gd name="T20" fmla="*/ 171 w 627"/>
                <a:gd name="T21" fmla="*/ 69 h 638"/>
                <a:gd name="T22" fmla="*/ 200 w 627"/>
                <a:gd name="T23" fmla="*/ 77 h 638"/>
                <a:gd name="T24" fmla="*/ 237 w 627"/>
                <a:gd name="T25" fmla="*/ 32 h 638"/>
                <a:gd name="T26" fmla="*/ 282 w 627"/>
                <a:gd name="T27" fmla="*/ 25 h 638"/>
                <a:gd name="T28" fmla="*/ 341 w 627"/>
                <a:gd name="T29" fmla="*/ 47 h 638"/>
                <a:gd name="T30" fmla="*/ 437 w 627"/>
                <a:gd name="T31" fmla="*/ 40 h 638"/>
                <a:gd name="T32" fmla="*/ 481 w 627"/>
                <a:gd name="T33" fmla="*/ 55 h 638"/>
                <a:gd name="T34" fmla="*/ 540 w 627"/>
                <a:gd name="T35" fmla="*/ 106 h 638"/>
                <a:gd name="T36" fmla="*/ 562 w 627"/>
                <a:gd name="T37" fmla="*/ 180 h 638"/>
                <a:gd name="T38" fmla="*/ 570 w 627"/>
                <a:gd name="T39" fmla="*/ 202 h 638"/>
                <a:gd name="T40" fmla="*/ 570 w 627"/>
                <a:gd name="T41" fmla="*/ 232 h 638"/>
                <a:gd name="T42" fmla="*/ 570 w 627"/>
                <a:gd name="T43" fmla="*/ 291 h 638"/>
                <a:gd name="T44" fmla="*/ 607 w 627"/>
                <a:gd name="T45" fmla="*/ 380 h 638"/>
                <a:gd name="T46" fmla="*/ 481 w 627"/>
                <a:gd name="T47" fmla="*/ 439 h 638"/>
                <a:gd name="T48" fmla="*/ 53 w 627"/>
                <a:gd name="T49" fmla="*/ 409 h 638"/>
                <a:gd name="T50" fmla="*/ 16 w 627"/>
                <a:gd name="T51" fmla="*/ 380 h 638"/>
                <a:gd name="T52" fmla="*/ 241 w 627"/>
                <a:gd name="T53" fmla="*/ 638 h 638"/>
                <a:gd name="T54" fmla="*/ 67 w 627"/>
                <a:gd name="T55" fmla="*/ 387 h 63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27"/>
                <a:gd name="T85" fmla="*/ 0 h 638"/>
                <a:gd name="T86" fmla="*/ 627 w 627"/>
                <a:gd name="T87" fmla="*/ 638 h 63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27" h="638">
                  <a:moveTo>
                    <a:pt x="67" y="387"/>
                  </a:moveTo>
                  <a:cubicBezTo>
                    <a:pt x="27" y="374"/>
                    <a:pt x="0" y="363"/>
                    <a:pt x="31" y="306"/>
                  </a:cubicBezTo>
                  <a:cubicBezTo>
                    <a:pt x="36" y="297"/>
                    <a:pt x="50" y="301"/>
                    <a:pt x="60" y="298"/>
                  </a:cubicBezTo>
                  <a:cubicBezTo>
                    <a:pt x="21" y="259"/>
                    <a:pt x="48" y="279"/>
                    <a:pt x="75" y="239"/>
                  </a:cubicBezTo>
                  <a:cubicBezTo>
                    <a:pt x="72" y="232"/>
                    <a:pt x="66" y="225"/>
                    <a:pt x="67" y="217"/>
                  </a:cubicBezTo>
                  <a:cubicBezTo>
                    <a:pt x="68" y="208"/>
                    <a:pt x="78" y="203"/>
                    <a:pt x="82" y="195"/>
                  </a:cubicBezTo>
                  <a:cubicBezTo>
                    <a:pt x="86" y="188"/>
                    <a:pt x="84" y="179"/>
                    <a:pt x="90" y="173"/>
                  </a:cubicBezTo>
                  <a:cubicBezTo>
                    <a:pt x="96" y="167"/>
                    <a:pt x="105" y="168"/>
                    <a:pt x="112" y="165"/>
                  </a:cubicBezTo>
                  <a:cubicBezTo>
                    <a:pt x="114" y="145"/>
                    <a:pt x="106" y="121"/>
                    <a:pt x="119" y="106"/>
                  </a:cubicBezTo>
                  <a:cubicBezTo>
                    <a:pt x="127" y="96"/>
                    <a:pt x="146" y="121"/>
                    <a:pt x="156" y="114"/>
                  </a:cubicBezTo>
                  <a:cubicBezTo>
                    <a:pt x="169" y="105"/>
                    <a:pt x="171" y="69"/>
                    <a:pt x="171" y="69"/>
                  </a:cubicBezTo>
                  <a:cubicBezTo>
                    <a:pt x="181" y="72"/>
                    <a:pt x="190" y="80"/>
                    <a:pt x="200" y="77"/>
                  </a:cubicBezTo>
                  <a:cubicBezTo>
                    <a:pt x="254" y="62"/>
                    <a:pt x="197" y="53"/>
                    <a:pt x="237" y="32"/>
                  </a:cubicBezTo>
                  <a:cubicBezTo>
                    <a:pt x="251" y="25"/>
                    <a:pt x="267" y="27"/>
                    <a:pt x="282" y="25"/>
                  </a:cubicBezTo>
                  <a:cubicBezTo>
                    <a:pt x="318" y="0"/>
                    <a:pt x="319" y="14"/>
                    <a:pt x="341" y="47"/>
                  </a:cubicBezTo>
                  <a:cubicBezTo>
                    <a:pt x="383" y="34"/>
                    <a:pt x="386" y="32"/>
                    <a:pt x="437" y="40"/>
                  </a:cubicBezTo>
                  <a:cubicBezTo>
                    <a:pt x="441" y="41"/>
                    <a:pt x="477" y="53"/>
                    <a:pt x="481" y="55"/>
                  </a:cubicBezTo>
                  <a:cubicBezTo>
                    <a:pt x="509" y="74"/>
                    <a:pt x="508" y="96"/>
                    <a:pt x="540" y="106"/>
                  </a:cubicBezTo>
                  <a:cubicBezTo>
                    <a:pt x="552" y="143"/>
                    <a:pt x="576" y="141"/>
                    <a:pt x="562" y="180"/>
                  </a:cubicBezTo>
                  <a:cubicBezTo>
                    <a:pt x="565" y="187"/>
                    <a:pt x="573" y="195"/>
                    <a:pt x="570" y="202"/>
                  </a:cubicBezTo>
                  <a:cubicBezTo>
                    <a:pt x="557" y="234"/>
                    <a:pt x="521" y="200"/>
                    <a:pt x="570" y="232"/>
                  </a:cubicBezTo>
                  <a:cubicBezTo>
                    <a:pt x="530" y="258"/>
                    <a:pt x="556" y="251"/>
                    <a:pt x="570" y="291"/>
                  </a:cubicBezTo>
                  <a:cubicBezTo>
                    <a:pt x="553" y="337"/>
                    <a:pt x="583" y="344"/>
                    <a:pt x="607" y="380"/>
                  </a:cubicBezTo>
                  <a:cubicBezTo>
                    <a:pt x="627" y="464"/>
                    <a:pt x="581" y="433"/>
                    <a:pt x="481" y="439"/>
                  </a:cubicBezTo>
                  <a:cubicBezTo>
                    <a:pt x="250" y="434"/>
                    <a:pt x="205" y="457"/>
                    <a:pt x="53" y="409"/>
                  </a:cubicBezTo>
                  <a:cubicBezTo>
                    <a:pt x="25" y="390"/>
                    <a:pt x="37" y="400"/>
                    <a:pt x="16" y="380"/>
                  </a:cubicBezTo>
                  <a:lnTo>
                    <a:pt x="241" y="638"/>
                  </a:lnTo>
                  <a:lnTo>
                    <a:pt x="67" y="38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118"/>
          <p:cNvGrpSpPr>
            <a:grpSpLocks/>
          </p:cNvGrpSpPr>
          <p:nvPr/>
        </p:nvGrpSpPr>
        <p:grpSpPr bwMode="auto">
          <a:xfrm>
            <a:off x="2743200" y="5575300"/>
            <a:ext cx="490538" cy="1143000"/>
            <a:chOff x="1536" y="3312"/>
            <a:chExt cx="309" cy="720"/>
          </a:xfrm>
        </p:grpSpPr>
        <p:sp>
          <p:nvSpPr>
            <p:cNvPr id="38" name="Freeform 108"/>
            <p:cNvSpPr>
              <a:spLocks/>
            </p:cNvSpPr>
            <p:nvPr/>
          </p:nvSpPr>
          <p:spPr bwMode="auto">
            <a:xfrm rot="240000" flipH="1">
              <a:off x="1697" y="3754"/>
              <a:ext cx="148" cy="274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Freeform 109"/>
            <p:cNvSpPr>
              <a:spLocks/>
            </p:cNvSpPr>
            <p:nvPr/>
          </p:nvSpPr>
          <p:spPr bwMode="auto">
            <a:xfrm>
              <a:off x="1536" y="3754"/>
              <a:ext cx="139" cy="278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110"/>
            <p:cNvSpPr>
              <a:spLocks/>
            </p:cNvSpPr>
            <p:nvPr/>
          </p:nvSpPr>
          <p:spPr bwMode="auto">
            <a:xfrm flipH="1">
              <a:off x="1591" y="3440"/>
              <a:ext cx="207" cy="352"/>
            </a:xfrm>
            <a:custGeom>
              <a:avLst/>
              <a:gdLst>
                <a:gd name="T0" fmla="*/ 315 w 675"/>
                <a:gd name="T1" fmla="*/ 1111 h 1154"/>
                <a:gd name="T2" fmla="*/ 367 w 675"/>
                <a:gd name="T3" fmla="*/ 912 h 1154"/>
                <a:gd name="T4" fmla="*/ 374 w 675"/>
                <a:gd name="T5" fmla="*/ 875 h 1154"/>
                <a:gd name="T6" fmla="*/ 381 w 675"/>
                <a:gd name="T7" fmla="*/ 897 h 1154"/>
                <a:gd name="T8" fmla="*/ 396 w 675"/>
                <a:gd name="T9" fmla="*/ 941 h 1154"/>
                <a:gd name="T10" fmla="*/ 440 w 675"/>
                <a:gd name="T11" fmla="*/ 1119 h 1154"/>
                <a:gd name="T12" fmla="*/ 573 w 675"/>
                <a:gd name="T13" fmla="*/ 1111 h 1154"/>
                <a:gd name="T14" fmla="*/ 588 w 675"/>
                <a:gd name="T15" fmla="*/ 594 h 1154"/>
                <a:gd name="T16" fmla="*/ 647 w 675"/>
                <a:gd name="T17" fmla="*/ 240 h 1154"/>
                <a:gd name="T18" fmla="*/ 603 w 675"/>
                <a:gd name="T19" fmla="*/ 63 h 1154"/>
                <a:gd name="T20" fmla="*/ 300 w 675"/>
                <a:gd name="T21" fmla="*/ 48 h 1154"/>
                <a:gd name="T22" fmla="*/ 197 w 675"/>
                <a:gd name="T23" fmla="*/ 63 h 1154"/>
                <a:gd name="T24" fmla="*/ 152 w 675"/>
                <a:gd name="T25" fmla="*/ 92 h 1154"/>
                <a:gd name="T26" fmla="*/ 101 w 675"/>
                <a:gd name="T27" fmla="*/ 181 h 1154"/>
                <a:gd name="T28" fmla="*/ 138 w 675"/>
                <a:gd name="T29" fmla="*/ 513 h 1154"/>
                <a:gd name="T30" fmla="*/ 152 w 675"/>
                <a:gd name="T31" fmla="*/ 557 h 1154"/>
                <a:gd name="T32" fmla="*/ 160 w 675"/>
                <a:gd name="T33" fmla="*/ 580 h 1154"/>
                <a:gd name="T34" fmla="*/ 315 w 675"/>
                <a:gd name="T35" fmla="*/ 1111 h 115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75"/>
                <a:gd name="T55" fmla="*/ 0 h 1154"/>
                <a:gd name="T56" fmla="*/ 675 w 675"/>
                <a:gd name="T57" fmla="*/ 1154 h 115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75" h="1154">
                  <a:moveTo>
                    <a:pt x="315" y="1111"/>
                  </a:moveTo>
                  <a:cubicBezTo>
                    <a:pt x="336" y="1044"/>
                    <a:pt x="302" y="955"/>
                    <a:pt x="367" y="912"/>
                  </a:cubicBezTo>
                  <a:cubicBezTo>
                    <a:pt x="369" y="900"/>
                    <a:pt x="365" y="884"/>
                    <a:pt x="374" y="875"/>
                  </a:cubicBezTo>
                  <a:cubicBezTo>
                    <a:pt x="379" y="869"/>
                    <a:pt x="379" y="890"/>
                    <a:pt x="381" y="897"/>
                  </a:cubicBezTo>
                  <a:cubicBezTo>
                    <a:pt x="401" y="955"/>
                    <a:pt x="377" y="883"/>
                    <a:pt x="396" y="941"/>
                  </a:cubicBezTo>
                  <a:cubicBezTo>
                    <a:pt x="400" y="986"/>
                    <a:pt x="386" y="1099"/>
                    <a:pt x="440" y="1119"/>
                  </a:cubicBezTo>
                  <a:cubicBezTo>
                    <a:pt x="484" y="1116"/>
                    <a:pt x="561" y="1154"/>
                    <a:pt x="573" y="1111"/>
                  </a:cubicBezTo>
                  <a:cubicBezTo>
                    <a:pt x="621" y="945"/>
                    <a:pt x="556" y="763"/>
                    <a:pt x="588" y="594"/>
                  </a:cubicBezTo>
                  <a:cubicBezTo>
                    <a:pt x="595" y="477"/>
                    <a:pt x="611" y="353"/>
                    <a:pt x="647" y="240"/>
                  </a:cubicBezTo>
                  <a:cubicBezTo>
                    <a:pt x="644" y="173"/>
                    <a:pt x="675" y="86"/>
                    <a:pt x="603" y="63"/>
                  </a:cubicBezTo>
                  <a:cubicBezTo>
                    <a:pt x="510" y="0"/>
                    <a:pt x="442" y="44"/>
                    <a:pt x="300" y="48"/>
                  </a:cubicBezTo>
                  <a:cubicBezTo>
                    <a:pt x="278" y="50"/>
                    <a:pt x="225" y="47"/>
                    <a:pt x="197" y="63"/>
                  </a:cubicBezTo>
                  <a:cubicBezTo>
                    <a:pt x="181" y="72"/>
                    <a:pt x="152" y="92"/>
                    <a:pt x="152" y="92"/>
                  </a:cubicBezTo>
                  <a:cubicBezTo>
                    <a:pt x="132" y="123"/>
                    <a:pt x="121" y="152"/>
                    <a:pt x="101" y="181"/>
                  </a:cubicBezTo>
                  <a:cubicBezTo>
                    <a:pt x="104" y="285"/>
                    <a:pt x="74" y="418"/>
                    <a:pt x="138" y="513"/>
                  </a:cubicBezTo>
                  <a:cubicBezTo>
                    <a:pt x="143" y="528"/>
                    <a:pt x="147" y="542"/>
                    <a:pt x="152" y="557"/>
                  </a:cubicBezTo>
                  <a:cubicBezTo>
                    <a:pt x="155" y="565"/>
                    <a:pt x="160" y="580"/>
                    <a:pt x="160" y="580"/>
                  </a:cubicBezTo>
                  <a:cubicBezTo>
                    <a:pt x="167" y="1114"/>
                    <a:pt x="0" y="1131"/>
                    <a:pt x="315" y="111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Freeform 111"/>
            <p:cNvSpPr>
              <a:spLocks/>
            </p:cNvSpPr>
            <p:nvPr/>
          </p:nvSpPr>
          <p:spPr bwMode="auto">
            <a:xfrm rot="21358603" flipH="1">
              <a:off x="1734" y="3476"/>
              <a:ext cx="82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Freeform 112"/>
            <p:cNvSpPr>
              <a:spLocks/>
            </p:cNvSpPr>
            <p:nvPr/>
          </p:nvSpPr>
          <p:spPr bwMode="auto">
            <a:xfrm rot="300000">
              <a:off x="1556" y="3456"/>
              <a:ext cx="74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Freeform 113"/>
            <p:cNvSpPr>
              <a:spLocks/>
            </p:cNvSpPr>
            <p:nvPr/>
          </p:nvSpPr>
          <p:spPr bwMode="auto">
            <a:xfrm flipH="1">
              <a:off x="1621" y="3315"/>
              <a:ext cx="119" cy="165"/>
            </a:xfrm>
            <a:custGeom>
              <a:avLst/>
              <a:gdLst>
                <a:gd name="T0" fmla="*/ 336 w 936"/>
                <a:gd name="T1" fmla="*/ 1112 h 1152"/>
                <a:gd name="T2" fmla="*/ 384 w 936"/>
                <a:gd name="T3" fmla="*/ 872 h 1152"/>
                <a:gd name="T4" fmla="*/ 192 w 936"/>
                <a:gd name="T5" fmla="*/ 824 h 1152"/>
                <a:gd name="T6" fmla="*/ 0 w 936"/>
                <a:gd name="T7" fmla="*/ 536 h 1152"/>
                <a:gd name="T8" fmla="*/ 192 w 936"/>
                <a:gd name="T9" fmla="*/ 104 h 1152"/>
                <a:gd name="T10" fmla="*/ 624 w 936"/>
                <a:gd name="T11" fmla="*/ 56 h 1152"/>
                <a:gd name="T12" fmla="*/ 912 w 936"/>
                <a:gd name="T13" fmla="*/ 440 h 1152"/>
                <a:gd name="T14" fmla="*/ 768 w 936"/>
                <a:gd name="T15" fmla="*/ 824 h 1152"/>
                <a:gd name="T16" fmla="*/ 576 w 936"/>
                <a:gd name="T17" fmla="*/ 872 h 1152"/>
                <a:gd name="T18" fmla="*/ 672 w 936"/>
                <a:gd name="T19" fmla="*/ 1112 h 1152"/>
                <a:gd name="T20" fmla="*/ 336 w 936"/>
                <a:gd name="T21" fmla="*/ 1112 h 1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36"/>
                <a:gd name="T34" fmla="*/ 0 h 1152"/>
                <a:gd name="T35" fmla="*/ 936 w 936"/>
                <a:gd name="T36" fmla="*/ 1152 h 11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36" h="1152">
                  <a:moveTo>
                    <a:pt x="336" y="1112"/>
                  </a:moveTo>
                  <a:cubicBezTo>
                    <a:pt x="288" y="1072"/>
                    <a:pt x="408" y="920"/>
                    <a:pt x="384" y="872"/>
                  </a:cubicBezTo>
                  <a:cubicBezTo>
                    <a:pt x="360" y="824"/>
                    <a:pt x="256" y="880"/>
                    <a:pt x="192" y="824"/>
                  </a:cubicBezTo>
                  <a:cubicBezTo>
                    <a:pt x="128" y="768"/>
                    <a:pt x="0" y="656"/>
                    <a:pt x="0" y="536"/>
                  </a:cubicBezTo>
                  <a:cubicBezTo>
                    <a:pt x="0" y="416"/>
                    <a:pt x="88" y="184"/>
                    <a:pt x="192" y="104"/>
                  </a:cubicBezTo>
                  <a:cubicBezTo>
                    <a:pt x="296" y="24"/>
                    <a:pt x="504" y="0"/>
                    <a:pt x="624" y="56"/>
                  </a:cubicBezTo>
                  <a:cubicBezTo>
                    <a:pt x="744" y="112"/>
                    <a:pt x="888" y="312"/>
                    <a:pt x="912" y="440"/>
                  </a:cubicBezTo>
                  <a:cubicBezTo>
                    <a:pt x="936" y="568"/>
                    <a:pt x="824" y="752"/>
                    <a:pt x="768" y="824"/>
                  </a:cubicBezTo>
                  <a:cubicBezTo>
                    <a:pt x="712" y="896"/>
                    <a:pt x="592" y="824"/>
                    <a:pt x="576" y="872"/>
                  </a:cubicBezTo>
                  <a:cubicBezTo>
                    <a:pt x="560" y="920"/>
                    <a:pt x="712" y="1072"/>
                    <a:pt x="672" y="1112"/>
                  </a:cubicBezTo>
                  <a:cubicBezTo>
                    <a:pt x="632" y="1152"/>
                    <a:pt x="384" y="1152"/>
                    <a:pt x="336" y="111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Freeform 114"/>
            <p:cNvSpPr>
              <a:spLocks/>
            </p:cNvSpPr>
            <p:nvPr/>
          </p:nvSpPr>
          <p:spPr bwMode="auto">
            <a:xfrm flipH="1">
              <a:off x="1624" y="3431"/>
              <a:ext cx="112" cy="64"/>
            </a:xfrm>
            <a:custGeom>
              <a:avLst/>
              <a:gdLst>
                <a:gd name="T0" fmla="*/ 101 w 406"/>
                <a:gd name="T1" fmla="*/ 0 h 313"/>
                <a:gd name="T2" fmla="*/ 35 w 406"/>
                <a:gd name="T3" fmla="*/ 236 h 313"/>
                <a:gd name="T4" fmla="*/ 396 w 406"/>
                <a:gd name="T5" fmla="*/ 244 h 313"/>
                <a:gd name="T6" fmla="*/ 374 w 406"/>
                <a:gd name="T7" fmla="*/ 222 h 313"/>
                <a:gd name="T8" fmla="*/ 359 w 406"/>
                <a:gd name="T9" fmla="*/ 192 h 313"/>
                <a:gd name="T10" fmla="*/ 315 w 406"/>
                <a:gd name="T11" fmla="*/ 118 h 313"/>
                <a:gd name="T12" fmla="*/ 300 w 406"/>
                <a:gd name="T13" fmla="*/ 7 h 313"/>
                <a:gd name="T14" fmla="*/ 101 w 406"/>
                <a:gd name="T15" fmla="*/ 0 h 3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6"/>
                <a:gd name="T25" fmla="*/ 0 h 313"/>
                <a:gd name="T26" fmla="*/ 406 w 406"/>
                <a:gd name="T27" fmla="*/ 313 h 3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6" h="313">
                  <a:moveTo>
                    <a:pt x="101" y="0"/>
                  </a:moveTo>
                  <a:cubicBezTo>
                    <a:pt x="96" y="81"/>
                    <a:pt x="97" y="174"/>
                    <a:pt x="35" y="236"/>
                  </a:cubicBezTo>
                  <a:cubicBezTo>
                    <a:pt x="148" y="313"/>
                    <a:pt x="80" y="273"/>
                    <a:pt x="396" y="244"/>
                  </a:cubicBezTo>
                  <a:cubicBezTo>
                    <a:pt x="406" y="243"/>
                    <a:pt x="380" y="230"/>
                    <a:pt x="374" y="222"/>
                  </a:cubicBezTo>
                  <a:cubicBezTo>
                    <a:pt x="368" y="213"/>
                    <a:pt x="364" y="202"/>
                    <a:pt x="359" y="192"/>
                  </a:cubicBezTo>
                  <a:cubicBezTo>
                    <a:pt x="344" y="166"/>
                    <a:pt x="333" y="143"/>
                    <a:pt x="315" y="118"/>
                  </a:cubicBezTo>
                  <a:cubicBezTo>
                    <a:pt x="304" y="82"/>
                    <a:pt x="334" y="22"/>
                    <a:pt x="300" y="7"/>
                  </a:cubicBezTo>
                  <a:cubicBezTo>
                    <a:pt x="283" y="0"/>
                    <a:pt x="0" y="0"/>
                    <a:pt x="101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Freeform 115"/>
            <p:cNvSpPr>
              <a:spLocks/>
            </p:cNvSpPr>
            <p:nvPr/>
          </p:nvSpPr>
          <p:spPr bwMode="auto">
            <a:xfrm flipH="1">
              <a:off x="1647" y="3690"/>
              <a:ext cx="92" cy="92"/>
            </a:xfrm>
            <a:custGeom>
              <a:avLst/>
              <a:gdLst>
                <a:gd name="T0" fmla="*/ 128 w 396"/>
                <a:gd name="T1" fmla="*/ 445 h 459"/>
                <a:gd name="T2" fmla="*/ 239 w 396"/>
                <a:gd name="T3" fmla="*/ 267 h 459"/>
                <a:gd name="T4" fmla="*/ 283 w 396"/>
                <a:gd name="T5" fmla="*/ 334 h 459"/>
                <a:gd name="T6" fmla="*/ 298 w 396"/>
                <a:gd name="T7" fmla="*/ 356 h 459"/>
                <a:gd name="T8" fmla="*/ 312 w 396"/>
                <a:gd name="T9" fmla="*/ 378 h 459"/>
                <a:gd name="T10" fmla="*/ 342 w 396"/>
                <a:gd name="T11" fmla="*/ 452 h 459"/>
                <a:gd name="T12" fmla="*/ 364 w 396"/>
                <a:gd name="T13" fmla="*/ 459 h 459"/>
                <a:gd name="T14" fmla="*/ 394 w 396"/>
                <a:gd name="T15" fmla="*/ 312 h 459"/>
                <a:gd name="T16" fmla="*/ 386 w 396"/>
                <a:gd name="T17" fmla="*/ 105 h 459"/>
                <a:gd name="T18" fmla="*/ 194 w 396"/>
                <a:gd name="T19" fmla="*/ 1 h 459"/>
                <a:gd name="T20" fmla="*/ 32 w 396"/>
                <a:gd name="T21" fmla="*/ 9 h 459"/>
                <a:gd name="T22" fmla="*/ 24 w 396"/>
                <a:gd name="T23" fmla="*/ 31 h 459"/>
                <a:gd name="T24" fmla="*/ 2 w 396"/>
                <a:gd name="T25" fmla="*/ 105 h 459"/>
                <a:gd name="T26" fmla="*/ 10 w 396"/>
                <a:gd name="T27" fmla="*/ 334 h 459"/>
                <a:gd name="T28" fmla="*/ 113 w 396"/>
                <a:gd name="T29" fmla="*/ 422 h 459"/>
                <a:gd name="T30" fmla="*/ 128 w 396"/>
                <a:gd name="T31" fmla="*/ 445 h 45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96"/>
                <a:gd name="T49" fmla="*/ 0 h 459"/>
                <a:gd name="T50" fmla="*/ 396 w 396"/>
                <a:gd name="T51" fmla="*/ 459 h 45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96" h="459">
                  <a:moveTo>
                    <a:pt x="128" y="445"/>
                  </a:moveTo>
                  <a:cubicBezTo>
                    <a:pt x="140" y="380"/>
                    <a:pt x="183" y="304"/>
                    <a:pt x="239" y="267"/>
                  </a:cubicBezTo>
                  <a:cubicBezTo>
                    <a:pt x="273" y="319"/>
                    <a:pt x="258" y="297"/>
                    <a:pt x="283" y="334"/>
                  </a:cubicBezTo>
                  <a:cubicBezTo>
                    <a:pt x="288" y="341"/>
                    <a:pt x="293" y="349"/>
                    <a:pt x="298" y="356"/>
                  </a:cubicBezTo>
                  <a:cubicBezTo>
                    <a:pt x="303" y="363"/>
                    <a:pt x="312" y="378"/>
                    <a:pt x="312" y="378"/>
                  </a:cubicBezTo>
                  <a:cubicBezTo>
                    <a:pt x="315" y="389"/>
                    <a:pt x="334" y="444"/>
                    <a:pt x="342" y="452"/>
                  </a:cubicBezTo>
                  <a:cubicBezTo>
                    <a:pt x="347" y="457"/>
                    <a:pt x="357" y="457"/>
                    <a:pt x="364" y="459"/>
                  </a:cubicBezTo>
                  <a:cubicBezTo>
                    <a:pt x="382" y="411"/>
                    <a:pt x="377" y="360"/>
                    <a:pt x="394" y="312"/>
                  </a:cubicBezTo>
                  <a:cubicBezTo>
                    <a:pt x="391" y="243"/>
                    <a:pt x="396" y="173"/>
                    <a:pt x="386" y="105"/>
                  </a:cubicBezTo>
                  <a:cubicBezTo>
                    <a:pt x="374" y="24"/>
                    <a:pt x="253" y="17"/>
                    <a:pt x="194" y="1"/>
                  </a:cubicBezTo>
                  <a:cubicBezTo>
                    <a:pt x="140" y="4"/>
                    <a:pt x="85" y="0"/>
                    <a:pt x="32" y="9"/>
                  </a:cubicBezTo>
                  <a:cubicBezTo>
                    <a:pt x="24" y="10"/>
                    <a:pt x="27" y="24"/>
                    <a:pt x="24" y="31"/>
                  </a:cubicBezTo>
                  <a:cubicBezTo>
                    <a:pt x="16" y="56"/>
                    <a:pt x="11" y="81"/>
                    <a:pt x="2" y="105"/>
                  </a:cubicBezTo>
                  <a:cubicBezTo>
                    <a:pt x="5" y="181"/>
                    <a:pt x="0" y="258"/>
                    <a:pt x="10" y="334"/>
                  </a:cubicBezTo>
                  <a:cubicBezTo>
                    <a:pt x="16" y="382"/>
                    <a:pt x="80" y="401"/>
                    <a:pt x="113" y="422"/>
                  </a:cubicBezTo>
                  <a:cubicBezTo>
                    <a:pt x="118" y="430"/>
                    <a:pt x="128" y="445"/>
                    <a:pt x="128" y="44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Freeform 116"/>
            <p:cNvSpPr>
              <a:spLocks/>
            </p:cNvSpPr>
            <p:nvPr/>
          </p:nvSpPr>
          <p:spPr bwMode="auto">
            <a:xfrm flipH="1">
              <a:off x="1619" y="3312"/>
              <a:ext cx="132" cy="118"/>
            </a:xfrm>
            <a:custGeom>
              <a:avLst/>
              <a:gdLst>
                <a:gd name="T0" fmla="*/ 67 w 627"/>
                <a:gd name="T1" fmla="*/ 387 h 638"/>
                <a:gd name="T2" fmla="*/ 31 w 627"/>
                <a:gd name="T3" fmla="*/ 306 h 638"/>
                <a:gd name="T4" fmla="*/ 60 w 627"/>
                <a:gd name="T5" fmla="*/ 298 h 638"/>
                <a:gd name="T6" fmla="*/ 75 w 627"/>
                <a:gd name="T7" fmla="*/ 239 h 638"/>
                <a:gd name="T8" fmla="*/ 67 w 627"/>
                <a:gd name="T9" fmla="*/ 217 h 638"/>
                <a:gd name="T10" fmla="*/ 82 w 627"/>
                <a:gd name="T11" fmla="*/ 195 h 638"/>
                <a:gd name="T12" fmla="*/ 90 w 627"/>
                <a:gd name="T13" fmla="*/ 173 h 638"/>
                <a:gd name="T14" fmla="*/ 112 w 627"/>
                <a:gd name="T15" fmla="*/ 165 h 638"/>
                <a:gd name="T16" fmla="*/ 119 w 627"/>
                <a:gd name="T17" fmla="*/ 106 h 638"/>
                <a:gd name="T18" fmla="*/ 156 w 627"/>
                <a:gd name="T19" fmla="*/ 114 h 638"/>
                <a:gd name="T20" fmla="*/ 171 w 627"/>
                <a:gd name="T21" fmla="*/ 69 h 638"/>
                <a:gd name="T22" fmla="*/ 200 w 627"/>
                <a:gd name="T23" fmla="*/ 77 h 638"/>
                <a:gd name="T24" fmla="*/ 237 w 627"/>
                <a:gd name="T25" fmla="*/ 32 h 638"/>
                <a:gd name="T26" fmla="*/ 282 w 627"/>
                <a:gd name="T27" fmla="*/ 25 h 638"/>
                <a:gd name="T28" fmla="*/ 341 w 627"/>
                <a:gd name="T29" fmla="*/ 47 h 638"/>
                <a:gd name="T30" fmla="*/ 437 w 627"/>
                <a:gd name="T31" fmla="*/ 40 h 638"/>
                <a:gd name="T32" fmla="*/ 481 w 627"/>
                <a:gd name="T33" fmla="*/ 55 h 638"/>
                <a:gd name="T34" fmla="*/ 540 w 627"/>
                <a:gd name="T35" fmla="*/ 106 h 638"/>
                <a:gd name="T36" fmla="*/ 562 w 627"/>
                <a:gd name="T37" fmla="*/ 180 h 638"/>
                <a:gd name="T38" fmla="*/ 570 w 627"/>
                <a:gd name="T39" fmla="*/ 202 h 638"/>
                <a:gd name="T40" fmla="*/ 570 w 627"/>
                <a:gd name="T41" fmla="*/ 232 h 638"/>
                <a:gd name="T42" fmla="*/ 570 w 627"/>
                <a:gd name="T43" fmla="*/ 291 h 638"/>
                <a:gd name="T44" fmla="*/ 607 w 627"/>
                <a:gd name="T45" fmla="*/ 380 h 638"/>
                <a:gd name="T46" fmla="*/ 481 w 627"/>
                <a:gd name="T47" fmla="*/ 439 h 638"/>
                <a:gd name="T48" fmla="*/ 53 w 627"/>
                <a:gd name="T49" fmla="*/ 409 h 638"/>
                <a:gd name="T50" fmla="*/ 16 w 627"/>
                <a:gd name="T51" fmla="*/ 380 h 638"/>
                <a:gd name="T52" fmla="*/ 241 w 627"/>
                <a:gd name="T53" fmla="*/ 638 h 638"/>
                <a:gd name="T54" fmla="*/ 67 w 627"/>
                <a:gd name="T55" fmla="*/ 387 h 63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27"/>
                <a:gd name="T85" fmla="*/ 0 h 638"/>
                <a:gd name="T86" fmla="*/ 627 w 627"/>
                <a:gd name="T87" fmla="*/ 638 h 63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27" h="638">
                  <a:moveTo>
                    <a:pt x="67" y="387"/>
                  </a:moveTo>
                  <a:cubicBezTo>
                    <a:pt x="27" y="374"/>
                    <a:pt x="0" y="363"/>
                    <a:pt x="31" y="306"/>
                  </a:cubicBezTo>
                  <a:cubicBezTo>
                    <a:pt x="36" y="297"/>
                    <a:pt x="50" y="301"/>
                    <a:pt x="60" y="298"/>
                  </a:cubicBezTo>
                  <a:cubicBezTo>
                    <a:pt x="21" y="259"/>
                    <a:pt x="48" y="279"/>
                    <a:pt x="75" y="239"/>
                  </a:cubicBezTo>
                  <a:cubicBezTo>
                    <a:pt x="72" y="232"/>
                    <a:pt x="66" y="225"/>
                    <a:pt x="67" y="217"/>
                  </a:cubicBezTo>
                  <a:cubicBezTo>
                    <a:pt x="68" y="208"/>
                    <a:pt x="78" y="203"/>
                    <a:pt x="82" y="195"/>
                  </a:cubicBezTo>
                  <a:cubicBezTo>
                    <a:pt x="86" y="188"/>
                    <a:pt x="84" y="179"/>
                    <a:pt x="90" y="173"/>
                  </a:cubicBezTo>
                  <a:cubicBezTo>
                    <a:pt x="96" y="167"/>
                    <a:pt x="105" y="168"/>
                    <a:pt x="112" y="165"/>
                  </a:cubicBezTo>
                  <a:cubicBezTo>
                    <a:pt x="114" y="145"/>
                    <a:pt x="106" y="121"/>
                    <a:pt x="119" y="106"/>
                  </a:cubicBezTo>
                  <a:cubicBezTo>
                    <a:pt x="127" y="96"/>
                    <a:pt x="146" y="121"/>
                    <a:pt x="156" y="114"/>
                  </a:cubicBezTo>
                  <a:cubicBezTo>
                    <a:pt x="169" y="105"/>
                    <a:pt x="171" y="69"/>
                    <a:pt x="171" y="69"/>
                  </a:cubicBezTo>
                  <a:cubicBezTo>
                    <a:pt x="181" y="72"/>
                    <a:pt x="190" y="80"/>
                    <a:pt x="200" y="77"/>
                  </a:cubicBezTo>
                  <a:cubicBezTo>
                    <a:pt x="254" y="62"/>
                    <a:pt x="197" y="53"/>
                    <a:pt x="237" y="32"/>
                  </a:cubicBezTo>
                  <a:cubicBezTo>
                    <a:pt x="251" y="25"/>
                    <a:pt x="267" y="27"/>
                    <a:pt x="282" y="25"/>
                  </a:cubicBezTo>
                  <a:cubicBezTo>
                    <a:pt x="318" y="0"/>
                    <a:pt x="319" y="14"/>
                    <a:pt x="341" y="47"/>
                  </a:cubicBezTo>
                  <a:cubicBezTo>
                    <a:pt x="383" y="34"/>
                    <a:pt x="386" y="32"/>
                    <a:pt x="437" y="40"/>
                  </a:cubicBezTo>
                  <a:cubicBezTo>
                    <a:pt x="441" y="41"/>
                    <a:pt x="477" y="53"/>
                    <a:pt x="481" y="55"/>
                  </a:cubicBezTo>
                  <a:cubicBezTo>
                    <a:pt x="509" y="74"/>
                    <a:pt x="508" y="96"/>
                    <a:pt x="540" y="106"/>
                  </a:cubicBezTo>
                  <a:cubicBezTo>
                    <a:pt x="552" y="143"/>
                    <a:pt x="576" y="141"/>
                    <a:pt x="562" y="180"/>
                  </a:cubicBezTo>
                  <a:cubicBezTo>
                    <a:pt x="565" y="187"/>
                    <a:pt x="573" y="195"/>
                    <a:pt x="570" y="202"/>
                  </a:cubicBezTo>
                  <a:cubicBezTo>
                    <a:pt x="557" y="234"/>
                    <a:pt x="521" y="200"/>
                    <a:pt x="570" y="232"/>
                  </a:cubicBezTo>
                  <a:cubicBezTo>
                    <a:pt x="530" y="258"/>
                    <a:pt x="556" y="251"/>
                    <a:pt x="570" y="291"/>
                  </a:cubicBezTo>
                  <a:cubicBezTo>
                    <a:pt x="553" y="337"/>
                    <a:pt x="583" y="344"/>
                    <a:pt x="607" y="380"/>
                  </a:cubicBezTo>
                  <a:cubicBezTo>
                    <a:pt x="627" y="464"/>
                    <a:pt x="581" y="433"/>
                    <a:pt x="481" y="439"/>
                  </a:cubicBezTo>
                  <a:cubicBezTo>
                    <a:pt x="250" y="434"/>
                    <a:pt x="205" y="457"/>
                    <a:pt x="53" y="409"/>
                  </a:cubicBezTo>
                  <a:cubicBezTo>
                    <a:pt x="25" y="390"/>
                    <a:pt x="37" y="400"/>
                    <a:pt x="16" y="380"/>
                  </a:cubicBezTo>
                  <a:lnTo>
                    <a:pt x="241" y="638"/>
                  </a:lnTo>
                  <a:lnTo>
                    <a:pt x="67" y="38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18"/>
          <p:cNvGrpSpPr>
            <a:grpSpLocks/>
          </p:cNvGrpSpPr>
          <p:nvPr/>
        </p:nvGrpSpPr>
        <p:grpSpPr bwMode="auto">
          <a:xfrm>
            <a:off x="3071802" y="5357826"/>
            <a:ext cx="490538" cy="1143000"/>
            <a:chOff x="1536" y="3312"/>
            <a:chExt cx="309" cy="720"/>
          </a:xfrm>
        </p:grpSpPr>
        <p:sp>
          <p:nvSpPr>
            <p:cNvPr id="48" name="Freeform 108"/>
            <p:cNvSpPr>
              <a:spLocks/>
            </p:cNvSpPr>
            <p:nvPr/>
          </p:nvSpPr>
          <p:spPr bwMode="auto">
            <a:xfrm rot="240000" flipH="1">
              <a:off x="1697" y="3754"/>
              <a:ext cx="148" cy="274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Freeform 109"/>
            <p:cNvSpPr>
              <a:spLocks/>
            </p:cNvSpPr>
            <p:nvPr/>
          </p:nvSpPr>
          <p:spPr bwMode="auto">
            <a:xfrm>
              <a:off x="1536" y="3754"/>
              <a:ext cx="139" cy="278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Freeform 110"/>
            <p:cNvSpPr>
              <a:spLocks/>
            </p:cNvSpPr>
            <p:nvPr/>
          </p:nvSpPr>
          <p:spPr bwMode="auto">
            <a:xfrm flipH="1">
              <a:off x="1591" y="3440"/>
              <a:ext cx="207" cy="352"/>
            </a:xfrm>
            <a:custGeom>
              <a:avLst/>
              <a:gdLst>
                <a:gd name="T0" fmla="*/ 315 w 675"/>
                <a:gd name="T1" fmla="*/ 1111 h 1154"/>
                <a:gd name="T2" fmla="*/ 367 w 675"/>
                <a:gd name="T3" fmla="*/ 912 h 1154"/>
                <a:gd name="T4" fmla="*/ 374 w 675"/>
                <a:gd name="T5" fmla="*/ 875 h 1154"/>
                <a:gd name="T6" fmla="*/ 381 w 675"/>
                <a:gd name="T7" fmla="*/ 897 h 1154"/>
                <a:gd name="T8" fmla="*/ 396 w 675"/>
                <a:gd name="T9" fmla="*/ 941 h 1154"/>
                <a:gd name="T10" fmla="*/ 440 w 675"/>
                <a:gd name="T11" fmla="*/ 1119 h 1154"/>
                <a:gd name="T12" fmla="*/ 573 w 675"/>
                <a:gd name="T13" fmla="*/ 1111 h 1154"/>
                <a:gd name="T14" fmla="*/ 588 w 675"/>
                <a:gd name="T15" fmla="*/ 594 h 1154"/>
                <a:gd name="T16" fmla="*/ 647 w 675"/>
                <a:gd name="T17" fmla="*/ 240 h 1154"/>
                <a:gd name="T18" fmla="*/ 603 w 675"/>
                <a:gd name="T19" fmla="*/ 63 h 1154"/>
                <a:gd name="T20" fmla="*/ 300 w 675"/>
                <a:gd name="T21" fmla="*/ 48 h 1154"/>
                <a:gd name="T22" fmla="*/ 197 w 675"/>
                <a:gd name="T23" fmla="*/ 63 h 1154"/>
                <a:gd name="T24" fmla="*/ 152 w 675"/>
                <a:gd name="T25" fmla="*/ 92 h 1154"/>
                <a:gd name="T26" fmla="*/ 101 w 675"/>
                <a:gd name="T27" fmla="*/ 181 h 1154"/>
                <a:gd name="T28" fmla="*/ 138 w 675"/>
                <a:gd name="T29" fmla="*/ 513 h 1154"/>
                <a:gd name="T30" fmla="*/ 152 w 675"/>
                <a:gd name="T31" fmla="*/ 557 h 1154"/>
                <a:gd name="T32" fmla="*/ 160 w 675"/>
                <a:gd name="T33" fmla="*/ 580 h 1154"/>
                <a:gd name="T34" fmla="*/ 315 w 675"/>
                <a:gd name="T35" fmla="*/ 1111 h 115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75"/>
                <a:gd name="T55" fmla="*/ 0 h 1154"/>
                <a:gd name="T56" fmla="*/ 675 w 675"/>
                <a:gd name="T57" fmla="*/ 1154 h 115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75" h="1154">
                  <a:moveTo>
                    <a:pt x="315" y="1111"/>
                  </a:moveTo>
                  <a:cubicBezTo>
                    <a:pt x="336" y="1044"/>
                    <a:pt x="302" y="955"/>
                    <a:pt x="367" y="912"/>
                  </a:cubicBezTo>
                  <a:cubicBezTo>
                    <a:pt x="369" y="900"/>
                    <a:pt x="365" y="884"/>
                    <a:pt x="374" y="875"/>
                  </a:cubicBezTo>
                  <a:cubicBezTo>
                    <a:pt x="379" y="869"/>
                    <a:pt x="379" y="890"/>
                    <a:pt x="381" y="897"/>
                  </a:cubicBezTo>
                  <a:cubicBezTo>
                    <a:pt x="401" y="955"/>
                    <a:pt x="377" y="883"/>
                    <a:pt x="396" y="941"/>
                  </a:cubicBezTo>
                  <a:cubicBezTo>
                    <a:pt x="400" y="986"/>
                    <a:pt x="386" y="1099"/>
                    <a:pt x="440" y="1119"/>
                  </a:cubicBezTo>
                  <a:cubicBezTo>
                    <a:pt x="484" y="1116"/>
                    <a:pt x="561" y="1154"/>
                    <a:pt x="573" y="1111"/>
                  </a:cubicBezTo>
                  <a:cubicBezTo>
                    <a:pt x="621" y="945"/>
                    <a:pt x="556" y="763"/>
                    <a:pt x="588" y="594"/>
                  </a:cubicBezTo>
                  <a:cubicBezTo>
                    <a:pt x="595" y="477"/>
                    <a:pt x="611" y="353"/>
                    <a:pt x="647" y="240"/>
                  </a:cubicBezTo>
                  <a:cubicBezTo>
                    <a:pt x="644" y="173"/>
                    <a:pt x="675" y="86"/>
                    <a:pt x="603" y="63"/>
                  </a:cubicBezTo>
                  <a:cubicBezTo>
                    <a:pt x="510" y="0"/>
                    <a:pt x="442" y="44"/>
                    <a:pt x="300" y="48"/>
                  </a:cubicBezTo>
                  <a:cubicBezTo>
                    <a:pt x="278" y="50"/>
                    <a:pt x="225" y="47"/>
                    <a:pt x="197" y="63"/>
                  </a:cubicBezTo>
                  <a:cubicBezTo>
                    <a:pt x="181" y="72"/>
                    <a:pt x="152" y="92"/>
                    <a:pt x="152" y="92"/>
                  </a:cubicBezTo>
                  <a:cubicBezTo>
                    <a:pt x="132" y="123"/>
                    <a:pt x="121" y="152"/>
                    <a:pt x="101" y="181"/>
                  </a:cubicBezTo>
                  <a:cubicBezTo>
                    <a:pt x="104" y="285"/>
                    <a:pt x="74" y="418"/>
                    <a:pt x="138" y="513"/>
                  </a:cubicBezTo>
                  <a:cubicBezTo>
                    <a:pt x="143" y="528"/>
                    <a:pt x="147" y="542"/>
                    <a:pt x="152" y="557"/>
                  </a:cubicBezTo>
                  <a:cubicBezTo>
                    <a:pt x="155" y="565"/>
                    <a:pt x="160" y="580"/>
                    <a:pt x="160" y="580"/>
                  </a:cubicBezTo>
                  <a:cubicBezTo>
                    <a:pt x="167" y="1114"/>
                    <a:pt x="0" y="1131"/>
                    <a:pt x="315" y="111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Freeform 111"/>
            <p:cNvSpPr>
              <a:spLocks/>
            </p:cNvSpPr>
            <p:nvPr/>
          </p:nvSpPr>
          <p:spPr bwMode="auto">
            <a:xfrm rot="21358603" flipH="1">
              <a:off x="1734" y="3476"/>
              <a:ext cx="82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Freeform 112"/>
            <p:cNvSpPr>
              <a:spLocks/>
            </p:cNvSpPr>
            <p:nvPr/>
          </p:nvSpPr>
          <p:spPr bwMode="auto">
            <a:xfrm rot="300000">
              <a:off x="1556" y="3456"/>
              <a:ext cx="74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Freeform 113"/>
            <p:cNvSpPr>
              <a:spLocks/>
            </p:cNvSpPr>
            <p:nvPr/>
          </p:nvSpPr>
          <p:spPr bwMode="auto">
            <a:xfrm flipH="1">
              <a:off x="1621" y="3315"/>
              <a:ext cx="119" cy="165"/>
            </a:xfrm>
            <a:custGeom>
              <a:avLst/>
              <a:gdLst>
                <a:gd name="T0" fmla="*/ 336 w 936"/>
                <a:gd name="T1" fmla="*/ 1112 h 1152"/>
                <a:gd name="T2" fmla="*/ 384 w 936"/>
                <a:gd name="T3" fmla="*/ 872 h 1152"/>
                <a:gd name="T4" fmla="*/ 192 w 936"/>
                <a:gd name="T5" fmla="*/ 824 h 1152"/>
                <a:gd name="T6" fmla="*/ 0 w 936"/>
                <a:gd name="T7" fmla="*/ 536 h 1152"/>
                <a:gd name="T8" fmla="*/ 192 w 936"/>
                <a:gd name="T9" fmla="*/ 104 h 1152"/>
                <a:gd name="T10" fmla="*/ 624 w 936"/>
                <a:gd name="T11" fmla="*/ 56 h 1152"/>
                <a:gd name="T12" fmla="*/ 912 w 936"/>
                <a:gd name="T13" fmla="*/ 440 h 1152"/>
                <a:gd name="T14" fmla="*/ 768 w 936"/>
                <a:gd name="T15" fmla="*/ 824 h 1152"/>
                <a:gd name="T16" fmla="*/ 576 w 936"/>
                <a:gd name="T17" fmla="*/ 872 h 1152"/>
                <a:gd name="T18" fmla="*/ 672 w 936"/>
                <a:gd name="T19" fmla="*/ 1112 h 1152"/>
                <a:gd name="T20" fmla="*/ 336 w 936"/>
                <a:gd name="T21" fmla="*/ 1112 h 1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36"/>
                <a:gd name="T34" fmla="*/ 0 h 1152"/>
                <a:gd name="T35" fmla="*/ 936 w 936"/>
                <a:gd name="T36" fmla="*/ 1152 h 11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36" h="1152">
                  <a:moveTo>
                    <a:pt x="336" y="1112"/>
                  </a:moveTo>
                  <a:cubicBezTo>
                    <a:pt x="288" y="1072"/>
                    <a:pt x="408" y="920"/>
                    <a:pt x="384" y="872"/>
                  </a:cubicBezTo>
                  <a:cubicBezTo>
                    <a:pt x="360" y="824"/>
                    <a:pt x="256" y="880"/>
                    <a:pt x="192" y="824"/>
                  </a:cubicBezTo>
                  <a:cubicBezTo>
                    <a:pt x="128" y="768"/>
                    <a:pt x="0" y="656"/>
                    <a:pt x="0" y="536"/>
                  </a:cubicBezTo>
                  <a:cubicBezTo>
                    <a:pt x="0" y="416"/>
                    <a:pt x="88" y="184"/>
                    <a:pt x="192" y="104"/>
                  </a:cubicBezTo>
                  <a:cubicBezTo>
                    <a:pt x="296" y="24"/>
                    <a:pt x="504" y="0"/>
                    <a:pt x="624" y="56"/>
                  </a:cubicBezTo>
                  <a:cubicBezTo>
                    <a:pt x="744" y="112"/>
                    <a:pt x="888" y="312"/>
                    <a:pt x="912" y="440"/>
                  </a:cubicBezTo>
                  <a:cubicBezTo>
                    <a:pt x="936" y="568"/>
                    <a:pt x="824" y="752"/>
                    <a:pt x="768" y="824"/>
                  </a:cubicBezTo>
                  <a:cubicBezTo>
                    <a:pt x="712" y="896"/>
                    <a:pt x="592" y="824"/>
                    <a:pt x="576" y="872"/>
                  </a:cubicBezTo>
                  <a:cubicBezTo>
                    <a:pt x="560" y="920"/>
                    <a:pt x="712" y="1072"/>
                    <a:pt x="672" y="1112"/>
                  </a:cubicBezTo>
                  <a:cubicBezTo>
                    <a:pt x="632" y="1152"/>
                    <a:pt x="384" y="1152"/>
                    <a:pt x="336" y="111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Freeform 114"/>
            <p:cNvSpPr>
              <a:spLocks/>
            </p:cNvSpPr>
            <p:nvPr/>
          </p:nvSpPr>
          <p:spPr bwMode="auto">
            <a:xfrm flipH="1">
              <a:off x="1624" y="3431"/>
              <a:ext cx="112" cy="64"/>
            </a:xfrm>
            <a:custGeom>
              <a:avLst/>
              <a:gdLst>
                <a:gd name="T0" fmla="*/ 101 w 406"/>
                <a:gd name="T1" fmla="*/ 0 h 313"/>
                <a:gd name="T2" fmla="*/ 35 w 406"/>
                <a:gd name="T3" fmla="*/ 236 h 313"/>
                <a:gd name="T4" fmla="*/ 396 w 406"/>
                <a:gd name="T5" fmla="*/ 244 h 313"/>
                <a:gd name="T6" fmla="*/ 374 w 406"/>
                <a:gd name="T7" fmla="*/ 222 h 313"/>
                <a:gd name="T8" fmla="*/ 359 w 406"/>
                <a:gd name="T9" fmla="*/ 192 h 313"/>
                <a:gd name="T10" fmla="*/ 315 w 406"/>
                <a:gd name="T11" fmla="*/ 118 h 313"/>
                <a:gd name="T12" fmla="*/ 300 w 406"/>
                <a:gd name="T13" fmla="*/ 7 h 313"/>
                <a:gd name="T14" fmla="*/ 101 w 406"/>
                <a:gd name="T15" fmla="*/ 0 h 3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6"/>
                <a:gd name="T25" fmla="*/ 0 h 313"/>
                <a:gd name="T26" fmla="*/ 406 w 406"/>
                <a:gd name="T27" fmla="*/ 313 h 3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6" h="313">
                  <a:moveTo>
                    <a:pt x="101" y="0"/>
                  </a:moveTo>
                  <a:cubicBezTo>
                    <a:pt x="96" y="81"/>
                    <a:pt x="97" y="174"/>
                    <a:pt x="35" y="236"/>
                  </a:cubicBezTo>
                  <a:cubicBezTo>
                    <a:pt x="148" y="313"/>
                    <a:pt x="80" y="273"/>
                    <a:pt x="396" y="244"/>
                  </a:cubicBezTo>
                  <a:cubicBezTo>
                    <a:pt x="406" y="243"/>
                    <a:pt x="380" y="230"/>
                    <a:pt x="374" y="222"/>
                  </a:cubicBezTo>
                  <a:cubicBezTo>
                    <a:pt x="368" y="213"/>
                    <a:pt x="364" y="202"/>
                    <a:pt x="359" y="192"/>
                  </a:cubicBezTo>
                  <a:cubicBezTo>
                    <a:pt x="344" y="166"/>
                    <a:pt x="333" y="143"/>
                    <a:pt x="315" y="118"/>
                  </a:cubicBezTo>
                  <a:cubicBezTo>
                    <a:pt x="304" y="82"/>
                    <a:pt x="334" y="22"/>
                    <a:pt x="300" y="7"/>
                  </a:cubicBezTo>
                  <a:cubicBezTo>
                    <a:pt x="283" y="0"/>
                    <a:pt x="0" y="0"/>
                    <a:pt x="101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Freeform 115"/>
            <p:cNvSpPr>
              <a:spLocks/>
            </p:cNvSpPr>
            <p:nvPr/>
          </p:nvSpPr>
          <p:spPr bwMode="auto">
            <a:xfrm flipH="1">
              <a:off x="1647" y="3690"/>
              <a:ext cx="92" cy="92"/>
            </a:xfrm>
            <a:custGeom>
              <a:avLst/>
              <a:gdLst>
                <a:gd name="T0" fmla="*/ 128 w 396"/>
                <a:gd name="T1" fmla="*/ 445 h 459"/>
                <a:gd name="T2" fmla="*/ 239 w 396"/>
                <a:gd name="T3" fmla="*/ 267 h 459"/>
                <a:gd name="T4" fmla="*/ 283 w 396"/>
                <a:gd name="T5" fmla="*/ 334 h 459"/>
                <a:gd name="T6" fmla="*/ 298 w 396"/>
                <a:gd name="T7" fmla="*/ 356 h 459"/>
                <a:gd name="T8" fmla="*/ 312 w 396"/>
                <a:gd name="T9" fmla="*/ 378 h 459"/>
                <a:gd name="T10" fmla="*/ 342 w 396"/>
                <a:gd name="T11" fmla="*/ 452 h 459"/>
                <a:gd name="T12" fmla="*/ 364 w 396"/>
                <a:gd name="T13" fmla="*/ 459 h 459"/>
                <a:gd name="T14" fmla="*/ 394 w 396"/>
                <a:gd name="T15" fmla="*/ 312 h 459"/>
                <a:gd name="T16" fmla="*/ 386 w 396"/>
                <a:gd name="T17" fmla="*/ 105 h 459"/>
                <a:gd name="T18" fmla="*/ 194 w 396"/>
                <a:gd name="T19" fmla="*/ 1 h 459"/>
                <a:gd name="T20" fmla="*/ 32 w 396"/>
                <a:gd name="T21" fmla="*/ 9 h 459"/>
                <a:gd name="T22" fmla="*/ 24 w 396"/>
                <a:gd name="T23" fmla="*/ 31 h 459"/>
                <a:gd name="T24" fmla="*/ 2 w 396"/>
                <a:gd name="T25" fmla="*/ 105 h 459"/>
                <a:gd name="T26" fmla="*/ 10 w 396"/>
                <a:gd name="T27" fmla="*/ 334 h 459"/>
                <a:gd name="T28" fmla="*/ 113 w 396"/>
                <a:gd name="T29" fmla="*/ 422 h 459"/>
                <a:gd name="T30" fmla="*/ 128 w 396"/>
                <a:gd name="T31" fmla="*/ 445 h 45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96"/>
                <a:gd name="T49" fmla="*/ 0 h 459"/>
                <a:gd name="T50" fmla="*/ 396 w 396"/>
                <a:gd name="T51" fmla="*/ 459 h 45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96" h="459">
                  <a:moveTo>
                    <a:pt x="128" y="445"/>
                  </a:moveTo>
                  <a:cubicBezTo>
                    <a:pt x="140" y="380"/>
                    <a:pt x="183" y="304"/>
                    <a:pt x="239" y="267"/>
                  </a:cubicBezTo>
                  <a:cubicBezTo>
                    <a:pt x="273" y="319"/>
                    <a:pt x="258" y="297"/>
                    <a:pt x="283" y="334"/>
                  </a:cubicBezTo>
                  <a:cubicBezTo>
                    <a:pt x="288" y="341"/>
                    <a:pt x="293" y="349"/>
                    <a:pt x="298" y="356"/>
                  </a:cubicBezTo>
                  <a:cubicBezTo>
                    <a:pt x="303" y="363"/>
                    <a:pt x="312" y="378"/>
                    <a:pt x="312" y="378"/>
                  </a:cubicBezTo>
                  <a:cubicBezTo>
                    <a:pt x="315" y="389"/>
                    <a:pt x="334" y="444"/>
                    <a:pt x="342" y="452"/>
                  </a:cubicBezTo>
                  <a:cubicBezTo>
                    <a:pt x="347" y="457"/>
                    <a:pt x="357" y="457"/>
                    <a:pt x="364" y="459"/>
                  </a:cubicBezTo>
                  <a:cubicBezTo>
                    <a:pt x="382" y="411"/>
                    <a:pt x="377" y="360"/>
                    <a:pt x="394" y="312"/>
                  </a:cubicBezTo>
                  <a:cubicBezTo>
                    <a:pt x="391" y="243"/>
                    <a:pt x="396" y="173"/>
                    <a:pt x="386" y="105"/>
                  </a:cubicBezTo>
                  <a:cubicBezTo>
                    <a:pt x="374" y="24"/>
                    <a:pt x="253" y="17"/>
                    <a:pt x="194" y="1"/>
                  </a:cubicBezTo>
                  <a:cubicBezTo>
                    <a:pt x="140" y="4"/>
                    <a:pt x="85" y="0"/>
                    <a:pt x="32" y="9"/>
                  </a:cubicBezTo>
                  <a:cubicBezTo>
                    <a:pt x="24" y="10"/>
                    <a:pt x="27" y="24"/>
                    <a:pt x="24" y="31"/>
                  </a:cubicBezTo>
                  <a:cubicBezTo>
                    <a:pt x="16" y="56"/>
                    <a:pt x="11" y="81"/>
                    <a:pt x="2" y="105"/>
                  </a:cubicBezTo>
                  <a:cubicBezTo>
                    <a:pt x="5" y="181"/>
                    <a:pt x="0" y="258"/>
                    <a:pt x="10" y="334"/>
                  </a:cubicBezTo>
                  <a:cubicBezTo>
                    <a:pt x="16" y="382"/>
                    <a:pt x="80" y="401"/>
                    <a:pt x="113" y="422"/>
                  </a:cubicBezTo>
                  <a:cubicBezTo>
                    <a:pt x="118" y="430"/>
                    <a:pt x="128" y="445"/>
                    <a:pt x="128" y="44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Freeform 116"/>
            <p:cNvSpPr>
              <a:spLocks/>
            </p:cNvSpPr>
            <p:nvPr/>
          </p:nvSpPr>
          <p:spPr bwMode="auto">
            <a:xfrm flipH="1">
              <a:off x="1619" y="3312"/>
              <a:ext cx="132" cy="118"/>
            </a:xfrm>
            <a:custGeom>
              <a:avLst/>
              <a:gdLst>
                <a:gd name="T0" fmla="*/ 67 w 627"/>
                <a:gd name="T1" fmla="*/ 387 h 638"/>
                <a:gd name="T2" fmla="*/ 31 w 627"/>
                <a:gd name="T3" fmla="*/ 306 h 638"/>
                <a:gd name="T4" fmla="*/ 60 w 627"/>
                <a:gd name="T5" fmla="*/ 298 h 638"/>
                <a:gd name="T6" fmla="*/ 75 w 627"/>
                <a:gd name="T7" fmla="*/ 239 h 638"/>
                <a:gd name="T8" fmla="*/ 67 w 627"/>
                <a:gd name="T9" fmla="*/ 217 h 638"/>
                <a:gd name="T10" fmla="*/ 82 w 627"/>
                <a:gd name="T11" fmla="*/ 195 h 638"/>
                <a:gd name="T12" fmla="*/ 90 w 627"/>
                <a:gd name="T13" fmla="*/ 173 h 638"/>
                <a:gd name="T14" fmla="*/ 112 w 627"/>
                <a:gd name="T15" fmla="*/ 165 h 638"/>
                <a:gd name="T16" fmla="*/ 119 w 627"/>
                <a:gd name="T17" fmla="*/ 106 h 638"/>
                <a:gd name="T18" fmla="*/ 156 w 627"/>
                <a:gd name="T19" fmla="*/ 114 h 638"/>
                <a:gd name="T20" fmla="*/ 171 w 627"/>
                <a:gd name="T21" fmla="*/ 69 h 638"/>
                <a:gd name="T22" fmla="*/ 200 w 627"/>
                <a:gd name="T23" fmla="*/ 77 h 638"/>
                <a:gd name="T24" fmla="*/ 237 w 627"/>
                <a:gd name="T25" fmla="*/ 32 h 638"/>
                <a:gd name="T26" fmla="*/ 282 w 627"/>
                <a:gd name="T27" fmla="*/ 25 h 638"/>
                <a:gd name="T28" fmla="*/ 341 w 627"/>
                <a:gd name="T29" fmla="*/ 47 h 638"/>
                <a:gd name="T30" fmla="*/ 437 w 627"/>
                <a:gd name="T31" fmla="*/ 40 h 638"/>
                <a:gd name="T32" fmla="*/ 481 w 627"/>
                <a:gd name="T33" fmla="*/ 55 h 638"/>
                <a:gd name="T34" fmla="*/ 540 w 627"/>
                <a:gd name="T35" fmla="*/ 106 h 638"/>
                <a:gd name="T36" fmla="*/ 562 w 627"/>
                <a:gd name="T37" fmla="*/ 180 h 638"/>
                <a:gd name="T38" fmla="*/ 570 w 627"/>
                <a:gd name="T39" fmla="*/ 202 h 638"/>
                <a:gd name="T40" fmla="*/ 570 w 627"/>
                <a:gd name="T41" fmla="*/ 232 h 638"/>
                <a:gd name="T42" fmla="*/ 570 w 627"/>
                <a:gd name="T43" fmla="*/ 291 h 638"/>
                <a:gd name="T44" fmla="*/ 607 w 627"/>
                <a:gd name="T45" fmla="*/ 380 h 638"/>
                <a:gd name="T46" fmla="*/ 481 w 627"/>
                <a:gd name="T47" fmla="*/ 439 h 638"/>
                <a:gd name="T48" fmla="*/ 53 w 627"/>
                <a:gd name="T49" fmla="*/ 409 h 638"/>
                <a:gd name="T50" fmla="*/ 16 w 627"/>
                <a:gd name="T51" fmla="*/ 380 h 638"/>
                <a:gd name="T52" fmla="*/ 241 w 627"/>
                <a:gd name="T53" fmla="*/ 638 h 638"/>
                <a:gd name="T54" fmla="*/ 67 w 627"/>
                <a:gd name="T55" fmla="*/ 387 h 63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27"/>
                <a:gd name="T85" fmla="*/ 0 h 638"/>
                <a:gd name="T86" fmla="*/ 627 w 627"/>
                <a:gd name="T87" fmla="*/ 638 h 63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27" h="638">
                  <a:moveTo>
                    <a:pt x="67" y="387"/>
                  </a:moveTo>
                  <a:cubicBezTo>
                    <a:pt x="27" y="374"/>
                    <a:pt x="0" y="363"/>
                    <a:pt x="31" y="306"/>
                  </a:cubicBezTo>
                  <a:cubicBezTo>
                    <a:pt x="36" y="297"/>
                    <a:pt x="50" y="301"/>
                    <a:pt x="60" y="298"/>
                  </a:cubicBezTo>
                  <a:cubicBezTo>
                    <a:pt x="21" y="259"/>
                    <a:pt x="48" y="279"/>
                    <a:pt x="75" y="239"/>
                  </a:cubicBezTo>
                  <a:cubicBezTo>
                    <a:pt x="72" y="232"/>
                    <a:pt x="66" y="225"/>
                    <a:pt x="67" y="217"/>
                  </a:cubicBezTo>
                  <a:cubicBezTo>
                    <a:pt x="68" y="208"/>
                    <a:pt x="78" y="203"/>
                    <a:pt x="82" y="195"/>
                  </a:cubicBezTo>
                  <a:cubicBezTo>
                    <a:pt x="86" y="188"/>
                    <a:pt x="84" y="179"/>
                    <a:pt x="90" y="173"/>
                  </a:cubicBezTo>
                  <a:cubicBezTo>
                    <a:pt x="96" y="167"/>
                    <a:pt x="105" y="168"/>
                    <a:pt x="112" y="165"/>
                  </a:cubicBezTo>
                  <a:cubicBezTo>
                    <a:pt x="114" y="145"/>
                    <a:pt x="106" y="121"/>
                    <a:pt x="119" y="106"/>
                  </a:cubicBezTo>
                  <a:cubicBezTo>
                    <a:pt x="127" y="96"/>
                    <a:pt x="146" y="121"/>
                    <a:pt x="156" y="114"/>
                  </a:cubicBezTo>
                  <a:cubicBezTo>
                    <a:pt x="169" y="105"/>
                    <a:pt x="171" y="69"/>
                    <a:pt x="171" y="69"/>
                  </a:cubicBezTo>
                  <a:cubicBezTo>
                    <a:pt x="181" y="72"/>
                    <a:pt x="190" y="80"/>
                    <a:pt x="200" y="77"/>
                  </a:cubicBezTo>
                  <a:cubicBezTo>
                    <a:pt x="254" y="62"/>
                    <a:pt x="197" y="53"/>
                    <a:pt x="237" y="32"/>
                  </a:cubicBezTo>
                  <a:cubicBezTo>
                    <a:pt x="251" y="25"/>
                    <a:pt x="267" y="27"/>
                    <a:pt x="282" y="25"/>
                  </a:cubicBezTo>
                  <a:cubicBezTo>
                    <a:pt x="318" y="0"/>
                    <a:pt x="319" y="14"/>
                    <a:pt x="341" y="47"/>
                  </a:cubicBezTo>
                  <a:cubicBezTo>
                    <a:pt x="383" y="34"/>
                    <a:pt x="386" y="32"/>
                    <a:pt x="437" y="40"/>
                  </a:cubicBezTo>
                  <a:cubicBezTo>
                    <a:pt x="441" y="41"/>
                    <a:pt x="477" y="53"/>
                    <a:pt x="481" y="55"/>
                  </a:cubicBezTo>
                  <a:cubicBezTo>
                    <a:pt x="509" y="74"/>
                    <a:pt x="508" y="96"/>
                    <a:pt x="540" y="106"/>
                  </a:cubicBezTo>
                  <a:cubicBezTo>
                    <a:pt x="552" y="143"/>
                    <a:pt x="576" y="141"/>
                    <a:pt x="562" y="180"/>
                  </a:cubicBezTo>
                  <a:cubicBezTo>
                    <a:pt x="565" y="187"/>
                    <a:pt x="573" y="195"/>
                    <a:pt x="570" y="202"/>
                  </a:cubicBezTo>
                  <a:cubicBezTo>
                    <a:pt x="557" y="234"/>
                    <a:pt x="521" y="200"/>
                    <a:pt x="570" y="232"/>
                  </a:cubicBezTo>
                  <a:cubicBezTo>
                    <a:pt x="530" y="258"/>
                    <a:pt x="556" y="251"/>
                    <a:pt x="570" y="291"/>
                  </a:cubicBezTo>
                  <a:cubicBezTo>
                    <a:pt x="553" y="337"/>
                    <a:pt x="583" y="344"/>
                    <a:pt x="607" y="380"/>
                  </a:cubicBezTo>
                  <a:cubicBezTo>
                    <a:pt x="627" y="464"/>
                    <a:pt x="581" y="433"/>
                    <a:pt x="481" y="439"/>
                  </a:cubicBezTo>
                  <a:cubicBezTo>
                    <a:pt x="250" y="434"/>
                    <a:pt x="205" y="457"/>
                    <a:pt x="53" y="409"/>
                  </a:cubicBezTo>
                  <a:cubicBezTo>
                    <a:pt x="25" y="390"/>
                    <a:pt x="37" y="400"/>
                    <a:pt x="16" y="380"/>
                  </a:cubicBezTo>
                  <a:lnTo>
                    <a:pt x="241" y="638"/>
                  </a:lnTo>
                  <a:lnTo>
                    <a:pt x="67" y="38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 118"/>
          <p:cNvGrpSpPr>
            <a:grpSpLocks/>
          </p:cNvGrpSpPr>
          <p:nvPr/>
        </p:nvGrpSpPr>
        <p:grpSpPr bwMode="auto">
          <a:xfrm>
            <a:off x="3357554" y="5429264"/>
            <a:ext cx="490538" cy="1143000"/>
            <a:chOff x="1536" y="3312"/>
            <a:chExt cx="309" cy="720"/>
          </a:xfrm>
        </p:grpSpPr>
        <p:sp>
          <p:nvSpPr>
            <p:cNvPr id="58" name="Freeform 108"/>
            <p:cNvSpPr>
              <a:spLocks/>
            </p:cNvSpPr>
            <p:nvPr/>
          </p:nvSpPr>
          <p:spPr bwMode="auto">
            <a:xfrm rot="240000" flipH="1">
              <a:off x="1697" y="3754"/>
              <a:ext cx="148" cy="274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Freeform 109"/>
            <p:cNvSpPr>
              <a:spLocks/>
            </p:cNvSpPr>
            <p:nvPr/>
          </p:nvSpPr>
          <p:spPr bwMode="auto">
            <a:xfrm>
              <a:off x="1536" y="3754"/>
              <a:ext cx="139" cy="278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Freeform 110"/>
            <p:cNvSpPr>
              <a:spLocks/>
            </p:cNvSpPr>
            <p:nvPr/>
          </p:nvSpPr>
          <p:spPr bwMode="auto">
            <a:xfrm flipH="1">
              <a:off x="1591" y="3440"/>
              <a:ext cx="207" cy="352"/>
            </a:xfrm>
            <a:custGeom>
              <a:avLst/>
              <a:gdLst>
                <a:gd name="T0" fmla="*/ 315 w 675"/>
                <a:gd name="T1" fmla="*/ 1111 h 1154"/>
                <a:gd name="T2" fmla="*/ 367 w 675"/>
                <a:gd name="T3" fmla="*/ 912 h 1154"/>
                <a:gd name="T4" fmla="*/ 374 w 675"/>
                <a:gd name="T5" fmla="*/ 875 h 1154"/>
                <a:gd name="T6" fmla="*/ 381 w 675"/>
                <a:gd name="T7" fmla="*/ 897 h 1154"/>
                <a:gd name="T8" fmla="*/ 396 w 675"/>
                <a:gd name="T9" fmla="*/ 941 h 1154"/>
                <a:gd name="T10" fmla="*/ 440 w 675"/>
                <a:gd name="T11" fmla="*/ 1119 h 1154"/>
                <a:gd name="T12" fmla="*/ 573 w 675"/>
                <a:gd name="T13" fmla="*/ 1111 h 1154"/>
                <a:gd name="T14" fmla="*/ 588 w 675"/>
                <a:gd name="T15" fmla="*/ 594 h 1154"/>
                <a:gd name="T16" fmla="*/ 647 w 675"/>
                <a:gd name="T17" fmla="*/ 240 h 1154"/>
                <a:gd name="T18" fmla="*/ 603 w 675"/>
                <a:gd name="T19" fmla="*/ 63 h 1154"/>
                <a:gd name="T20" fmla="*/ 300 w 675"/>
                <a:gd name="T21" fmla="*/ 48 h 1154"/>
                <a:gd name="T22" fmla="*/ 197 w 675"/>
                <a:gd name="T23" fmla="*/ 63 h 1154"/>
                <a:gd name="T24" fmla="*/ 152 w 675"/>
                <a:gd name="T25" fmla="*/ 92 h 1154"/>
                <a:gd name="T26" fmla="*/ 101 w 675"/>
                <a:gd name="T27" fmla="*/ 181 h 1154"/>
                <a:gd name="T28" fmla="*/ 138 w 675"/>
                <a:gd name="T29" fmla="*/ 513 h 1154"/>
                <a:gd name="T30" fmla="*/ 152 w 675"/>
                <a:gd name="T31" fmla="*/ 557 h 1154"/>
                <a:gd name="T32" fmla="*/ 160 w 675"/>
                <a:gd name="T33" fmla="*/ 580 h 1154"/>
                <a:gd name="T34" fmla="*/ 315 w 675"/>
                <a:gd name="T35" fmla="*/ 1111 h 115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75"/>
                <a:gd name="T55" fmla="*/ 0 h 1154"/>
                <a:gd name="T56" fmla="*/ 675 w 675"/>
                <a:gd name="T57" fmla="*/ 1154 h 115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75" h="1154">
                  <a:moveTo>
                    <a:pt x="315" y="1111"/>
                  </a:moveTo>
                  <a:cubicBezTo>
                    <a:pt x="336" y="1044"/>
                    <a:pt x="302" y="955"/>
                    <a:pt x="367" y="912"/>
                  </a:cubicBezTo>
                  <a:cubicBezTo>
                    <a:pt x="369" y="900"/>
                    <a:pt x="365" y="884"/>
                    <a:pt x="374" y="875"/>
                  </a:cubicBezTo>
                  <a:cubicBezTo>
                    <a:pt x="379" y="869"/>
                    <a:pt x="379" y="890"/>
                    <a:pt x="381" y="897"/>
                  </a:cubicBezTo>
                  <a:cubicBezTo>
                    <a:pt x="401" y="955"/>
                    <a:pt x="377" y="883"/>
                    <a:pt x="396" y="941"/>
                  </a:cubicBezTo>
                  <a:cubicBezTo>
                    <a:pt x="400" y="986"/>
                    <a:pt x="386" y="1099"/>
                    <a:pt x="440" y="1119"/>
                  </a:cubicBezTo>
                  <a:cubicBezTo>
                    <a:pt x="484" y="1116"/>
                    <a:pt x="561" y="1154"/>
                    <a:pt x="573" y="1111"/>
                  </a:cubicBezTo>
                  <a:cubicBezTo>
                    <a:pt x="621" y="945"/>
                    <a:pt x="556" y="763"/>
                    <a:pt x="588" y="594"/>
                  </a:cubicBezTo>
                  <a:cubicBezTo>
                    <a:pt x="595" y="477"/>
                    <a:pt x="611" y="353"/>
                    <a:pt x="647" y="240"/>
                  </a:cubicBezTo>
                  <a:cubicBezTo>
                    <a:pt x="644" y="173"/>
                    <a:pt x="675" y="86"/>
                    <a:pt x="603" y="63"/>
                  </a:cubicBezTo>
                  <a:cubicBezTo>
                    <a:pt x="510" y="0"/>
                    <a:pt x="442" y="44"/>
                    <a:pt x="300" y="48"/>
                  </a:cubicBezTo>
                  <a:cubicBezTo>
                    <a:pt x="278" y="50"/>
                    <a:pt x="225" y="47"/>
                    <a:pt x="197" y="63"/>
                  </a:cubicBezTo>
                  <a:cubicBezTo>
                    <a:pt x="181" y="72"/>
                    <a:pt x="152" y="92"/>
                    <a:pt x="152" y="92"/>
                  </a:cubicBezTo>
                  <a:cubicBezTo>
                    <a:pt x="132" y="123"/>
                    <a:pt x="121" y="152"/>
                    <a:pt x="101" y="181"/>
                  </a:cubicBezTo>
                  <a:cubicBezTo>
                    <a:pt x="104" y="285"/>
                    <a:pt x="74" y="418"/>
                    <a:pt x="138" y="513"/>
                  </a:cubicBezTo>
                  <a:cubicBezTo>
                    <a:pt x="143" y="528"/>
                    <a:pt x="147" y="542"/>
                    <a:pt x="152" y="557"/>
                  </a:cubicBezTo>
                  <a:cubicBezTo>
                    <a:pt x="155" y="565"/>
                    <a:pt x="160" y="580"/>
                    <a:pt x="160" y="580"/>
                  </a:cubicBezTo>
                  <a:cubicBezTo>
                    <a:pt x="167" y="1114"/>
                    <a:pt x="0" y="1131"/>
                    <a:pt x="315" y="111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Freeform 111"/>
            <p:cNvSpPr>
              <a:spLocks/>
            </p:cNvSpPr>
            <p:nvPr/>
          </p:nvSpPr>
          <p:spPr bwMode="auto">
            <a:xfrm rot="21358603" flipH="1">
              <a:off x="1734" y="3476"/>
              <a:ext cx="82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Freeform 112"/>
            <p:cNvSpPr>
              <a:spLocks/>
            </p:cNvSpPr>
            <p:nvPr/>
          </p:nvSpPr>
          <p:spPr bwMode="auto">
            <a:xfrm rot="300000">
              <a:off x="1556" y="3456"/>
              <a:ext cx="74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Freeform 113"/>
            <p:cNvSpPr>
              <a:spLocks/>
            </p:cNvSpPr>
            <p:nvPr/>
          </p:nvSpPr>
          <p:spPr bwMode="auto">
            <a:xfrm flipH="1">
              <a:off x="1621" y="3315"/>
              <a:ext cx="119" cy="165"/>
            </a:xfrm>
            <a:custGeom>
              <a:avLst/>
              <a:gdLst>
                <a:gd name="T0" fmla="*/ 336 w 936"/>
                <a:gd name="T1" fmla="*/ 1112 h 1152"/>
                <a:gd name="T2" fmla="*/ 384 w 936"/>
                <a:gd name="T3" fmla="*/ 872 h 1152"/>
                <a:gd name="T4" fmla="*/ 192 w 936"/>
                <a:gd name="T5" fmla="*/ 824 h 1152"/>
                <a:gd name="T6" fmla="*/ 0 w 936"/>
                <a:gd name="T7" fmla="*/ 536 h 1152"/>
                <a:gd name="T8" fmla="*/ 192 w 936"/>
                <a:gd name="T9" fmla="*/ 104 h 1152"/>
                <a:gd name="T10" fmla="*/ 624 w 936"/>
                <a:gd name="T11" fmla="*/ 56 h 1152"/>
                <a:gd name="T12" fmla="*/ 912 w 936"/>
                <a:gd name="T13" fmla="*/ 440 h 1152"/>
                <a:gd name="T14" fmla="*/ 768 w 936"/>
                <a:gd name="T15" fmla="*/ 824 h 1152"/>
                <a:gd name="T16" fmla="*/ 576 w 936"/>
                <a:gd name="T17" fmla="*/ 872 h 1152"/>
                <a:gd name="T18" fmla="*/ 672 w 936"/>
                <a:gd name="T19" fmla="*/ 1112 h 1152"/>
                <a:gd name="T20" fmla="*/ 336 w 936"/>
                <a:gd name="T21" fmla="*/ 1112 h 1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36"/>
                <a:gd name="T34" fmla="*/ 0 h 1152"/>
                <a:gd name="T35" fmla="*/ 936 w 936"/>
                <a:gd name="T36" fmla="*/ 1152 h 11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36" h="1152">
                  <a:moveTo>
                    <a:pt x="336" y="1112"/>
                  </a:moveTo>
                  <a:cubicBezTo>
                    <a:pt x="288" y="1072"/>
                    <a:pt x="408" y="920"/>
                    <a:pt x="384" y="872"/>
                  </a:cubicBezTo>
                  <a:cubicBezTo>
                    <a:pt x="360" y="824"/>
                    <a:pt x="256" y="880"/>
                    <a:pt x="192" y="824"/>
                  </a:cubicBezTo>
                  <a:cubicBezTo>
                    <a:pt x="128" y="768"/>
                    <a:pt x="0" y="656"/>
                    <a:pt x="0" y="536"/>
                  </a:cubicBezTo>
                  <a:cubicBezTo>
                    <a:pt x="0" y="416"/>
                    <a:pt x="88" y="184"/>
                    <a:pt x="192" y="104"/>
                  </a:cubicBezTo>
                  <a:cubicBezTo>
                    <a:pt x="296" y="24"/>
                    <a:pt x="504" y="0"/>
                    <a:pt x="624" y="56"/>
                  </a:cubicBezTo>
                  <a:cubicBezTo>
                    <a:pt x="744" y="112"/>
                    <a:pt x="888" y="312"/>
                    <a:pt x="912" y="440"/>
                  </a:cubicBezTo>
                  <a:cubicBezTo>
                    <a:pt x="936" y="568"/>
                    <a:pt x="824" y="752"/>
                    <a:pt x="768" y="824"/>
                  </a:cubicBezTo>
                  <a:cubicBezTo>
                    <a:pt x="712" y="896"/>
                    <a:pt x="592" y="824"/>
                    <a:pt x="576" y="872"/>
                  </a:cubicBezTo>
                  <a:cubicBezTo>
                    <a:pt x="560" y="920"/>
                    <a:pt x="712" y="1072"/>
                    <a:pt x="672" y="1112"/>
                  </a:cubicBezTo>
                  <a:cubicBezTo>
                    <a:pt x="632" y="1152"/>
                    <a:pt x="384" y="1152"/>
                    <a:pt x="336" y="111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Freeform 114"/>
            <p:cNvSpPr>
              <a:spLocks/>
            </p:cNvSpPr>
            <p:nvPr/>
          </p:nvSpPr>
          <p:spPr bwMode="auto">
            <a:xfrm flipH="1">
              <a:off x="1624" y="3431"/>
              <a:ext cx="112" cy="64"/>
            </a:xfrm>
            <a:custGeom>
              <a:avLst/>
              <a:gdLst>
                <a:gd name="T0" fmla="*/ 101 w 406"/>
                <a:gd name="T1" fmla="*/ 0 h 313"/>
                <a:gd name="T2" fmla="*/ 35 w 406"/>
                <a:gd name="T3" fmla="*/ 236 h 313"/>
                <a:gd name="T4" fmla="*/ 396 w 406"/>
                <a:gd name="T5" fmla="*/ 244 h 313"/>
                <a:gd name="T6" fmla="*/ 374 w 406"/>
                <a:gd name="T7" fmla="*/ 222 h 313"/>
                <a:gd name="T8" fmla="*/ 359 w 406"/>
                <a:gd name="T9" fmla="*/ 192 h 313"/>
                <a:gd name="T10" fmla="*/ 315 w 406"/>
                <a:gd name="T11" fmla="*/ 118 h 313"/>
                <a:gd name="T12" fmla="*/ 300 w 406"/>
                <a:gd name="T13" fmla="*/ 7 h 313"/>
                <a:gd name="T14" fmla="*/ 101 w 406"/>
                <a:gd name="T15" fmla="*/ 0 h 3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6"/>
                <a:gd name="T25" fmla="*/ 0 h 313"/>
                <a:gd name="T26" fmla="*/ 406 w 406"/>
                <a:gd name="T27" fmla="*/ 313 h 3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6" h="313">
                  <a:moveTo>
                    <a:pt x="101" y="0"/>
                  </a:moveTo>
                  <a:cubicBezTo>
                    <a:pt x="96" y="81"/>
                    <a:pt x="97" y="174"/>
                    <a:pt x="35" y="236"/>
                  </a:cubicBezTo>
                  <a:cubicBezTo>
                    <a:pt x="148" y="313"/>
                    <a:pt x="80" y="273"/>
                    <a:pt x="396" y="244"/>
                  </a:cubicBezTo>
                  <a:cubicBezTo>
                    <a:pt x="406" y="243"/>
                    <a:pt x="380" y="230"/>
                    <a:pt x="374" y="222"/>
                  </a:cubicBezTo>
                  <a:cubicBezTo>
                    <a:pt x="368" y="213"/>
                    <a:pt x="364" y="202"/>
                    <a:pt x="359" y="192"/>
                  </a:cubicBezTo>
                  <a:cubicBezTo>
                    <a:pt x="344" y="166"/>
                    <a:pt x="333" y="143"/>
                    <a:pt x="315" y="118"/>
                  </a:cubicBezTo>
                  <a:cubicBezTo>
                    <a:pt x="304" y="82"/>
                    <a:pt x="334" y="22"/>
                    <a:pt x="300" y="7"/>
                  </a:cubicBezTo>
                  <a:cubicBezTo>
                    <a:pt x="283" y="0"/>
                    <a:pt x="0" y="0"/>
                    <a:pt x="101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Freeform 115"/>
            <p:cNvSpPr>
              <a:spLocks/>
            </p:cNvSpPr>
            <p:nvPr/>
          </p:nvSpPr>
          <p:spPr bwMode="auto">
            <a:xfrm flipH="1">
              <a:off x="1647" y="3690"/>
              <a:ext cx="92" cy="92"/>
            </a:xfrm>
            <a:custGeom>
              <a:avLst/>
              <a:gdLst>
                <a:gd name="T0" fmla="*/ 128 w 396"/>
                <a:gd name="T1" fmla="*/ 445 h 459"/>
                <a:gd name="T2" fmla="*/ 239 w 396"/>
                <a:gd name="T3" fmla="*/ 267 h 459"/>
                <a:gd name="T4" fmla="*/ 283 w 396"/>
                <a:gd name="T5" fmla="*/ 334 h 459"/>
                <a:gd name="T6" fmla="*/ 298 w 396"/>
                <a:gd name="T7" fmla="*/ 356 h 459"/>
                <a:gd name="T8" fmla="*/ 312 w 396"/>
                <a:gd name="T9" fmla="*/ 378 h 459"/>
                <a:gd name="T10" fmla="*/ 342 w 396"/>
                <a:gd name="T11" fmla="*/ 452 h 459"/>
                <a:gd name="T12" fmla="*/ 364 w 396"/>
                <a:gd name="T13" fmla="*/ 459 h 459"/>
                <a:gd name="T14" fmla="*/ 394 w 396"/>
                <a:gd name="T15" fmla="*/ 312 h 459"/>
                <a:gd name="T16" fmla="*/ 386 w 396"/>
                <a:gd name="T17" fmla="*/ 105 h 459"/>
                <a:gd name="T18" fmla="*/ 194 w 396"/>
                <a:gd name="T19" fmla="*/ 1 h 459"/>
                <a:gd name="T20" fmla="*/ 32 w 396"/>
                <a:gd name="T21" fmla="*/ 9 h 459"/>
                <a:gd name="T22" fmla="*/ 24 w 396"/>
                <a:gd name="T23" fmla="*/ 31 h 459"/>
                <a:gd name="T24" fmla="*/ 2 w 396"/>
                <a:gd name="T25" fmla="*/ 105 h 459"/>
                <a:gd name="T26" fmla="*/ 10 w 396"/>
                <a:gd name="T27" fmla="*/ 334 h 459"/>
                <a:gd name="T28" fmla="*/ 113 w 396"/>
                <a:gd name="T29" fmla="*/ 422 h 459"/>
                <a:gd name="T30" fmla="*/ 128 w 396"/>
                <a:gd name="T31" fmla="*/ 445 h 45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96"/>
                <a:gd name="T49" fmla="*/ 0 h 459"/>
                <a:gd name="T50" fmla="*/ 396 w 396"/>
                <a:gd name="T51" fmla="*/ 459 h 45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96" h="459">
                  <a:moveTo>
                    <a:pt x="128" y="445"/>
                  </a:moveTo>
                  <a:cubicBezTo>
                    <a:pt x="140" y="380"/>
                    <a:pt x="183" y="304"/>
                    <a:pt x="239" y="267"/>
                  </a:cubicBezTo>
                  <a:cubicBezTo>
                    <a:pt x="273" y="319"/>
                    <a:pt x="258" y="297"/>
                    <a:pt x="283" y="334"/>
                  </a:cubicBezTo>
                  <a:cubicBezTo>
                    <a:pt x="288" y="341"/>
                    <a:pt x="293" y="349"/>
                    <a:pt x="298" y="356"/>
                  </a:cubicBezTo>
                  <a:cubicBezTo>
                    <a:pt x="303" y="363"/>
                    <a:pt x="312" y="378"/>
                    <a:pt x="312" y="378"/>
                  </a:cubicBezTo>
                  <a:cubicBezTo>
                    <a:pt x="315" y="389"/>
                    <a:pt x="334" y="444"/>
                    <a:pt x="342" y="452"/>
                  </a:cubicBezTo>
                  <a:cubicBezTo>
                    <a:pt x="347" y="457"/>
                    <a:pt x="357" y="457"/>
                    <a:pt x="364" y="459"/>
                  </a:cubicBezTo>
                  <a:cubicBezTo>
                    <a:pt x="382" y="411"/>
                    <a:pt x="377" y="360"/>
                    <a:pt x="394" y="312"/>
                  </a:cubicBezTo>
                  <a:cubicBezTo>
                    <a:pt x="391" y="243"/>
                    <a:pt x="396" y="173"/>
                    <a:pt x="386" y="105"/>
                  </a:cubicBezTo>
                  <a:cubicBezTo>
                    <a:pt x="374" y="24"/>
                    <a:pt x="253" y="17"/>
                    <a:pt x="194" y="1"/>
                  </a:cubicBezTo>
                  <a:cubicBezTo>
                    <a:pt x="140" y="4"/>
                    <a:pt x="85" y="0"/>
                    <a:pt x="32" y="9"/>
                  </a:cubicBezTo>
                  <a:cubicBezTo>
                    <a:pt x="24" y="10"/>
                    <a:pt x="27" y="24"/>
                    <a:pt x="24" y="31"/>
                  </a:cubicBezTo>
                  <a:cubicBezTo>
                    <a:pt x="16" y="56"/>
                    <a:pt x="11" y="81"/>
                    <a:pt x="2" y="105"/>
                  </a:cubicBezTo>
                  <a:cubicBezTo>
                    <a:pt x="5" y="181"/>
                    <a:pt x="0" y="258"/>
                    <a:pt x="10" y="334"/>
                  </a:cubicBezTo>
                  <a:cubicBezTo>
                    <a:pt x="16" y="382"/>
                    <a:pt x="80" y="401"/>
                    <a:pt x="113" y="422"/>
                  </a:cubicBezTo>
                  <a:cubicBezTo>
                    <a:pt x="118" y="430"/>
                    <a:pt x="128" y="445"/>
                    <a:pt x="128" y="44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Freeform 116"/>
            <p:cNvSpPr>
              <a:spLocks/>
            </p:cNvSpPr>
            <p:nvPr/>
          </p:nvSpPr>
          <p:spPr bwMode="auto">
            <a:xfrm flipH="1">
              <a:off x="1619" y="3312"/>
              <a:ext cx="132" cy="118"/>
            </a:xfrm>
            <a:custGeom>
              <a:avLst/>
              <a:gdLst>
                <a:gd name="T0" fmla="*/ 67 w 627"/>
                <a:gd name="T1" fmla="*/ 387 h 638"/>
                <a:gd name="T2" fmla="*/ 31 w 627"/>
                <a:gd name="T3" fmla="*/ 306 h 638"/>
                <a:gd name="T4" fmla="*/ 60 w 627"/>
                <a:gd name="T5" fmla="*/ 298 h 638"/>
                <a:gd name="T6" fmla="*/ 75 w 627"/>
                <a:gd name="T7" fmla="*/ 239 h 638"/>
                <a:gd name="T8" fmla="*/ 67 w 627"/>
                <a:gd name="T9" fmla="*/ 217 h 638"/>
                <a:gd name="T10" fmla="*/ 82 w 627"/>
                <a:gd name="T11" fmla="*/ 195 h 638"/>
                <a:gd name="T12" fmla="*/ 90 w 627"/>
                <a:gd name="T13" fmla="*/ 173 h 638"/>
                <a:gd name="T14" fmla="*/ 112 w 627"/>
                <a:gd name="T15" fmla="*/ 165 h 638"/>
                <a:gd name="T16" fmla="*/ 119 w 627"/>
                <a:gd name="T17" fmla="*/ 106 h 638"/>
                <a:gd name="T18" fmla="*/ 156 w 627"/>
                <a:gd name="T19" fmla="*/ 114 h 638"/>
                <a:gd name="T20" fmla="*/ 171 w 627"/>
                <a:gd name="T21" fmla="*/ 69 h 638"/>
                <a:gd name="T22" fmla="*/ 200 w 627"/>
                <a:gd name="T23" fmla="*/ 77 h 638"/>
                <a:gd name="T24" fmla="*/ 237 w 627"/>
                <a:gd name="T25" fmla="*/ 32 h 638"/>
                <a:gd name="T26" fmla="*/ 282 w 627"/>
                <a:gd name="T27" fmla="*/ 25 h 638"/>
                <a:gd name="T28" fmla="*/ 341 w 627"/>
                <a:gd name="T29" fmla="*/ 47 h 638"/>
                <a:gd name="T30" fmla="*/ 437 w 627"/>
                <a:gd name="T31" fmla="*/ 40 h 638"/>
                <a:gd name="T32" fmla="*/ 481 w 627"/>
                <a:gd name="T33" fmla="*/ 55 h 638"/>
                <a:gd name="T34" fmla="*/ 540 w 627"/>
                <a:gd name="T35" fmla="*/ 106 h 638"/>
                <a:gd name="T36" fmla="*/ 562 w 627"/>
                <a:gd name="T37" fmla="*/ 180 h 638"/>
                <a:gd name="T38" fmla="*/ 570 w 627"/>
                <a:gd name="T39" fmla="*/ 202 h 638"/>
                <a:gd name="T40" fmla="*/ 570 w 627"/>
                <a:gd name="T41" fmla="*/ 232 h 638"/>
                <a:gd name="T42" fmla="*/ 570 w 627"/>
                <a:gd name="T43" fmla="*/ 291 h 638"/>
                <a:gd name="T44" fmla="*/ 607 w 627"/>
                <a:gd name="T45" fmla="*/ 380 h 638"/>
                <a:gd name="T46" fmla="*/ 481 w 627"/>
                <a:gd name="T47" fmla="*/ 439 h 638"/>
                <a:gd name="T48" fmla="*/ 53 w 627"/>
                <a:gd name="T49" fmla="*/ 409 h 638"/>
                <a:gd name="T50" fmla="*/ 16 w 627"/>
                <a:gd name="T51" fmla="*/ 380 h 638"/>
                <a:gd name="T52" fmla="*/ 241 w 627"/>
                <a:gd name="T53" fmla="*/ 638 h 638"/>
                <a:gd name="T54" fmla="*/ 67 w 627"/>
                <a:gd name="T55" fmla="*/ 387 h 63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27"/>
                <a:gd name="T85" fmla="*/ 0 h 638"/>
                <a:gd name="T86" fmla="*/ 627 w 627"/>
                <a:gd name="T87" fmla="*/ 638 h 63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27" h="638">
                  <a:moveTo>
                    <a:pt x="67" y="387"/>
                  </a:moveTo>
                  <a:cubicBezTo>
                    <a:pt x="27" y="374"/>
                    <a:pt x="0" y="363"/>
                    <a:pt x="31" y="306"/>
                  </a:cubicBezTo>
                  <a:cubicBezTo>
                    <a:pt x="36" y="297"/>
                    <a:pt x="50" y="301"/>
                    <a:pt x="60" y="298"/>
                  </a:cubicBezTo>
                  <a:cubicBezTo>
                    <a:pt x="21" y="259"/>
                    <a:pt x="48" y="279"/>
                    <a:pt x="75" y="239"/>
                  </a:cubicBezTo>
                  <a:cubicBezTo>
                    <a:pt x="72" y="232"/>
                    <a:pt x="66" y="225"/>
                    <a:pt x="67" y="217"/>
                  </a:cubicBezTo>
                  <a:cubicBezTo>
                    <a:pt x="68" y="208"/>
                    <a:pt x="78" y="203"/>
                    <a:pt x="82" y="195"/>
                  </a:cubicBezTo>
                  <a:cubicBezTo>
                    <a:pt x="86" y="188"/>
                    <a:pt x="84" y="179"/>
                    <a:pt x="90" y="173"/>
                  </a:cubicBezTo>
                  <a:cubicBezTo>
                    <a:pt x="96" y="167"/>
                    <a:pt x="105" y="168"/>
                    <a:pt x="112" y="165"/>
                  </a:cubicBezTo>
                  <a:cubicBezTo>
                    <a:pt x="114" y="145"/>
                    <a:pt x="106" y="121"/>
                    <a:pt x="119" y="106"/>
                  </a:cubicBezTo>
                  <a:cubicBezTo>
                    <a:pt x="127" y="96"/>
                    <a:pt x="146" y="121"/>
                    <a:pt x="156" y="114"/>
                  </a:cubicBezTo>
                  <a:cubicBezTo>
                    <a:pt x="169" y="105"/>
                    <a:pt x="171" y="69"/>
                    <a:pt x="171" y="69"/>
                  </a:cubicBezTo>
                  <a:cubicBezTo>
                    <a:pt x="181" y="72"/>
                    <a:pt x="190" y="80"/>
                    <a:pt x="200" y="77"/>
                  </a:cubicBezTo>
                  <a:cubicBezTo>
                    <a:pt x="254" y="62"/>
                    <a:pt x="197" y="53"/>
                    <a:pt x="237" y="32"/>
                  </a:cubicBezTo>
                  <a:cubicBezTo>
                    <a:pt x="251" y="25"/>
                    <a:pt x="267" y="27"/>
                    <a:pt x="282" y="25"/>
                  </a:cubicBezTo>
                  <a:cubicBezTo>
                    <a:pt x="318" y="0"/>
                    <a:pt x="319" y="14"/>
                    <a:pt x="341" y="47"/>
                  </a:cubicBezTo>
                  <a:cubicBezTo>
                    <a:pt x="383" y="34"/>
                    <a:pt x="386" y="32"/>
                    <a:pt x="437" y="40"/>
                  </a:cubicBezTo>
                  <a:cubicBezTo>
                    <a:pt x="441" y="41"/>
                    <a:pt x="477" y="53"/>
                    <a:pt x="481" y="55"/>
                  </a:cubicBezTo>
                  <a:cubicBezTo>
                    <a:pt x="509" y="74"/>
                    <a:pt x="508" y="96"/>
                    <a:pt x="540" y="106"/>
                  </a:cubicBezTo>
                  <a:cubicBezTo>
                    <a:pt x="552" y="143"/>
                    <a:pt x="576" y="141"/>
                    <a:pt x="562" y="180"/>
                  </a:cubicBezTo>
                  <a:cubicBezTo>
                    <a:pt x="565" y="187"/>
                    <a:pt x="573" y="195"/>
                    <a:pt x="570" y="202"/>
                  </a:cubicBezTo>
                  <a:cubicBezTo>
                    <a:pt x="557" y="234"/>
                    <a:pt x="521" y="200"/>
                    <a:pt x="570" y="232"/>
                  </a:cubicBezTo>
                  <a:cubicBezTo>
                    <a:pt x="530" y="258"/>
                    <a:pt x="556" y="251"/>
                    <a:pt x="570" y="291"/>
                  </a:cubicBezTo>
                  <a:cubicBezTo>
                    <a:pt x="553" y="337"/>
                    <a:pt x="583" y="344"/>
                    <a:pt x="607" y="380"/>
                  </a:cubicBezTo>
                  <a:cubicBezTo>
                    <a:pt x="627" y="464"/>
                    <a:pt x="581" y="433"/>
                    <a:pt x="481" y="439"/>
                  </a:cubicBezTo>
                  <a:cubicBezTo>
                    <a:pt x="250" y="434"/>
                    <a:pt x="205" y="457"/>
                    <a:pt x="53" y="409"/>
                  </a:cubicBezTo>
                  <a:cubicBezTo>
                    <a:pt x="25" y="390"/>
                    <a:pt x="37" y="400"/>
                    <a:pt x="16" y="380"/>
                  </a:cubicBezTo>
                  <a:lnTo>
                    <a:pt x="241" y="638"/>
                  </a:lnTo>
                  <a:lnTo>
                    <a:pt x="67" y="38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7" name="Group 118"/>
          <p:cNvGrpSpPr>
            <a:grpSpLocks/>
          </p:cNvGrpSpPr>
          <p:nvPr/>
        </p:nvGrpSpPr>
        <p:grpSpPr bwMode="auto">
          <a:xfrm>
            <a:off x="1857356" y="5500702"/>
            <a:ext cx="490538" cy="1143000"/>
            <a:chOff x="1536" y="3312"/>
            <a:chExt cx="309" cy="720"/>
          </a:xfrm>
        </p:grpSpPr>
        <p:sp>
          <p:nvSpPr>
            <p:cNvPr id="68" name="Freeform 108"/>
            <p:cNvSpPr>
              <a:spLocks/>
            </p:cNvSpPr>
            <p:nvPr/>
          </p:nvSpPr>
          <p:spPr bwMode="auto">
            <a:xfrm rot="240000" flipH="1">
              <a:off x="1697" y="3754"/>
              <a:ext cx="148" cy="274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Freeform 109"/>
            <p:cNvSpPr>
              <a:spLocks/>
            </p:cNvSpPr>
            <p:nvPr/>
          </p:nvSpPr>
          <p:spPr bwMode="auto">
            <a:xfrm>
              <a:off x="1536" y="3754"/>
              <a:ext cx="139" cy="278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Freeform 110"/>
            <p:cNvSpPr>
              <a:spLocks/>
            </p:cNvSpPr>
            <p:nvPr/>
          </p:nvSpPr>
          <p:spPr bwMode="auto">
            <a:xfrm flipH="1">
              <a:off x="1591" y="3440"/>
              <a:ext cx="207" cy="352"/>
            </a:xfrm>
            <a:custGeom>
              <a:avLst/>
              <a:gdLst>
                <a:gd name="T0" fmla="*/ 315 w 675"/>
                <a:gd name="T1" fmla="*/ 1111 h 1154"/>
                <a:gd name="T2" fmla="*/ 367 w 675"/>
                <a:gd name="T3" fmla="*/ 912 h 1154"/>
                <a:gd name="T4" fmla="*/ 374 w 675"/>
                <a:gd name="T5" fmla="*/ 875 h 1154"/>
                <a:gd name="T6" fmla="*/ 381 w 675"/>
                <a:gd name="T7" fmla="*/ 897 h 1154"/>
                <a:gd name="T8" fmla="*/ 396 w 675"/>
                <a:gd name="T9" fmla="*/ 941 h 1154"/>
                <a:gd name="T10" fmla="*/ 440 w 675"/>
                <a:gd name="T11" fmla="*/ 1119 h 1154"/>
                <a:gd name="T12" fmla="*/ 573 w 675"/>
                <a:gd name="T13" fmla="*/ 1111 h 1154"/>
                <a:gd name="T14" fmla="*/ 588 w 675"/>
                <a:gd name="T15" fmla="*/ 594 h 1154"/>
                <a:gd name="T16" fmla="*/ 647 w 675"/>
                <a:gd name="T17" fmla="*/ 240 h 1154"/>
                <a:gd name="T18" fmla="*/ 603 w 675"/>
                <a:gd name="T19" fmla="*/ 63 h 1154"/>
                <a:gd name="T20" fmla="*/ 300 w 675"/>
                <a:gd name="T21" fmla="*/ 48 h 1154"/>
                <a:gd name="T22" fmla="*/ 197 w 675"/>
                <a:gd name="T23" fmla="*/ 63 h 1154"/>
                <a:gd name="T24" fmla="*/ 152 w 675"/>
                <a:gd name="T25" fmla="*/ 92 h 1154"/>
                <a:gd name="T26" fmla="*/ 101 w 675"/>
                <a:gd name="T27" fmla="*/ 181 h 1154"/>
                <a:gd name="T28" fmla="*/ 138 w 675"/>
                <a:gd name="T29" fmla="*/ 513 h 1154"/>
                <a:gd name="T30" fmla="*/ 152 w 675"/>
                <a:gd name="T31" fmla="*/ 557 h 1154"/>
                <a:gd name="T32" fmla="*/ 160 w 675"/>
                <a:gd name="T33" fmla="*/ 580 h 1154"/>
                <a:gd name="T34" fmla="*/ 315 w 675"/>
                <a:gd name="T35" fmla="*/ 1111 h 115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75"/>
                <a:gd name="T55" fmla="*/ 0 h 1154"/>
                <a:gd name="T56" fmla="*/ 675 w 675"/>
                <a:gd name="T57" fmla="*/ 1154 h 115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75" h="1154">
                  <a:moveTo>
                    <a:pt x="315" y="1111"/>
                  </a:moveTo>
                  <a:cubicBezTo>
                    <a:pt x="336" y="1044"/>
                    <a:pt x="302" y="955"/>
                    <a:pt x="367" y="912"/>
                  </a:cubicBezTo>
                  <a:cubicBezTo>
                    <a:pt x="369" y="900"/>
                    <a:pt x="365" y="884"/>
                    <a:pt x="374" y="875"/>
                  </a:cubicBezTo>
                  <a:cubicBezTo>
                    <a:pt x="379" y="869"/>
                    <a:pt x="379" y="890"/>
                    <a:pt x="381" y="897"/>
                  </a:cubicBezTo>
                  <a:cubicBezTo>
                    <a:pt x="401" y="955"/>
                    <a:pt x="377" y="883"/>
                    <a:pt x="396" y="941"/>
                  </a:cubicBezTo>
                  <a:cubicBezTo>
                    <a:pt x="400" y="986"/>
                    <a:pt x="386" y="1099"/>
                    <a:pt x="440" y="1119"/>
                  </a:cubicBezTo>
                  <a:cubicBezTo>
                    <a:pt x="484" y="1116"/>
                    <a:pt x="561" y="1154"/>
                    <a:pt x="573" y="1111"/>
                  </a:cubicBezTo>
                  <a:cubicBezTo>
                    <a:pt x="621" y="945"/>
                    <a:pt x="556" y="763"/>
                    <a:pt x="588" y="594"/>
                  </a:cubicBezTo>
                  <a:cubicBezTo>
                    <a:pt x="595" y="477"/>
                    <a:pt x="611" y="353"/>
                    <a:pt x="647" y="240"/>
                  </a:cubicBezTo>
                  <a:cubicBezTo>
                    <a:pt x="644" y="173"/>
                    <a:pt x="675" y="86"/>
                    <a:pt x="603" y="63"/>
                  </a:cubicBezTo>
                  <a:cubicBezTo>
                    <a:pt x="510" y="0"/>
                    <a:pt x="442" y="44"/>
                    <a:pt x="300" y="48"/>
                  </a:cubicBezTo>
                  <a:cubicBezTo>
                    <a:pt x="278" y="50"/>
                    <a:pt x="225" y="47"/>
                    <a:pt x="197" y="63"/>
                  </a:cubicBezTo>
                  <a:cubicBezTo>
                    <a:pt x="181" y="72"/>
                    <a:pt x="152" y="92"/>
                    <a:pt x="152" y="92"/>
                  </a:cubicBezTo>
                  <a:cubicBezTo>
                    <a:pt x="132" y="123"/>
                    <a:pt x="121" y="152"/>
                    <a:pt x="101" y="181"/>
                  </a:cubicBezTo>
                  <a:cubicBezTo>
                    <a:pt x="104" y="285"/>
                    <a:pt x="74" y="418"/>
                    <a:pt x="138" y="513"/>
                  </a:cubicBezTo>
                  <a:cubicBezTo>
                    <a:pt x="143" y="528"/>
                    <a:pt x="147" y="542"/>
                    <a:pt x="152" y="557"/>
                  </a:cubicBezTo>
                  <a:cubicBezTo>
                    <a:pt x="155" y="565"/>
                    <a:pt x="160" y="580"/>
                    <a:pt x="160" y="580"/>
                  </a:cubicBezTo>
                  <a:cubicBezTo>
                    <a:pt x="167" y="1114"/>
                    <a:pt x="0" y="1131"/>
                    <a:pt x="315" y="111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Freeform 111"/>
            <p:cNvSpPr>
              <a:spLocks/>
            </p:cNvSpPr>
            <p:nvPr/>
          </p:nvSpPr>
          <p:spPr bwMode="auto">
            <a:xfrm rot="21358603" flipH="1">
              <a:off x="1734" y="3476"/>
              <a:ext cx="82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Freeform 112"/>
            <p:cNvSpPr>
              <a:spLocks/>
            </p:cNvSpPr>
            <p:nvPr/>
          </p:nvSpPr>
          <p:spPr bwMode="auto">
            <a:xfrm rot="300000">
              <a:off x="1556" y="3456"/>
              <a:ext cx="74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Freeform 113"/>
            <p:cNvSpPr>
              <a:spLocks/>
            </p:cNvSpPr>
            <p:nvPr/>
          </p:nvSpPr>
          <p:spPr bwMode="auto">
            <a:xfrm flipH="1">
              <a:off x="1621" y="3315"/>
              <a:ext cx="119" cy="165"/>
            </a:xfrm>
            <a:custGeom>
              <a:avLst/>
              <a:gdLst>
                <a:gd name="T0" fmla="*/ 336 w 936"/>
                <a:gd name="T1" fmla="*/ 1112 h 1152"/>
                <a:gd name="T2" fmla="*/ 384 w 936"/>
                <a:gd name="T3" fmla="*/ 872 h 1152"/>
                <a:gd name="T4" fmla="*/ 192 w 936"/>
                <a:gd name="T5" fmla="*/ 824 h 1152"/>
                <a:gd name="T6" fmla="*/ 0 w 936"/>
                <a:gd name="T7" fmla="*/ 536 h 1152"/>
                <a:gd name="T8" fmla="*/ 192 w 936"/>
                <a:gd name="T9" fmla="*/ 104 h 1152"/>
                <a:gd name="T10" fmla="*/ 624 w 936"/>
                <a:gd name="T11" fmla="*/ 56 h 1152"/>
                <a:gd name="T12" fmla="*/ 912 w 936"/>
                <a:gd name="T13" fmla="*/ 440 h 1152"/>
                <a:gd name="T14" fmla="*/ 768 w 936"/>
                <a:gd name="T15" fmla="*/ 824 h 1152"/>
                <a:gd name="T16" fmla="*/ 576 w 936"/>
                <a:gd name="T17" fmla="*/ 872 h 1152"/>
                <a:gd name="T18" fmla="*/ 672 w 936"/>
                <a:gd name="T19" fmla="*/ 1112 h 1152"/>
                <a:gd name="T20" fmla="*/ 336 w 936"/>
                <a:gd name="T21" fmla="*/ 1112 h 1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36"/>
                <a:gd name="T34" fmla="*/ 0 h 1152"/>
                <a:gd name="T35" fmla="*/ 936 w 936"/>
                <a:gd name="T36" fmla="*/ 1152 h 11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36" h="1152">
                  <a:moveTo>
                    <a:pt x="336" y="1112"/>
                  </a:moveTo>
                  <a:cubicBezTo>
                    <a:pt x="288" y="1072"/>
                    <a:pt x="408" y="920"/>
                    <a:pt x="384" y="872"/>
                  </a:cubicBezTo>
                  <a:cubicBezTo>
                    <a:pt x="360" y="824"/>
                    <a:pt x="256" y="880"/>
                    <a:pt x="192" y="824"/>
                  </a:cubicBezTo>
                  <a:cubicBezTo>
                    <a:pt x="128" y="768"/>
                    <a:pt x="0" y="656"/>
                    <a:pt x="0" y="536"/>
                  </a:cubicBezTo>
                  <a:cubicBezTo>
                    <a:pt x="0" y="416"/>
                    <a:pt x="88" y="184"/>
                    <a:pt x="192" y="104"/>
                  </a:cubicBezTo>
                  <a:cubicBezTo>
                    <a:pt x="296" y="24"/>
                    <a:pt x="504" y="0"/>
                    <a:pt x="624" y="56"/>
                  </a:cubicBezTo>
                  <a:cubicBezTo>
                    <a:pt x="744" y="112"/>
                    <a:pt x="888" y="312"/>
                    <a:pt x="912" y="440"/>
                  </a:cubicBezTo>
                  <a:cubicBezTo>
                    <a:pt x="936" y="568"/>
                    <a:pt x="824" y="752"/>
                    <a:pt x="768" y="824"/>
                  </a:cubicBezTo>
                  <a:cubicBezTo>
                    <a:pt x="712" y="896"/>
                    <a:pt x="592" y="824"/>
                    <a:pt x="576" y="872"/>
                  </a:cubicBezTo>
                  <a:cubicBezTo>
                    <a:pt x="560" y="920"/>
                    <a:pt x="712" y="1072"/>
                    <a:pt x="672" y="1112"/>
                  </a:cubicBezTo>
                  <a:cubicBezTo>
                    <a:pt x="632" y="1152"/>
                    <a:pt x="384" y="1152"/>
                    <a:pt x="336" y="111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Freeform 114"/>
            <p:cNvSpPr>
              <a:spLocks/>
            </p:cNvSpPr>
            <p:nvPr/>
          </p:nvSpPr>
          <p:spPr bwMode="auto">
            <a:xfrm flipH="1">
              <a:off x="1624" y="3431"/>
              <a:ext cx="112" cy="64"/>
            </a:xfrm>
            <a:custGeom>
              <a:avLst/>
              <a:gdLst>
                <a:gd name="T0" fmla="*/ 101 w 406"/>
                <a:gd name="T1" fmla="*/ 0 h 313"/>
                <a:gd name="T2" fmla="*/ 35 w 406"/>
                <a:gd name="T3" fmla="*/ 236 h 313"/>
                <a:gd name="T4" fmla="*/ 396 w 406"/>
                <a:gd name="T5" fmla="*/ 244 h 313"/>
                <a:gd name="T6" fmla="*/ 374 w 406"/>
                <a:gd name="T7" fmla="*/ 222 h 313"/>
                <a:gd name="T8" fmla="*/ 359 w 406"/>
                <a:gd name="T9" fmla="*/ 192 h 313"/>
                <a:gd name="T10" fmla="*/ 315 w 406"/>
                <a:gd name="T11" fmla="*/ 118 h 313"/>
                <a:gd name="T12" fmla="*/ 300 w 406"/>
                <a:gd name="T13" fmla="*/ 7 h 313"/>
                <a:gd name="T14" fmla="*/ 101 w 406"/>
                <a:gd name="T15" fmla="*/ 0 h 3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6"/>
                <a:gd name="T25" fmla="*/ 0 h 313"/>
                <a:gd name="T26" fmla="*/ 406 w 406"/>
                <a:gd name="T27" fmla="*/ 313 h 3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6" h="313">
                  <a:moveTo>
                    <a:pt x="101" y="0"/>
                  </a:moveTo>
                  <a:cubicBezTo>
                    <a:pt x="96" y="81"/>
                    <a:pt x="97" y="174"/>
                    <a:pt x="35" y="236"/>
                  </a:cubicBezTo>
                  <a:cubicBezTo>
                    <a:pt x="148" y="313"/>
                    <a:pt x="80" y="273"/>
                    <a:pt x="396" y="244"/>
                  </a:cubicBezTo>
                  <a:cubicBezTo>
                    <a:pt x="406" y="243"/>
                    <a:pt x="380" y="230"/>
                    <a:pt x="374" y="222"/>
                  </a:cubicBezTo>
                  <a:cubicBezTo>
                    <a:pt x="368" y="213"/>
                    <a:pt x="364" y="202"/>
                    <a:pt x="359" y="192"/>
                  </a:cubicBezTo>
                  <a:cubicBezTo>
                    <a:pt x="344" y="166"/>
                    <a:pt x="333" y="143"/>
                    <a:pt x="315" y="118"/>
                  </a:cubicBezTo>
                  <a:cubicBezTo>
                    <a:pt x="304" y="82"/>
                    <a:pt x="334" y="22"/>
                    <a:pt x="300" y="7"/>
                  </a:cubicBezTo>
                  <a:cubicBezTo>
                    <a:pt x="283" y="0"/>
                    <a:pt x="0" y="0"/>
                    <a:pt x="101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Freeform 115"/>
            <p:cNvSpPr>
              <a:spLocks/>
            </p:cNvSpPr>
            <p:nvPr/>
          </p:nvSpPr>
          <p:spPr bwMode="auto">
            <a:xfrm flipH="1">
              <a:off x="1647" y="3690"/>
              <a:ext cx="92" cy="92"/>
            </a:xfrm>
            <a:custGeom>
              <a:avLst/>
              <a:gdLst>
                <a:gd name="T0" fmla="*/ 128 w 396"/>
                <a:gd name="T1" fmla="*/ 445 h 459"/>
                <a:gd name="T2" fmla="*/ 239 w 396"/>
                <a:gd name="T3" fmla="*/ 267 h 459"/>
                <a:gd name="T4" fmla="*/ 283 w 396"/>
                <a:gd name="T5" fmla="*/ 334 h 459"/>
                <a:gd name="T6" fmla="*/ 298 w 396"/>
                <a:gd name="T7" fmla="*/ 356 h 459"/>
                <a:gd name="T8" fmla="*/ 312 w 396"/>
                <a:gd name="T9" fmla="*/ 378 h 459"/>
                <a:gd name="T10" fmla="*/ 342 w 396"/>
                <a:gd name="T11" fmla="*/ 452 h 459"/>
                <a:gd name="T12" fmla="*/ 364 w 396"/>
                <a:gd name="T13" fmla="*/ 459 h 459"/>
                <a:gd name="T14" fmla="*/ 394 w 396"/>
                <a:gd name="T15" fmla="*/ 312 h 459"/>
                <a:gd name="T16" fmla="*/ 386 w 396"/>
                <a:gd name="T17" fmla="*/ 105 h 459"/>
                <a:gd name="T18" fmla="*/ 194 w 396"/>
                <a:gd name="T19" fmla="*/ 1 h 459"/>
                <a:gd name="T20" fmla="*/ 32 w 396"/>
                <a:gd name="T21" fmla="*/ 9 h 459"/>
                <a:gd name="T22" fmla="*/ 24 w 396"/>
                <a:gd name="T23" fmla="*/ 31 h 459"/>
                <a:gd name="T24" fmla="*/ 2 w 396"/>
                <a:gd name="T25" fmla="*/ 105 h 459"/>
                <a:gd name="T26" fmla="*/ 10 w 396"/>
                <a:gd name="T27" fmla="*/ 334 h 459"/>
                <a:gd name="T28" fmla="*/ 113 w 396"/>
                <a:gd name="T29" fmla="*/ 422 h 459"/>
                <a:gd name="T30" fmla="*/ 128 w 396"/>
                <a:gd name="T31" fmla="*/ 445 h 45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96"/>
                <a:gd name="T49" fmla="*/ 0 h 459"/>
                <a:gd name="T50" fmla="*/ 396 w 396"/>
                <a:gd name="T51" fmla="*/ 459 h 45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96" h="459">
                  <a:moveTo>
                    <a:pt x="128" y="445"/>
                  </a:moveTo>
                  <a:cubicBezTo>
                    <a:pt x="140" y="380"/>
                    <a:pt x="183" y="304"/>
                    <a:pt x="239" y="267"/>
                  </a:cubicBezTo>
                  <a:cubicBezTo>
                    <a:pt x="273" y="319"/>
                    <a:pt x="258" y="297"/>
                    <a:pt x="283" y="334"/>
                  </a:cubicBezTo>
                  <a:cubicBezTo>
                    <a:pt x="288" y="341"/>
                    <a:pt x="293" y="349"/>
                    <a:pt x="298" y="356"/>
                  </a:cubicBezTo>
                  <a:cubicBezTo>
                    <a:pt x="303" y="363"/>
                    <a:pt x="312" y="378"/>
                    <a:pt x="312" y="378"/>
                  </a:cubicBezTo>
                  <a:cubicBezTo>
                    <a:pt x="315" y="389"/>
                    <a:pt x="334" y="444"/>
                    <a:pt x="342" y="452"/>
                  </a:cubicBezTo>
                  <a:cubicBezTo>
                    <a:pt x="347" y="457"/>
                    <a:pt x="357" y="457"/>
                    <a:pt x="364" y="459"/>
                  </a:cubicBezTo>
                  <a:cubicBezTo>
                    <a:pt x="382" y="411"/>
                    <a:pt x="377" y="360"/>
                    <a:pt x="394" y="312"/>
                  </a:cubicBezTo>
                  <a:cubicBezTo>
                    <a:pt x="391" y="243"/>
                    <a:pt x="396" y="173"/>
                    <a:pt x="386" y="105"/>
                  </a:cubicBezTo>
                  <a:cubicBezTo>
                    <a:pt x="374" y="24"/>
                    <a:pt x="253" y="17"/>
                    <a:pt x="194" y="1"/>
                  </a:cubicBezTo>
                  <a:cubicBezTo>
                    <a:pt x="140" y="4"/>
                    <a:pt x="85" y="0"/>
                    <a:pt x="32" y="9"/>
                  </a:cubicBezTo>
                  <a:cubicBezTo>
                    <a:pt x="24" y="10"/>
                    <a:pt x="27" y="24"/>
                    <a:pt x="24" y="31"/>
                  </a:cubicBezTo>
                  <a:cubicBezTo>
                    <a:pt x="16" y="56"/>
                    <a:pt x="11" y="81"/>
                    <a:pt x="2" y="105"/>
                  </a:cubicBezTo>
                  <a:cubicBezTo>
                    <a:pt x="5" y="181"/>
                    <a:pt x="0" y="258"/>
                    <a:pt x="10" y="334"/>
                  </a:cubicBezTo>
                  <a:cubicBezTo>
                    <a:pt x="16" y="382"/>
                    <a:pt x="80" y="401"/>
                    <a:pt x="113" y="422"/>
                  </a:cubicBezTo>
                  <a:cubicBezTo>
                    <a:pt x="118" y="430"/>
                    <a:pt x="128" y="445"/>
                    <a:pt x="128" y="44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Freeform 116"/>
            <p:cNvSpPr>
              <a:spLocks/>
            </p:cNvSpPr>
            <p:nvPr/>
          </p:nvSpPr>
          <p:spPr bwMode="auto">
            <a:xfrm flipH="1">
              <a:off x="1619" y="3312"/>
              <a:ext cx="132" cy="118"/>
            </a:xfrm>
            <a:custGeom>
              <a:avLst/>
              <a:gdLst>
                <a:gd name="T0" fmla="*/ 67 w 627"/>
                <a:gd name="T1" fmla="*/ 387 h 638"/>
                <a:gd name="T2" fmla="*/ 31 w 627"/>
                <a:gd name="T3" fmla="*/ 306 h 638"/>
                <a:gd name="T4" fmla="*/ 60 w 627"/>
                <a:gd name="T5" fmla="*/ 298 h 638"/>
                <a:gd name="T6" fmla="*/ 75 w 627"/>
                <a:gd name="T7" fmla="*/ 239 h 638"/>
                <a:gd name="T8" fmla="*/ 67 w 627"/>
                <a:gd name="T9" fmla="*/ 217 h 638"/>
                <a:gd name="T10" fmla="*/ 82 w 627"/>
                <a:gd name="T11" fmla="*/ 195 h 638"/>
                <a:gd name="T12" fmla="*/ 90 w 627"/>
                <a:gd name="T13" fmla="*/ 173 h 638"/>
                <a:gd name="T14" fmla="*/ 112 w 627"/>
                <a:gd name="T15" fmla="*/ 165 h 638"/>
                <a:gd name="T16" fmla="*/ 119 w 627"/>
                <a:gd name="T17" fmla="*/ 106 h 638"/>
                <a:gd name="T18" fmla="*/ 156 w 627"/>
                <a:gd name="T19" fmla="*/ 114 h 638"/>
                <a:gd name="T20" fmla="*/ 171 w 627"/>
                <a:gd name="T21" fmla="*/ 69 h 638"/>
                <a:gd name="T22" fmla="*/ 200 w 627"/>
                <a:gd name="T23" fmla="*/ 77 h 638"/>
                <a:gd name="T24" fmla="*/ 237 w 627"/>
                <a:gd name="T25" fmla="*/ 32 h 638"/>
                <a:gd name="T26" fmla="*/ 282 w 627"/>
                <a:gd name="T27" fmla="*/ 25 h 638"/>
                <a:gd name="T28" fmla="*/ 341 w 627"/>
                <a:gd name="T29" fmla="*/ 47 h 638"/>
                <a:gd name="T30" fmla="*/ 437 w 627"/>
                <a:gd name="T31" fmla="*/ 40 h 638"/>
                <a:gd name="T32" fmla="*/ 481 w 627"/>
                <a:gd name="T33" fmla="*/ 55 h 638"/>
                <a:gd name="T34" fmla="*/ 540 w 627"/>
                <a:gd name="T35" fmla="*/ 106 h 638"/>
                <a:gd name="T36" fmla="*/ 562 w 627"/>
                <a:gd name="T37" fmla="*/ 180 h 638"/>
                <a:gd name="T38" fmla="*/ 570 w 627"/>
                <a:gd name="T39" fmla="*/ 202 h 638"/>
                <a:gd name="T40" fmla="*/ 570 w 627"/>
                <a:gd name="T41" fmla="*/ 232 h 638"/>
                <a:gd name="T42" fmla="*/ 570 w 627"/>
                <a:gd name="T43" fmla="*/ 291 h 638"/>
                <a:gd name="T44" fmla="*/ 607 w 627"/>
                <a:gd name="T45" fmla="*/ 380 h 638"/>
                <a:gd name="T46" fmla="*/ 481 w 627"/>
                <a:gd name="T47" fmla="*/ 439 h 638"/>
                <a:gd name="T48" fmla="*/ 53 w 627"/>
                <a:gd name="T49" fmla="*/ 409 h 638"/>
                <a:gd name="T50" fmla="*/ 16 w 627"/>
                <a:gd name="T51" fmla="*/ 380 h 638"/>
                <a:gd name="T52" fmla="*/ 241 w 627"/>
                <a:gd name="T53" fmla="*/ 638 h 638"/>
                <a:gd name="T54" fmla="*/ 67 w 627"/>
                <a:gd name="T55" fmla="*/ 387 h 63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27"/>
                <a:gd name="T85" fmla="*/ 0 h 638"/>
                <a:gd name="T86" fmla="*/ 627 w 627"/>
                <a:gd name="T87" fmla="*/ 638 h 63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27" h="638">
                  <a:moveTo>
                    <a:pt x="67" y="387"/>
                  </a:moveTo>
                  <a:cubicBezTo>
                    <a:pt x="27" y="374"/>
                    <a:pt x="0" y="363"/>
                    <a:pt x="31" y="306"/>
                  </a:cubicBezTo>
                  <a:cubicBezTo>
                    <a:pt x="36" y="297"/>
                    <a:pt x="50" y="301"/>
                    <a:pt x="60" y="298"/>
                  </a:cubicBezTo>
                  <a:cubicBezTo>
                    <a:pt x="21" y="259"/>
                    <a:pt x="48" y="279"/>
                    <a:pt x="75" y="239"/>
                  </a:cubicBezTo>
                  <a:cubicBezTo>
                    <a:pt x="72" y="232"/>
                    <a:pt x="66" y="225"/>
                    <a:pt x="67" y="217"/>
                  </a:cubicBezTo>
                  <a:cubicBezTo>
                    <a:pt x="68" y="208"/>
                    <a:pt x="78" y="203"/>
                    <a:pt x="82" y="195"/>
                  </a:cubicBezTo>
                  <a:cubicBezTo>
                    <a:pt x="86" y="188"/>
                    <a:pt x="84" y="179"/>
                    <a:pt x="90" y="173"/>
                  </a:cubicBezTo>
                  <a:cubicBezTo>
                    <a:pt x="96" y="167"/>
                    <a:pt x="105" y="168"/>
                    <a:pt x="112" y="165"/>
                  </a:cubicBezTo>
                  <a:cubicBezTo>
                    <a:pt x="114" y="145"/>
                    <a:pt x="106" y="121"/>
                    <a:pt x="119" y="106"/>
                  </a:cubicBezTo>
                  <a:cubicBezTo>
                    <a:pt x="127" y="96"/>
                    <a:pt x="146" y="121"/>
                    <a:pt x="156" y="114"/>
                  </a:cubicBezTo>
                  <a:cubicBezTo>
                    <a:pt x="169" y="105"/>
                    <a:pt x="171" y="69"/>
                    <a:pt x="171" y="69"/>
                  </a:cubicBezTo>
                  <a:cubicBezTo>
                    <a:pt x="181" y="72"/>
                    <a:pt x="190" y="80"/>
                    <a:pt x="200" y="77"/>
                  </a:cubicBezTo>
                  <a:cubicBezTo>
                    <a:pt x="254" y="62"/>
                    <a:pt x="197" y="53"/>
                    <a:pt x="237" y="32"/>
                  </a:cubicBezTo>
                  <a:cubicBezTo>
                    <a:pt x="251" y="25"/>
                    <a:pt x="267" y="27"/>
                    <a:pt x="282" y="25"/>
                  </a:cubicBezTo>
                  <a:cubicBezTo>
                    <a:pt x="318" y="0"/>
                    <a:pt x="319" y="14"/>
                    <a:pt x="341" y="47"/>
                  </a:cubicBezTo>
                  <a:cubicBezTo>
                    <a:pt x="383" y="34"/>
                    <a:pt x="386" y="32"/>
                    <a:pt x="437" y="40"/>
                  </a:cubicBezTo>
                  <a:cubicBezTo>
                    <a:pt x="441" y="41"/>
                    <a:pt x="477" y="53"/>
                    <a:pt x="481" y="55"/>
                  </a:cubicBezTo>
                  <a:cubicBezTo>
                    <a:pt x="509" y="74"/>
                    <a:pt x="508" y="96"/>
                    <a:pt x="540" y="106"/>
                  </a:cubicBezTo>
                  <a:cubicBezTo>
                    <a:pt x="552" y="143"/>
                    <a:pt x="576" y="141"/>
                    <a:pt x="562" y="180"/>
                  </a:cubicBezTo>
                  <a:cubicBezTo>
                    <a:pt x="565" y="187"/>
                    <a:pt x="573" y="195"/>
                    <a:pt x="570" y="202"/>
                  </a:cubicBezTo>
                  <a:cubicBezTo>
                    <a:pt x="557" y="234"/>
                    <a:pt x="521" y="200"/>
                    <a:pt x="570" y="232"/>
                  </a:cubicBezTo>
                  <a:cubicBezTo>
                    <a:pt x="530" y="258"/>
                    <a:pt x="556" y="251"/>
                    <a:pt x="570" y="291"/>
                  </a:cubicBezTo>
                  <a:cubicBezTo>
                    <a:pt x="553" y="337"/>
                    <a:pt x="583" y="344"/>
                    <a:pt x="607" y="380"/>
                  </a:cubicBezTo>
                  <a:cubicBezTo>
                    <a:pt x="627" y="464"/>
                    <a:pt x="581" y="433"/>
                    <a:pt x="481" y="439"/>
                  </a:cubicBezTo>
                  <a:cubicBezTo>
                    <a:pt x="250" y="434"/>
                    <a:pt x="205" y="457"/>
                    <a:pt x="53" y="409"/>
                  </a:cubicBezTo>
                  <a:cubicBezTo>
                    <a:pt x="25" y="390"/>
                    <a:pt x="37" y="400"/>
                    <a:pt x="16" y="380"/>
                  </a:cubicBezTo>
                  <a:lnTo>
                    <a:pt x="241" y="638"/>
                  </a:lnTo>
                  <a:lnTo>
                    <a:pt x="67" y="38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7" name="Group 118"/>
          <p:cNvGrpSpPr>
            <a:grpSpLocks/>
          </p:cNvGrpSpPr>
          <p:nvPr/>
        </p:nvGrpSpPr>
        <p:grpSpPr bwMode="auto">
          <a:xfrm>
            <a:off x="3357554" y="4857760"/>
            <a:ext cx="490538" cy="1143000"/>
            <a:chOff x="1536" y="3312"/>
            <a:chExt cx="309" cy="720"/>
          </a:xfrm>
        </p:grpSpPr>
        <p:sp>
          <p:nvSpPr>
            <p:cNvPr id="78" name="Freeform 108"/>
            <p:cNvSpPr>
              <a:spLocks/>
            </p:cNvSpPr>
            <p:nvPr/>
          </p:nvSpPr>
          <p:spPr bwMode="auto">
            <a:xfrm rot="240000" flipH="1">
              <a:off x="1697" y="3754"/>
              <a:ext cx="148" cy="274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Freeform 109"/>
            <p:cNvSpPr>
              <a:spLocks/>
            </p:cNvSpPr>
            <p:nvPr/>
          </p:nvSpPr>
          <p:spPr bwMode="auto">
            <a:xfrm>
              <a:off x="1536" y="3754"/>
              <a:ext cx="139" cy="278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Freeform 110"/>
            <p:cNvSpPr>
              <a:spLocks/>
            </p:cNvSpPr>
            <p:nvPr/>
          </p:nvSpPr>
          <p:spPr bwMode="auto">
            <a:xfrm flipH="1">
              <a:off x="1591" y="3440"/>
              <a:ext cx="207" cy="352"/>
            </a:xfrm>
            <a:custGeom>
              <a:avLst/>
              <a:gdLst>
                <a:gd name="T0" fmla="*/ 315 w 675"/>
                <a:gd name="T1" fmla="*/ 1111 h 1154"/>
                <a:gd name="T2" fmla="*/ 367 w 675"/>
                <a:gd name="T3" fmla="*/ 912 h 1154"/>
                <a:gd name="T4" fmla="*/ 374 w 675"/>
                <a:gd name="T5" fmla="*/ 875 h 1154"/>
                <a:gd name="T6" fmla="*/ 381 w 675"/>
                <a:gd name="T7" fmla="*/ 897 h 1154"/>
                <a:gd name="T8" fmla="*/ 396 w 675"/>
                <a:gd name="T9" fmla="*/ 941 h 1154"/>
                <a:gd name="T10" fmla="*/ 440 w 675"/>
                <a:gd name="T11" fmla="*/ 1119 h 1154"/>
                <a:gd name="T12" fmla="*/ 573 w 675"/>
                <a:gd name="T13" fmla="*/ 1111 h 1154"/>
                <a:gd name="T14" fmla="*/ 588 w 675"/>
                <a:gd name="T15" fmla="*/ 594 h 1154"/>
                <a:gd name="T16" fmla="*/ 647 w 675"/>
                <a:gd name="T17" fmla="*/ 240 h 1154"/>
                <a:gd name="T18" fmla="*/ 603 w 675"/>
                <a:gd name="T19" fmla="*/ 63 h 1154"/>
                <a:gd name="T20" fmla="*/ 300 w 675"/>
                <a:gd name="T21" fmla="*/ 48 h 1154"/>
                <a:gd name="T22" fmla="*/ 197 w 675"/>
                <a:gd name="T23" fmla="*/ 63 h 1154"/>
                <a:gd name="T24" fmla="*/ 152 w 675"/>
                <a:gd name="T25" fmla="*/ 92 h 1154"/>
                <a:gd name="T26" fmla="*/ 101 w 675"/>
                <a:gd name="T27" fmla="*/ 181 h 1154"/>
                <a:gd name="T28" fmla="*/ 138 w 675"/>
                <a:gd name="T29" fmla="*/ 513 h 1154"/>
                <a:gd name="T30" fmla="*/ 152 w 675"/>
                <a:gd name="T31" fmla="*/ 557 h 1154"/>
                <a:gd name="T32" fmla="*/ 160 w 675"/>
                <a:gd name="T33" fmla="*/ 580 h 1154"/>
                <a:gd name="T34" fmla="*/ 315 w 675"/>
                <a:gd name="T35" fmla="*/ 1111 h 115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75"/>
                <a:gd name="T55" fmla="*/ 0 h 1154"/>
                <a:gd name="T56" fmla="*/ 675 w 675"/>
                <a:gd name="T57" fmla="*/ 1154 h 115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75" h="1154">
                  <a:moveTo>
                    <a:pt x="315" y="1111"/>
                  </a:moveTo>
                  <a:cubicBezTo>
                    <a:pt x="336" y="1044"/>
                    <a:pt x="302" y="955"/>
                    <a:pt x="367" y="912"/>
                  </a:cubicBezTo>
                  <a:cubicBezTo>
                    <a:pt x="369" y="900"/>
                    <a:pt x="365" y="884"/>
                    <a:pt x="374" y="875"/>
                  </a:cubicBezTo>
                  <a:cubicBezTo>
                    <a:pt x="379" y="869"/>
                    <a:pt x="379" y="890"/>
                    <a:pt x="381" y="897"/>
                  </a:cubicBezTo>
                  <a:cubicBezTo>
                    <a:pt x="401" y="955"/>
                    <a:pt x="377" y="883"/>
                    <a:pt x="396" y="941"/>
                  </a:cubicBezTo>
                  <a:cubicBezTo>
                    <a:pt x="400" y="986"/>
                    <a:pt x="386" y="1099"/>
                    <a:pt x="440" y="1119"/>
                  </a:cubicBezTo>
                  <a:cubicBezTo>
                    <a:pt x="484" y="1116"/>
                    <a:pt x="561" y="1154"/>
                    <a:pt x="573" y="1111"/>
                  </a:cubicBezTo>
                  <a:cubicBezTo>
                    <a:pt x="621" y="945"/>
                    <a:pt x="556" y="763"/>
                    <a:pt x="588" y="594"/>
                  </a:cubicBezTo>
                  <a:cubicBezTo>
                    <a:pt x="595" y="477"/>
                    <a:pt x="611" y="353"/>
                    <a:pt x="647" y="240"/>
                  </a:cubicBezTo>
                  <a:cubicBezTo>
                    <a:pt x="644" y="173"/>
                    <a:pt x="675" y="86"/>
                    <a:pt x="603" y="63"/>
                  </a:cubicBezTo>
                  <a:cubicBezTo>
                    <a:pt x="510" y="0"/>
                    <a:pt x="442" y="44"/>
                    <a:pt x="300" y="48"/>
                  </a:cubicBezTo>
                  <a:cubicBezTo>
                    <a:pt x="278" y="50"/>
                    <a:pt x="225" y="47"/>
                    <a:pt x="197" y="63"/>
                  </a:cubicBezTo>
                  <a:cubicBezTo>
                    <a:pt x="181" y="72"/>
                    <a:pt x="152" y="92"/>
                    <a:pt x="152" y="92"/>
                  </a:cubicBezTo>
                  <a:cubicBezTo>
                    <a:pt x="132" y="123"/>
                    <a:pt x="121" y="152"/>
                    <a:pt x="101" y="181"/>
                  </a:cubicBezTo>
                  <a:cubicBezTo>
                    <a:pt x="104" y="285"/>
                    <a:pt x="74" y="418"/>
                    <a:pt x="138" y="513"/>
                  </a:cubicBezTo>
                  <a:cubicBezTo>
                    <a:pt x="143" y="528"/>
                    <a:pt x="147" y="542"/>
                    <a:pt x="152" y="557"/>
                  </a:cubicBezTo>
                  <a:cubicBezTo>
                    <a:pt x="155" y="565"/>
                    <a:pt x="160" y="580"/>
                    <a:pt x="160" y="580"/>
                  </a:cubicBezTo>
                  <a:cubicBezTo>
                    <a:pt x="167" y="1114"/>
                    <a:pt x="0" y="1131"/>
                    <a:pt x="315" y="111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Freeform 111"/>
            <p:cNvSpPr>
              <a:spLocks/>
            </p:cNvSpPr>
            <p:nvPr/>
          </p:nvSpPr>
          <p:spPr bwMode="auto">
            <a:xfrm rot="21358603" flipH="1">
              <a:off x="1734" y="3476"/>
              <a:ext cx="82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Freeform 112"/>
            <p:cNvSpPr>
              <a:spLocks/>
            </p:cNvSpPr>
            <p:nvPr/>
          </p:nvSpPr>
          <p:spPr bwMode="auto">
            <a:xfrm rot="300000">
              <a:off x="1556" y="3456"/>
              <a:ext cx="74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Freeform 113"/>
            <p:cNvSpPr>
              <a:spLocks/>
            </p:cNvSpPr>
            <p:nvPr/>
          </p:nvSpPr>
          <p:spPr bwMode="auto">
            <a:xfrm flipH="1">
              <a:off x="1621" y="3315"/>
              <a:ext cx="119" cy="165"/>
            </a:xfrm>
            <a:custGeom>
              <a:avLst/>
              <a:gdLst>
                <a:gd name="T0" fmla="*/ 336 w 936"/>
                <a:gd name="T1" fmla="*/ 1112 h 1152"/>
                <a:gd name="T2" fmla="*/ 384 w 936"/>
                <a:gd name="T3" fmla="*/ 872 h 1152"/>
                <a:gd name="T4" fmla="*/ 192 w 936"/>
                <a:gd name="T5" fmla="*/ 824 h 1152"/>
                <a:gd name="T6" fmla="*/ 0 w 936"/>
                <a:gd name="T7" fmla="*/ 536 h 1152"/>
                <a:gd name="T8" fmla="*/ 192 w 936"/>
                <a:gd name="T9" fmla="*/ 104 h 1152"/>
                <a:gd name="T10" fmla="*/ 624 w 936"/>
                <a:gd name="T11" fmla="*/ 56 h 1152"/>
                <a:gd name="T12" fmla="*/ 912 w 936"/>
                <a:gd name="T13" fmla="*/ 440 h 1152"/>
                <a:gd name="T14" fmla="*/ 768 w 936"/>
                <a:gd name="T15" fmla="*/ 824 h 1152"/>
                <a:gd name="T16" fmla="*/ 576 w 936"/>
                <a:gd name="T17" fmla="*/ 872 h 1152"/>
                <a:gd name="T18" fmla="*/ 672 w 936"/>
                <a:gd name="T19" fmla="*/ 1112 h 1152"/>
                <a:gd name="T20" fmla="*/ 336 w 936"/>
                <a:gd name="T21" fmla="*/ 1112 h 1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36"/>
                <a:gd name="T34" fmla="*/ 0 h 1152"/>
                <a:gd name="T35" fmla="*/ 936 w 936"/>
                <a:gd name="T36" fmla="*/ 1152 h 11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36" h="1152">
                  <a:moveTo>
                    <a:pt x="336" y="1112"/>
                  </a:moveTo>
                  <a:cubicBezTo>
                    <a:pt x="288" y="1072"/>
                    <a:pt x="408" y="920"/>
                    <a:pt x="384" y="872"/>
                  </a:cubicBezTo>
                  <a:cubicBezTo>
                    <a:pt x="360" y="824"/>
                    <a:pt x="256" y="880"/>
                    <a:pt x="192" y="824"/>
                  </a:cubicBezTo>
                  <a:cubicBezTo>
                    <a:pt x="128" y="768"/>
                    <a:pt x="0" y="656"/>
                    <a:pt x="0" y="536"/>
                  </a:cubicBezTo>
                  <a:cubicBezTo>
                    <a:pt x="0" y="416"/>
                    <a:pt x="88" y="184"/>
                    <a:pt x="192" y="104"/>
                  </a:cubicBezTo>
                  <a:cubicBezTo>
                    <a:pt x="296" y="24"/>
                    <a:pt x="504" y="0"/>
                    <a:pt x="624" y="56"/>
                  </a:cubicBezTo>
                  <a:cubicBezTo>
                    <a:pt x="744" y="112"/>
                    <a:pt x="888" y="312"/>
                    <a:pt x="912" y="440"/>
                  </a:cubicBezTo>
                  <a:cubicBezTo>
                    <a:pt x="936" y="568"/>
                    <a:pt x="824" y="752"/>
                    <a:pt x="768" y="824"/>
                  </a:cubicBezTo>
                  <a:cubicBezTo>
                    <a:pt x="712" y="896"/>
                    <a:pt x="592" y="824"/>
                    <a:pt x="576" y="872"/>
                  </a:cubicBezTo>
                  <a:cubicBezTo>
                    <a:pt x="560" y="920"/>
                    <a:pt x="712" y="1072"/>
                    <a:pt x="672" y="1112"/>
                  </a:cubicBezTo>
                  <a:cubicBezTo>
                    <a:pt x="632" y="1152"/>
                    <a:pt x="384" y="1152"/>
                    <a:pt x="336" y="111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Freeform 114"/>
            <p:cNvSpPr>
              <a:spLocks/>
            </p:cNvSpPr>
            <p:nvPr/>
          </p:nvSpPr>
          <p:spPr bwMode="auto">
            <a:xfrm flipH="1">
              <a:off x="1624" y="3431"/>
              <a:ext cx="112" cy="64"/>
            </a:xfrm>
            <a:custGeom>
              <a:avLst/>
              <a:gdLst>
                <a:gd name="T0" fmla="*/ 101 w 406"/>
                <a:gd name="T1" fmla="*/ 0 h 313"/>
                <a:gd name="T2" fmla="*/ 35 w 406"/>
                <a:gd name="T3" fmla="*/ 236 h 313"/>
                <a:gd name="T4" fmla="*/ 396 w 406"/>
                <a:gd name="T5" fmla="*/ 244 h 313"/>
                <a:gd name="T6" fmla="*/ 374 w 406"/>
                <a:gd name="T7" fmla="*/ 222 h 313"/>
                <a:gd name="T8" fmla="*/ 359 w 406"/>
                <a:gd name="T9" fmla="*/ 192 h 313"/>
                <a:gd name="T10" fmla="*/ 315 w 406"/>
                <a:gd name="T11" fmla="*/ 118 h 313"/>
                <a:gd name="T12" fmla="*/ 300 w 406"/>
                <a:gd name="T13" fmla="*/ 7 h 313"/>
                <a:gd name="T14" fmla="*/ 101 w 406"/>
                <a:gd name="T15" fmla="*/ 0 h 3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6"/>
                <a:gd name="T25" fmla="*/ 0 h 313"/>
                <a:gd name="T26" fmla="*/ 406 w 406"/>
                <a:gd name="T27" fmla="*/ 313 h 3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6" h="313">
                  <a:moveTo>
                    <a:pt x="101" y="0"/>
                  </a:moveTo>
                  <a:cubicBezTo>
                    <a:pt x="96" y="81"/>
                    <a:pt x="97" y="174"/>
                    <a:pt x="35" y="236"/>
                  </a:cubicBezTo>
                  <a:cubicBezTo>
                    <a:pt x="148" y="313"/>
                    <a:pt x="80" y="273"/>
                    <a:pt x="396" y="244"/>
                  </a:cubicBezTo>
                  <a:cubicBezTo>
                    <a:pt x="406" y="243"/>
                    <a:pt x="380" y="230"/>
                    <a:pt x="374" y="222"/>
                  </a:cubicBezTo>
                  <a:cubicBezTo>
                    <a:pt x="368" y="213"/>
                    <a:pt x="364" y="202"/>
                    <a:pt x="359" y="192"/>
                  </a:cubicBezTo>
                  <a:cubicBezTo>
                    <a:pt x="344" y="166"/>
                    <a:pt x="333" y="143"/>
                    <a:pt x="315" y="118"/>
                  </a:cubicBezTo>
                  <a:cubicBezTo>
                    <a:pt x="304" y="82"/>
                    <a:pt x="334" y="22"/>
                    <a:pt x="300" y="7"/>
                  </a:cubicBezTo>
                  <a:cubicBezTo>
                    <a:pt x="283" y="0"/>
                    <a:pt x="0" y="0"/>
                    <a:pt x="101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Freeform 115"/>
            <p:cNvSpPr>
              <a:spLocks/>
            </p:cNvSpPr>
            <p:nvPr/>
          </p:nvSpPr>
          <p:spPr bwMode="auto">
            <a:xfrm flipH="1">
              <a:off x="1647" y="3690"/>
              <a:ext cx="92" cy="92"/>
            </a:xfrm>
            <a:custGeom>
              <a:avLst/>
              <a:gdLst>
                <a:gd name="T0" fmla="*/ 128 w 396"/>
                <a:gd name="T1" fmla="*/ 445 h 459"/>
                <a:gd name="T2" fmla="*/ 239 w 396"/>
                <a:gd name="T3" fmla="*/ 267 h 459"/>
                <a:gd name="T4" fmla="*/ 283 w 396"/>
                <a:gd name="T5" fmla="*/ 334 h 459"/>
                <a:gd name="T6" fmla="*/ 298 w 396"/>
                <a:gd name="T7" fmla="*/ 356 h 459"/>
                <a:gd name="T8" fmla="*/ 312 w 396"/>
                <a:gd name="T9" fmla="*/ 378 h 459"/>
                <a:gd name="T10" fmla="*/ 342 w 396"/>
                <a:gd name="T11" fmla="*/ 452 h 459"/>
                <a:gd name="T12" fmla="*/ 364 w 396"/>
                <a:gd name="T13" fmla="*/ 459 h 459"/>
                <a:gd name="T14" fmla="*/ 394 w 396"/>
                <a:gd name="T15" fmla="*/ 312 h 459"/>
                <a:gd name="T16" fmla="*/ 386 w 396"/>
                <a:gd name="T17" fmla="*/ 105 h 459"/>
                <a:gd name="T18" fmla="*/ 194 w 396"/>
                <a:gd name="T19" fmla="*/ 1 h 459"/>
                <a:gd name="T20" fmla="*/ 32 w 396"/>
                <a:gd name="T21" fmla="*/ 9 h 459"/>
                <a:gd name="T22" fmla="*/ 24 w 396"/>
                <a:gd name="T23" fmla="*/ 31 h 459"/>
                <a:gd name="T24" fmla="*/ 2 w 396"/>
                <a:gd name="T25" fmla="*/ 105 h 459"/>
                <a:gd name="T26" fmla="*/ 10 w 396"/>
                <a:gd name="T27" fmla="*/ 334 h 459"/>
                <a:gd name="T28" fmla="*/ 113 w 396"/>
                <a:gd name="T29" fmla="*/ 422 h 459"/>
                <a:gd name="T30" fmla="*/ 128 w 396"/>
                <a:gd name="T31" fmla="*/ 445 h 45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96"/>
                <a:gd name="T49" fmla="*/ 0 h 459"/>
                <a:gd name="T50" fmla="*/ 396 w 396"/>
                <a:gd name="T51" fmla="*/ 459 h 45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96" h="459">
                  <a:moveTo>
                    <a:pt x="128" y="445"/>
                  </a:moveTo>
                  <a:cubicBezTo>
                    <a:pt x="140" y="380"/>
                    <a:pt x="183" y="304"/>
                    <a:pt x="239" y="267"/>
                  </a:cubicBezTo>
                  <a:cubicBezTo>
                    <a:pt x="273" y="319"/>
                    <a:pt x="258" y="297"/>
                    <a:pt x="283" y="334"/>
                  </a:cubicBezTo>
                  <a:cubicBezTo>
                    <a:pt x="288" y="341"/>
                    <a:pt x="293" y="349"/>
                    <a:pt x="298" y="356"/>
                  </a:cubicBezTo>
                  <a:cubicBezTo>
                    <a:pt x="303" y="363"/>
                    <a:pt x="312" y="378"/>
                    <a:pt x="312" y="378"/>
                  </a:cubicBezTo>
                  <a:cubicBezTo>
                    <a:pt x="315" y="389"/>
                    <a:pt x="334" y="444"/>
                    <a:pt x="342" y="452"/>
                  </a:cubicBezTo>
                  <a:cubicBezTo>
                    <a:pt x="347" y="457"/>
                    <a:pt x="357" y="457"/>
                    <a:pt x="364" y="459"/>
                  </a:cubicBezTo>
                  <a:cubicBezTo>
                    <a:pt x="382" y="411"/>
                    <a:pt x="377" y="360"/>
                    <a:pt x="394" y="312"/>
                  </a:cubicBezTo>
                  <a:cubicBezTo>
                    <a:pt x="391" y="243"/>
                    <a:pt x="396" y="173"/>
                    <a:pt x="386" y="105"/>
                  </a:cubicBezTo>
                  <a:cubicBezTo>
                    <a:pt x="374" y="24"/>
                    <a:pt x="253" y="17"/>
                    <a:pt x="194" y="1"/>
                  </a:cubicBezTo>
                  <a:cubicBezTo>
                    <a:pt x="140" y="4"/>
                    <a:pt x="85" y="0"/>
                    <a:pt x="32" y="9"/>
                  </a:cubicBezTo>
                  <a:cubicBezTo>
                    <a:pt x="24" y="10"/>
                    <a:pt x="27" y="24"/>
                    <a:pt x="24" y="31"/>
                  </a:cubicBezTo>
                  <a:cubicBezTo>
                    <a:pt x="16" y="56"/>
                    <a:pt x="11" y="81"/>
                    <a:pt x="2" y="105"/>
                  </a:cubicBezTo>
                  <a:cubicBezTo>
                    <a:pt x="5" y="181"/>
                    <a:pt x="0" y="258"/>
                    <a:pt x="10" y="334"/>
                  </a:cubicBezTo>
                  <a:cubicBezTo>
                    <a:pt x="16" y="382"/>
                    <a:pt x="80" y="401"/>
                    <a:pt x="113" y="422"/>
                  </a:cubicBezTo>
                  <a:cubicBezTo>
                    <a:pt x="118" y="430"/>
                    <a:pt x="128" y="445"/>
                    <a:pt x="128" y="44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Freeform 116"/>
            <p:cNvSpPr>
              <a:spLocks/>
            </p:cNvSpPr>
            <p:nvPr/>
          </p:nvSpPr>
          <p:spPr bwMode="auto">
            <a:xfrm flipH="1">
              <a:off x="1619" y="3312"/>
              <a:ext cx="132" cy="118"/>
            </a:xfrm>
            <a:custGeom>
              <a:avLst/>
              <a:gdLst>
                <a:gd name="T0" fmla="*/ 67 w 627"/>
                <a:gd name="T1" fmla="*/ 387 h 638"/>
                <a:gd name="T2" fmla="*/ 31 w 627"/>
                <a:gd name="T3" fmla="*/ 306 h 638"/>
                <a:gd name="T4" fmla="*/ 60 w 627"/>
                <a:gd name="T5" fmla="*/ 298 h 638"/>
                <a:gd name="T6" fmla="*/ 75 w 627"/>
                <a:gd name="T7" fmla="*/ 239 h 638"/>
                <a:gd name="T8" fmla="*/ 67 w 627"/>
                <a:gd name="T9" fmla="*/ 217 h 638"/>
                <a:gd name="T10" fmla="*/ 82 w 627"/>
                <a:gd name="T11" fmla="*/ 195 h 638"/>
                <a:gd name="T12" fmla="*/ 90 w 627"/>
                <a:gd name="T13" fmla="*/ 173 h 638"/>
                <a:gd name="T14" fmla="*/ 112 w 627"/>
                <a:gd name="T15" fmla="*/ 165 h 638"/>
                <a:gd name="T16" fmla="*/ 119 w 627"/>
                <a:gd name="T17" fmla="*/ 106 h 638"/>
                <a:gd name="T18" fmla="*/ 156 w 627"/>
                <a:gd name="T19" fmla="*/ 114 h 638"/>
                <a:gd name="T20" fmla="*/ 171 w 627"/>
                <a:gd name="T21" fmla="*/ 69 h 638"/>
                <a:gd name="T22" fmla="*/ 200 w 627"/>
                <a:gd name="T23" fmla="*/ 77 h 638"/>
                <a:gd name="T24" fmla="*/ 237 w 627"/>
                <a:gd name="T25" fmla="*/ 32 h 638"/>
                <a:gd name="T26" fmla="*/ 282 w 627"/>
                <a:gd name="T27" fmla="*/ 25 h 638"/>
                <a:gd name="T28" fmla="*/ 341 w 627"/>
                <a:gd name="T29" fmla="*/ 47 h 638"/>
                <a:gd name="T30" fmla="*/ 437 w 627"/>
                <a:gd name="T31" fmla="*/ 40 h 638"/>
                <a:gd name="T32" fmla="*/ 481 w 627"/>
                <a:gd name="T33" fmla="*/ 55 h 638"/>
                <a:gd name="T34" fmla="*/ 540 w 627"/>
                <a:gd name="T35" fmla="*/ 106 h 638"/>
                <a:gd name="T36" fmla="*/ 562 w 627"/>
                <a:gd name="T37" fmla="*/ 180 h 638"/>
                <a:gd name="T38" fmla="*/ 570 w 627"/>
                <a:gd name="T39" fmla="*/ 202 h 638"/>
                <a:gd name="T40" fmla="*/ 570 w 627"/>
                <a:gd name="T41" fmla="*/ 232 h 638"/>
                <a:gd name="T42" fmla="*/ 570 w 627"/>
                <a:gd name="T43" fmla="*/ 291 h 638"/>
                <a:gd name="T44" fmla="*/ 607 w 627"/>
                <a:gd name="T45" fmla="*/ 380 h 638"/>
                <a:gd name="T46" fmla="*/ 481 w 627"/>
                <a:gd name="T47" fmla="*/ 439 h 638"/>
                <a:gd name="T48" fmla="*/ 53 w 627"/>
                <a:gd name="T49" fmla="*/ 409 h 638"/>
                <a:gd name="T50" fmla="*/ 16 w 627"/>
                <a:gd name="T51" fmla="*/ 380 h 638"/>
                <a:gd name="T52" fmla="*/ 241 w 627"/>
                <a:gd name="T53" fmla="*/ 638 h 638"/>
                <a:gd name="T54" fmla="*/ 67 w 627"/>
                <a:gd name="T55" fmla="*/ 387 h 63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27"/>
                <a:gd name="T85" fmla="*/ 0 h 638"/>
                <a:gd name="T86" fmla="*/ 627 w 627"/>
                <a:gd name="T87" fmla="*/ 638 h 63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27" h="638">
                  <a:moveTo>
                    <a:pt x="67" y="387"/>
                  </a:moveTo>
                  <a:cubicBezTo>
                    <a:pt x="27" y="374"/>
                    <a:pt x="0" y="363"/>
                    <a:pt x="31" y="306"/>
                  </a:cubicBezTo>
                  <a:cubicBezTo>
                    <a:pt x="36" y="297"/>
                    <a:pt x="50" y="301"/>
                    <a:pt x="60" y="298"/>
                  </a:cubicBezTo>
                  <a:cubicBezTo>
                    <a:pt x="21" y="259"/>
                    <a:pt x="48" y="279"/>
                    <a:pt x="75" y="239"/>
                  </a:cubicBezTo>
                  <a:cubicBezTo>
                    <a:pt x="72" y="232"/>
                    <a:pt x="66" y="225"/>
                    <a:pt x="67" y="217"/>
                  </a:cubicBezTo>
                  <a:cubicBezTo>
                    <a:pt x="68" y="208"/>
                    <a:pt x="78" y="203"/>
                    <a:pt x="82" y="195"/>
                  </a:cubicBezTo>
                  <a:cubicBezTo>
                    <a:pt x="86" y="188"/>
                    <a:pt x="84" y="179"/>
                    <a:pt x="90" y="173"/>
                  </a:cubicBezTo>
                  <a:cubicBezTo>
                    <a:pt x="96" y="167"/>
                    <a:pt x="105" y="168"/>
                    <a:pt x="112" y="165"/>
                  </a:cubicBezTo>
                  <a:cubicBezTo>
                    <a:pt x="114" y="145"/>
                    <a:pt x="106" y="121"/>
                    <a:pt x="119" y="106"/>
                  </a:cubicBezTo>
                  <a:cubicBezTo>
                    <a:pt x="127" y="96"/>
                    <a:pt x="146" y="121"/>
                    <a:pt x="156" y="114"/>
                  </a:cubicBezTo>
                  <a:cubicBezTo>
                    <a:pt x="169" y="105"/>
                    <a:pt x="171" y="69"/>
                    <a:pt x="171" y="69"/>
                  </a:cubicBezTo>
                  <a:cubicBezTo>
                    <a:pt x="181" y="72"/>
                    <a:pt x="190" y="80"/>
                    <a:pt x="200" y="77"/>
                  </a:cubicBezTo>
                  <a:cubicBezTo>
                    <a:pt x="254" y="62"/>
                    <a:pt x="197" y="53"/>
                    <a:pt x="237" y="32"/>
                  </a:cubicBezTo>
                  <a:cubicBezTo>
                    <a:pt x="251" y="25"/>
                    <a:pt x="267" y="27"/>
                    <a:pt x="282" y="25"/>
                  </a:cubicBezTo>
                  <a:cubicBezTo>
                    <a:pt x="318" y="0"/>
                    <a:pt x="319" y="14"/>
                    <a:pt x="341" y="47"/>
                  </a:cubicBezTo>
                  <a:cubicBezTo>
                    <a:pt x="383" y="34"/>
                    <a:pt x="386" y="32"/>
                    <a:pt x="437" y="40"/>
                  </a:cubicBezTo>
                  <a:cubicBezTo>
                    <a:pt x="441" y="41"/>
                    <a:pt x="477" y="53"/>
                    <a:pt x="481" y="55"/>
                  </a:cubicBezTo>
                  <a:cubicBezTo>
                    <a:pt x="509" y="74"/>
                    <a:pt x="508" y="96"/>
                    <a:pt x="540" y="106"/>
                  </a:cubicBezTo>
                  <a:cubicBezTo>
                    <a:pt x="552" y="143"/>
                    <a:pt x="576" y="141"/>
                    <a:pt x="562" y="180"/>
                  </a:cubicBezTo>
                  <a:cubicBezTo>
                    <a:pt x="565" y="187"/>
                    <a:pt x="573" y="195"/>
                    <a:pt x="570" y="202"/>
                  </a:cubicBezTo>
                  <a:cubicBezTo>
                    <a:pt x="557" y="234"/>
                    <a:pt x="521" y="200"/>
                    <a:pt x="570" y="232"/>
                  </a:cubicBezTo>
                  <a:cubicBezTo>
                    <a:pt x="530" y="258"/>
                    <a:pt x="556" y="251"/>
                    <a:pt x="570" y="291"/>
                  </a:cubicBezTo>
                  <a:cubicBezTo>
                    <a:pt x="553" y="337"/>
                    <a:pt x="583" y="344"/>
                    <a:pt x="607" y="380"/>
                  </a:cubicBezTo>
                  <a:cubicBezTo>
                    <a:pt x="627" y="464"/>
                    <a:pt x="581" y="433"/>
                    <a:pt x="481" y="439"/>
                  </a:cubicBezTo>
                  <a:cubicBezTo>
                    <a:pt x="250" y="434"/>
                    <a:pt x="205" y="457"/>
                    <a:pt x="53" y="409"/>
                  </a:cubicBezTo>
                  <a:cubicBezTo>
                    <a:pt x="25" y="390"/>
                    <a:pt x="37" y="400"/>
                    <a:pt x="16" y="380"/>
                  </a:cubicBezTo>
                  <a:lnTo>
                    <a:pt x="241" y="638"/>
                  </a:lnTo>
                  <a:lnTo>
                    <a:pt x="67" y="38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7" name="Group 118"/>
          <p:cNvGrpSpPr>
            <a:grpSpLocks/>
          </p:cNvGrpSpPr>
          <p:nvPr/>
        </p:nvGrpSpPr>
        <p:grpSpPr bwMode="auto">
          <a:xfrm>
            <a:off x="2928926" y="4929198"/>
            <a:ext cx="490538" cy="1143000"/>
            <a:chOff x="1536" y="3312"/>
            <a:chExt cx="309" cy="720"/>
          </a:xfrm>
        </p:grpSpPr>
        <p:sp>
          <p:nvSpPr>
            <p:cNvPr id="88" name="Freeform 108"/>
            <p:cNvSpPr>
              <a:spLocks/>
            </p:cNvSpPr>
            <p:nvPr/>
          </p:nvSpPr>
          <p:spPr bwMode="auto">
            <a:xfrm rot="240000" flipH="1">
              <a:off x="1697" y="3754"/>
              <a:ext cx="148" cy="274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Freeform 109"/>
            <p:cNvSpPr>
              <a:spLocks/>
            </p:cNvSpPr>
            <p:nvPr/>
          </p:nvSpPr>
          <p:spPr bwMode="auto">
            <a:xfrm>
              <a:off x="1536" y="3754"/>
              <a:ext cx="139" cy="278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0" name="Freeform 110"/>
            <p:cNvSpPr>
              <a:spLocks/>
            </p:cNvSpPr>
            <p:nvPr/>
          </p:nvSpPr>
          <p:spPr bwMode="auto">
            <a:xfrm flipH="1">
              <a:off x="1591" y="3440"/>
              <a:ext cx="207" cy="352"/>
            </a:xfrm>
            <a:custGeom>
              <a:avLst/>
              <a:gdLst>
                <a:gd name="T0" fmla="*/ 315 w 675"/>
                <a:gd name="T1" fmla="*/ 1111 h 1154"/>
                <a:gd name="T2" fmla="*/ 367 w 675"/>
                <a:gd name="T3" fmla="*/ 912 h 1154"/>
                <a:gd name="T4" fmla="*/ 374 w 675"/>
                <a:gd name="T5" fmla="*/ 875 h 1154"/>
                <a:gd name="T6" fmla="*/ 381 w 675"/>
                <a:gd name="T7" fmla="*/ 897 h 1154"/>
                <a:gd name="T8" fmla="*/ 396 w 675"/>
                <a:gd name="T9" fmla="*/ 941 h 1154"/>
                <a:gd name="T10" fmla="*/ 440 w 675"/>
                <a:gd name="T11" fmla="*/ 1119 h 1154"/>
                <a:gd name="T12" fmla="*/ 573 w 675"/>
                <a:gd name="T13" fmla="*/ 1111 h 1154"/>
                <a:gd name="T14" fmla="*/ 588 w 675"/>
                <a:gd name="T15" fmla="*/ 594 h 1154"/>
                <a:gd name="T16" fmla="*/ 647 w 675"/>
                <a:gd name="T17" fmla="*/ 240 h 1154"/>
                <a:gd name="T18" fmla="*/ 603 w 675"/>
                <a:gd name="T19" fmla="*/ 63 h 1154"/>
                <a:gd name="T20" fmla="*/ 300 w 675"/>
                <a:gd name="T21" fmla="*/ 48 h 1154"/>
                <a:gd name="T22" fmla="*/ 197 w 675"/>
                <a:gd name="T23" fmla="*/ 63 h 1154"/>
                <a:gd name="T24" fmla="*/ 152 w 675"/>
                <a:gd name="T25" fmla="*/ 92 h 1154"/>
                <a:gd name="T26" fmla="*/ 101 w 675"/>
                <a:gd name="T27" fmla="*/ 181 h 1154"/>
                <a:gd name="T28" fmla="*/ 138 w 675"/>
                <a:gd name="T29" fmla="*/ 513 h 1154"/>
                <a:gd name="T30" fmla="*/ 152 w 675"/>
                <a:gd name="T31" fmla="*/ 557 h 1154"/>
                <a:gd name="T32" fmla="*/ 160 w 675"/>
                <a:gd name="T33" fmla="*/ 580 h 1154"/>
                <a:gd name="T34" fmla="*/ 315 w 675"/>
                <a:gd name="T35" fmla="*/ 1111 h 115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75"/>
                <a:gd name="T55" fmla="*/ 0 h 1154"/>
                <a:gd name="T56" fmla="*/ 675 w 675"/>
                <a:gd name="T57" fmla="*/ 1154 h 115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75" h="1154">
                  <a:moveTo>
                    <a:pt x="315" y="1111"/>
                  </a:moveTo>
                  <a:cubicBezTo>
                    <a:pt x="336" y="1044"/>
                    <a:pt x="302" y="955"/>
                    <a:pt x="367" y="912"/>
                  </a:cubicBezTo>
                  <a:cubicBezTo>
                    <a:pt x="369" y="900"/>
                    <a:pt x="365" y="884"/>
                    <a:pt x="374" y="875"/>
                  </a:cubicBezTo>
                  <a:cubicBezTo>
                    <a:pt x="379" y="869"/>
                    <a:pt x="379" y="890"/>
                    <a:pt x="381" y="897"/>
                  </a:cubicBezTo>
                  <a:cubicBezTo>
                    <a:pt x="401" y="955"/>
                    <a:pt x="377" y="883"/>
                    <a:pt x="396" y="941"/>
                  </a:cubicBezTo>
                  <a:cubicBezTo>
                    <a:pt x="400" y="986"/>
                    <a:pt x="386" y="1099"/>
                    <a:pt x="440" y="1119"/>
                  </a:cubicBezTo>
                  <a:cubicBezTo>
                    <a:pt x="484" y="1116"/>
                    <a:pt x="561" y="1154"/>
                    <a:pt x="573" y="1111"/>
                  </a:cubicBezTo>
                  <a:cubicBezTo>
                    <a:pt x="621" y="945"/>
                    <a:pt x="556" y="763"/>
                    <a:pt x="588" y="594"/>
                  </a:cubicBezTo>
                  <a:cubicBezTo>
                    <a:pt x="595" y="477"/>
                    <a:pt x="611" y="353"/>
                    <a:pt x="647" y="240"/>
                  </a:cubicBezTo>
                  <a:cubicBezTo>
                    <a:pt x="644" y="173"/>
                    <a:pt x="675" y="86"/>
                    <a:pt x="603" y="63"/>
                  </a:cubicBezTo>
                  <a:cubicBezTo>
                    <a:pt x="510" y="0"/>
                    <a:pt x="442" y="44"/>
                    <a:pt x="300" y="48"/>
                  </a:cubicBezTo>
                  <a:cubicBezTo>
                    <a:pt x="278" y="50"/>
                    <a:pt x="225" y="47"/>
                    <a:pt x="197" y="63"/>
                  </a:cubicBezTo>
                  <a:cubicBezTo>
                    <a:pt x="181" y="72"/>
                    <a:pt x="152" y="92"/>
                    <a:pt x="152" y="92"/>
                  </a:cubicBezTo>
                  <a:cubicBezTo>
                    <a:pt x="132" y="123"/>
                    <a:pt x="121" y="152"/>
                    <a:pt x="101" y="181"/>
                  </a:cubicBezTo>
                  <a:cubicBezTo>
                    <a:pt x="104" y="285"/>
                    <a:pt x="74" y="418"/>
                    <a:pt x="138" y="513"/>
                  </a:cubicBezTo>
                  <a:cubicBezTo>
                    <a:pt x="143" y="528"/>
                    <a:pt x="147" y="542"/>
                    <a:pt x="152" y="557"/>
                  </a:cubicBezTo>
                  <a:cubicBezTo>
                    <a:pt x="155" y="565"/>
                    <a:pt x="160" y="580"/>
                    <a:pt x="160" y="580"/>
                  </a:cubicBezTo>
                  <a:cubicBezTo>
                    <a:pt x="167" y="1114"/>
                    <a:pt x="0" y="1131"/>
                    <a:pt x="315" y="111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Freeform 111"/>
            <p:cNvSpPr>
              <a:spLocks/>
            </p:cNvSpPr>
            <p:nvPr/>
          </p:nvSpPr>
          <p:spPr bwMode="auto">
            <a:xfrm rot="21358603" flipH="1">
              <a:off x="1734" y="3476"/>
              <a:ext cx="82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Freeform 112"/>
            <p:cNvSpPr>
              <a:spLocks/>
            </p:cNvSpPr>
            <p:nvPr/>
          </p:nvSpPr>
          <p:spPr bwMode="auto">
            <a:xfrm rot="300000">
              <a:off x="1556" y="3456"/>
              <a:ext cx="74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3" name="Freeform 113"/>
            <p:cNvSpPr>
              <a:spLocks/>
            </p:cNvSpPr>
            <p:nvPr/>
          </p:nvSpPr>
          <p:spPr bwMode="auto">
            <a:xfrm flipH="1">
              <a:off x="1621" y="3315"/>
              <a:ext cx="119" cy="165"/>
            </a:xfrm>
            <a:custGeom>
              <a:avLst/>
              <a:gdLst>
                <a:gd name="T0" fmla="*/ 336 w 936"/>
                <a:gd name="T1" fmla="*/ 1112 h 1152"/>
                <a:gd name="T2" fmla="*/ 384 w 936"/>
                <a:gd name="T3" fmla="*/ 872 h 1152"/>
                <a:gd name="T4" fmla="*/ 192 w 936"/>
                <a:gd name="T5" fmla="*/ 824 h 1152"/>
                <a:gd name="T6" fmla="*/ 0 w 936"/>
                <a:gd name="T7" fmla="*/ 536 h 1152"/>
                <a:gd name="T8" fmla="*/ 192 w 936"/>
                <a:gd name="T9" fmla="*/ 104 h 1152"/>
                <a:gd name="T10" fmla="*/ 624 w 936"/>
                <a:gd name="T11" fmla="*/ 56 h 1152"/>
                <a:gd name="T12" fmla="*/ 912 w 936"/>
                <a:gd name="T13" fmla="*/ 440 h 1152"/>
                <a:gd name="T14" fmla="*/ 768 w 936"/>
                <a:gd name="T15" fmla="*/ 824 h 1152"/>
                <a:gd name="T16" fmla="*/ 576 w 936"/>
                <a:gd name="T17" fmla="*/ 872 h 1152"/>
                <a:gd name="T18" fmla="*/ 672 w 936"/>
                <a:gd name="T19" fmla="*/ 1112 h 1152"/>
                <a:gd name="T20" fmla="*/ 336 w 936"/>
                <a:gd name="T21" fmla="*/ 1112 h 1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36"/>
                <a:gd name="T34" fmla="*/ 0 h 1152"/>
                <a:gd name="T35" fmla="*/ 936 w 936"/>
                <a:gd name="T36" fmla="*/ 1152 h 11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36" h="1152">
                  <a:moveTo>
                    <a:pt x="336" y="1112"/>
                  </a:moveTo>
                  <a:cubicBezTo>
                    <a:pt x="288" y="1072"/>
                    <a:pt x="408" y="920"/>
                    <a:pt x="384" y="872"/>
                  </a:cubicBezTo>
                  <a:cubicBezTo>
                    <a:pt x="360" y="824"/>
                    <a:pt x="256" y="880"/>
                    <a:pt x="192" y="824"/>
                  </a:cubicBezTo>
                  <a:cubicBezTo>
                    <a:pt x="128" y="768"/>
                    <a:pt x="0" y="656"/>
                    <a:pt x="0" y="536"/>
                  </a:cubicBezTo>
                  <a:cubicBezTo>
                    <a:pt x="0" y="416"/>
                    <a:pt x="88" y="184"/>
                    <a:pt x="192" y="104"/>
                  </a:cubicBezTo>
                  <a:cubicBezTo>
                    <a:pt x="296" y="24"/>
                    <a:pt x="504" y="0"/>
                    <a:pt x="624" y="56"/>
                  </a:cubicBezTo>
                  <a:cubicBezTo>
                    <a:pt x="744" y="112"/>
                    <a:pt x="888" y="312"/>
                    <a:pt x="912" y="440"/>
                  </a:cubicBezTo>
                  <a:cubicBezTo>
                    <a:pt x="936" y="568"/>
                    <a:pt x="824" y="752"/>
                    <a:pt x="768" y="824"/>
                  </a:cubicBezTo>
                  <a:cubicBezTo>
                    <a:pt x="712" y="896"/>
                    <a:pt x="592" y="824"/>
                    <a:pt x="576" y="872"/>
                  </a:cubicBezTo>
                  <a:cubicBezTo>
                    <a:pt x="560" y="920"/>
                    <a:pt x="712" y="1072"/>
                    <a:pt x="672" y="1112"/>
                  </a:cubicBezTo>
                  <a:cubicBezTo>
                    <a:pt x="632" y="1152"/>
                    <a:pt x="384" y="1152"/>
                    <a:pt x="336" y="111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Freeform 114"/>
            <p:cNvSpPr>
              <a:spLocks/>
            </p:cNvSpPr>
            <p:nvPr/>
          </p:nvSpPr>
          <p:spPr bwMode="auto">
            <a:xfrm flipH="1">
              <a:off x="1624" y="3431"/>
              <a:ext cx="112" cy="64"/>
            </a:xfrm>
            <a:custGeom>
              <a:avLst/>
              <a:gdLst>
                <a:gd name="T0" fmla="*/ 101 w 406"/>
                <a:gd name="T1" fmla="*/ 0 h 313"/>
                <a:gd name="T2" fmla="*/ 35 w 406"/>
                <a:gd name="T3" fmla="*/ 236 h 313"/>
                <a:gd name="T4" fmla="*/ 396 w 406"/>
                <a:gd name="T5" fmla="*/ 244 h 313"/>
                <a:gd name="T6" fmla="*/ 374 w 406"/>
                <a:gd name="T7" fmla="*/ 222 h 313"/>
                <a:gd name="T8" fmla="*/ 359 w 406"/>
                <a:gd name="T9" fmla="*/ 192 h 313"/>
                <a:gd name="T10" fmla="*/ 315 w 406"/>
                <a:gd name="T11" fmla="*/ 118 h 313"/>
                <a:gd name="T12" fmla="*/ 300 w 406"/>
                <a:gd name="T13" fmla="*/ 7 h 313"/>
                <a:gd name="T14" fmla="*/ 101 w 406"/>
                <a:gd name="T15" fmla="*/ 0 h 3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6"/>
                <a:gd name="T25" fmla="*/ 0 h 313"/>
                <a:gd name="T26" fmla="*/ 406 w 406"/>
                <a:gd name="T27" fmla="*/ 313 h 3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6" h="313">
                  <a:moveTo>
                    <a:pt x="101" y="0"/>
                  </a:moveTo>
                  <a:cubicBezTo>
                    <a:pt x="96" y="81"/>
                    <a:pt x="97" y="174"/>
                    <a:pt x="35" y="236"/>
                  </a:cubicBezTo>
                  <a:cubicBezTo>
                    <a:pt x="148" y="313"/>
                    <a:pt x="80" y="273"/>
                    <a:pt x="396" y="244"/>
                  </a:cubicBezTo>
                  <a:cubicBezTo>
                    <a:pt x="406" y="243"/>
                    <a:pt x="380" y="230"/>
                    <a:pt x="374" y="222"/>
                  </a:cubicBezTo>
                  <a:cubicBezTo>
                    <a:pt x="368" y="213"/>
                    <a:pt x="364" y="202"/>
                    <a:pt x="359" y="192"/>
                  </a:cubicBezTo>
                  <a:cubicBezTo>
                    <a:pt x="344" y="166"/>
                    <a:pt x="333" y="143"/>
                    <a:pt x="315" y="118"/>
                  </a:cubicBezTo>
                  <a:cubicBezTo>
                    <a:pt x="304" y="82"/>
                    <a:pt x="334" y="22"/>
                    <a:pt x="300" y="7"/>
                  </a:cubicBezTo>
                  <a:cubicBezTo>
                    <a:pt x="283" y="0"/>
                    <a:pt x="0" y="0"/>
                    <a:pt x="101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Freeform 115"/>
            <p:cNvSpPr>
              <a:spLocks/>
            </p:cNvSpPr>
            <p:nvPr/>
          </p:nvSpPr>
          <p:spPr bwMode="auto">
            <a:xfrm flipH="1">
              <a:off x="1647" y="3690"/>
              <a:ext cx="92" cy="92"/>
            </a:xfrm>
            <a:custGeom>
              <a:avLst/>
              <a:gdLst>
                <a:gd name="T0" fmla="*/ 128 w 396"/>
                <a:gd name="T1" fmla="*/ 445 h 459"/>
                <a:gd name="T2" fmla="*/ 239 w 396"/>
                <a:gd name="T3" fmla="*/ 267 h 459"/>
                <a:gd name="T4" fmla="*/ 283 w 396"/>
                <a:gd name="T5" fmla="*/ 334 h 459"/>
                <a:gd name="T6" fmla="*/ 298 w 396"/>
                <a:gd name="T7" fmla="*/ 356 h 459"/>
                <a:gd name="T8" fmla="*/ 312 w 396"/>
                <a:gd name="T9" fmla="*/ 378 h 459"/>
                <a:gd name="T10" fmla="*/ 342 w 396"/>
                <a:gd name="T11" fmla="*/ 452 h 459"/>
                <a:gd name="T12" fmla="*/ 364 w 396"/>
                <a:gd name="T13" fmla="*/ 459 h 459"/>
                <a:gd name="T14" fmla="*/ 394 w 396"/>
                <a:gd name="T15" fmla="*/ 312 h 459"/>
                <a:gd name="T16" fmla="*/ 386 w 396"/>
                <a:gd name="T17" fmla="*/ 105 h 459"/>
                <a:gd name="T18" fmla="*/ 194 w 396"/>
                <a:gd name="T19" fmla="*/ 1 h 459"/>
                <a:gd name="T20" fmla="*/ 32 w 396"/>
                <a:gd name="T21" fmla="*/ 9 h 459"/>
                <a:gd name="T22" fmla="*/ 24 w 396"/>
                <a:gd name="T23" fmla="*/ 31 h 459"/>
                <a:gd name="T24" fmla="*/ 2 w 396"/>
                <a:gd name="T25" fmla="*/ 105 h 459"/>
                <a:gd name="T26" fmla="*/ 10 w 396"/>
                <a:gd name="T27" fmla="*/ 334 h 459"/>
                <a:gd name="T28" fmla="*/ 113 w 396"/>
                <a:gd name="T29" fmla="*/ 422 h 459"/>
                <a:gd name="T30" fmla="*/ 128 w 396"/>
                <a:gd name="T31" fmla="*/ 445 h 45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96"/>
                <a:gd name="T49" fmla="*/ 0 h 459"/>
                <a:gd name="T50" fmla="*/ 396 w 396"/>
                <a:gd name="T51" fmla="*/ 459 h 45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96" h="459">
                  <a:moveTo>
                    <a:pt x="128" y="445"/>
                  </a:moveTo>
                  <a:cubicBezTo>
                    <a:pt x="140" y="380"/>
                    <a:pt x="183" y="304"/>
                    <a:pt x="239" y="267"/>
                  </a:cubicBezTo>
                  <a:cubicBezTo>
                    <a:pt x="273" y="319"/>
                    <a:pt x="258" y="297"/>
                    <a:pt x="283" y="334"/>
                  </a:cubicBezTo>
                  <a:cubicBezTo>
                    <a:pt x="288" y="341"/>
                    <a:pt x="293" y="349"/>
                    <a:pt x="298" y="356"/>
                  </a:cubicBezTo>
                  <a:cubicBezTo>
                    <a:pt x="303" y="363"/>
                    <a:pt x="312" y="378"/>
                    <a:pt x="312" y="378"/>
                  </a:cubicBezTo>
                  <a:cubicBezTo>
                    <a:pt x="315" y="389"/>
                    <a:pt x="334" y="444"/>
                    <a:pt x="342" y="452"/>
                  </a:cubicBezTo>
                  <a:cubicBezTo>
                    <a:pt x="347" y="457"/>
                    <a:pt x="357" y="457"/>
                    <a:pt x="364" y="459"/>
                  </a:cubicBezTo>
                  <a:cubicBezTo>
                    <a:pt x="382" y="411"/>
                    <a:pt x="377" y="360"/>
                    <a:pt x="394" y="312"/>
                  </a:cubicBezTo>
                  <a:cubicBezTo>
                    <a:pt x="391" y="243"/>
                    <a:pt x="396" y="173"/>
                    <a:pt x="386" y="105"/>
                  </a:cubicBezTo>
                  <a:cubicBezTo>
                    <a:pt x="374" y="24"/>
                    <a:pt x="253" y="17"/>
                    <a:pt x="194" y="1"/>
                  </a:cubicBezTo>
                  <a:cubicBezTo>
                    <a:pt x="140" y="4"/>
                    <a:pt x="85" y="0"/>
                    <a:pt x="32" y="9"/>
                  </a:cubicBezTo>
                  <a:cubicBezTo>
                    <a:pt x="24" y="10"/>
                    <a:pt x="27" y="24"/>
                    <a:pt x="24" y="31"/>
                  </a:cubicBezTo>
                  <a:cubicBezTo>
                    <a:pt x="16" y="56"/>
                    <a:pt x="11" y="81"/>
                    <a:pt x="2" y="105"/>
                  </a:cubicBezTo>
                  <a:cubicBezTo>
                    <a:pt x="5" y="181"/>
                    <a:pt x="0" y="258"/>
                    <a:pt x="10" y="334"/>
                  </a:cubicBezTo>
                  <a:cubicBezTo>
                    <a:pt x="16" y="382"/>
                    <a:pt x="80" y="401"/>
                    <a:pt x="113" y="422"/>
                  </a:cubicBezTo>
                  <a:cubicBezTo>
                    <a:pt x="118" y="430"/>
                    <a:pt x="128" y="445"/>
                    <a:pt x="128" y="44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Freeform 116"/>
            <p:cNvSpPr>
              <a:spLocks/>
            </p:cNvSpPr>
            <p:nvPr/>
          </p:nvSpPr>
          <p:spPr bwMode="auto">
            <a:xfrm flipH="1">
              <a:off x="1619" y="3312"/>
              <a:ext cx="132" cy="118"/>
            </a:xfrm>
            <a:custGeom>
              <a:avLst/>
              <a:gdLst>
                <a:gd name="T0" fmla="*/ 67 w 627"/>
                <a:gd name="T1" fmla="*/ 387 h 638"/>
                <a:gd name="T2" fmla="*/ 31 w 627"/>
                <a:gd name="T3" fmla="*/ 306 h 638"/>
                <a:gd name="T4" fmla="*/ 60 w 627"/>
                <a:gd name="T5" fmla="*/ 298 h 638"/>
                <a:gd name="T6" fmla="*/ 75 w 627"/>
                <a:gd name="T7" fmla="*/ 239 h 638"/>
                <a:gd name="T8" fmla="*/ 67 w 627"/>
                <a:gd name="T9" fmla="*/ 217 h 638"/>
                <a:gd name="T10" fmla="*/ 82 w 627"/>
                <a:gd name="T11" fmla="*/ 195 h 638"/>
                <a:gd name="T12" fmla="*/ 90 w 627"/>
                <a:gd name="T13" fmla="*/ 173 h 638"/>
                <a:gd name="T14" fmla="*/ 112 w 627"/>
                <a:gd name="T15" fmla="*/ 165 h 638"/>
                <a:gd name="T16" fmla="*/ 119 w 627"/>
                <a:gd name="T17" fmla="*/ 106 h 638"/>
                <a:gd name="T18" fmla="*/ 156 w 627"/>
                <a:gd name="T19" fmla="*/ 114 h 638"/>
                <a:gd name="T20" fmla="*/ 171 w 627"/>
                <a:gd name="T21" fmla="*/ 69 h 638"/>
                <a:gd name="T22" fmla="*/ 200 w 627"/>
                <a:gd name="T23" fmla="*/ 77 h 638"/>
                <a:gd name="T24" fmla="*/ 237 w 627"/>
                <a:gd name="T25" fmla="*/ 32 h 638"/>
                <a:gd name="T26" fmla="*/ 282 w 627"/>
                <a:gd name="T27" fmla="*/ 25 h 638"/>
                <a:gd name="T28" fmla="*/ 341 w 627"/>
                <a:gd name="T29" fmla="*/ 47 h 638"/>
                <a:gd name="T30" fmla="*/ 437 w 627"/>
                <a:gd name="T31" fmla="*/ 40 h 638"/>
                <a:gd name="T32" fmla="*/ 481 w 627"/>
                <a:gd name="T33" fmla="*/ 55 h 638"/>
                <a:gd name="T34" fmla="*/ 540 w 627"/>
                <a:gd name="T35" fmla="*/ 106 h 638"/>
                <a:gd name="T36" fmla="*/ 562 w 627"/>
                <a:gd name="T37" fmla="*/ 180 h 638"/>
                <a:gd name="T38" fmla="*/ 570 w 627"/>
                <a:gd name="T39" fmla="*/ 202 h 638"/>
                <a:gd name="T40" fmla="*/ 570 w 627"/>
                <a:gd name="T41" fmla="*/ 232 h 638"/>
                <a:gd name="T42" fmla="*/ 570 w 627"/>
                <a:gd name="T43" fmla="*/ 291 h 638"/>
                <a:gd name="T44" fmla="*/ 607 w 627"/>
                <a:gd name="T45" fmla="*/ 380 h 638"/>
                <a:gd name="T46" fmla="*/ 481 w 627"/>
                <a:gd name="T47" fmla="*/ 439 h 638"/>
                <a:gd name="T48" fmla="*/ 53 w 627"/>
                <a:gd name="T49" fmla="*/ 409 h 638"/>
                <a:gd name="T50" fmla="*/ 16 w 627"/>
                <a:gd name="T51" fmla="*/ 380 h 638"/>
                <a:gd name="T52" fmla="*/ 241 w 627"/>
                <a:gd name="T53" fmla="*/ 638 h 638"/>
                <a:gd name="T54" fmla="*/ 67 w 627"/>
                <a:gd name="T55" fmla="*/ 387 h 63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27"/>
                <a:gd name="T85" fmla="*/ 0 h 638"/>
                <a:gd name="T86" fmla="*/ 627 w 627"/>
                <a:gd name="T87" fmla="*/ 638 h 63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27" h="638">
                  <a:moveTo>
                    <a:pt x="67" y="387"/>
                  </a:moveTo>
                  <a:cubicBezTo>
                    <a:pt x="27" y="374"/>
                    <a:pt x="0" y="363"/>
                    <a:pt x="31" y="306"/>
                  </a:cubicBezTo>
                  <a:cubicBezTo>
                    <a:pt x="36" y="297"/>
                    <a:pt x="50" y="301"/>
                    <a:pt x="60" y="298"/>
                  </a:cubicBezTo>
                  <a:cubicBezTo>
                    <a:pt x="21" y="259"/>
                    <a:pt x="48" y="279"/>
                    <a:pt x="75" y="239"/>
                  </a:cubicBezTo>
                  <a:cubicBezTo>
                    <a:pt x="72" y="232"/>
                    <a:pt x="66" y="225"/>
                    <a:pt x="67" y="217"/>
                  </a:cubicBezTo>
                  <a:cubicBezTo>
                    <a:pt x="68" y="208"/>
                    <a:pt x="78" y="203"/>
                    <a:pt x="82" y="195"/>
                  </a:cubicBezTo>
                  <a:cubicBezTo>
                    <a:pt x="86" y="188"/>
                    <a:pt x="84" y="179"/>
                    <a:pt x="90" y="173"/>
                  </a:cubicBezTo>
                  <a:cubicBezTo>
                    <a:pt x="96" y="167"/>
                    <a:pt x="105" y="168"/>
                    <a:pt x="112" y="165"/>
                  </a:cubicBezTo>
                  <a:cubicBezTo>
                    <a:pt x="114" y="145"/>
                    <a:pt x="106" y="121"/>
                    <a:pt x="119" y="106"/>
                  </a:cubicBezTo>
                  <a:cubicBezTo>
                    <a:pt x="127" y="96"/>
                    <a:pt x="146" y="121"/>
                    <a:pt x="156" y="114"/>
                  </a:cubicBezTo>
                  <a:cubicBezTo>
                    <a:pt x="169" y="105"/>
                    <a:pt x="171" y="69"/>
                    <a:pt x="171" y="69"/>
                  </a:cubicBezTo>
                  <a:cubicBezTo>
                    <a:pt x="181" y="72"/>
                    <a:pt x="190" y="80"/>
                    <a:pt x="200" y="77"/>
                  </a:cubicBezTo>
                  <a:cubicBezTo>
                    <a:pt x="254" y="62"/>
                    <a:pt x="197" y="53"/>
                    <a:pt x="237" y="32"/>
                  </a:cubicBezTo>
                  <a:cubicBezTo>
                    <a:pt x="251" y="25"/>
                    <a:pt x="267" y="27"/>
                    <a:pt x="282" y="25"/>
                  </a:cubicBezTo>
                  <a:cubicBezTo>
                    <a:pt x="318" y="0"/>
                    <a:pt x="319" y="14"/>
                    <a:pt x="341" y="47"/>
                  </a:cubicBezTo>
                  <a:cubicBezTo>
                    <a:pt x="383" y="34"/>
                    <a:pt x="386" y="32"/>
                    <a:pt x="437" y="40"/>
                  </a:cubicBezTo>
                  <a:cubicBezTo>
                    <a:pt x="441" y="41"/>
                    <a:pt x="477" y="53"/>
                    <a:pt x="481" y="55"/>
                  </a:cubicBezTo>
                  <a:cubicBezTo>
                    <a:pt x="509" y="74"/>
                    <a:pt x="508" y="96"/>
                    <a:pt x="540" y="106"/>
                  </a:cubicBezTo>
                  <a:cubicBezTo>
                    <a:pt x="552" y="143"/>
                    <a:pt x="576" y="141"/>
                    <a:pt x="562" y="180"/>
                  </a:cubicBezTo>
                  <a:cubicBezTo>
                    <a:pt x="565" y="187"/>
                    <a:pt x="573" y="195"/>
                    <a:pt x="570" y="202"/>
                  </a:cubicBezTo>
                  <a:cubicBezTo>
                    <a:pt x="557" y="234"/>
                    <a:pt x="521" y="200"/>
                    <a:pt x="570" y="232"/>
                  </a:cubicBezTo>
                  <a:cubicBezTo>
                    <a:pt x="530" y="258"/>
                    <a:pt x="556" y="251"/>
                    <a:pt x="570" y="291"/>
                  </a:cubicBezTo>
                  <a:cubicBezTo>
                    <a:pt x="553" y="337"/>
                    <a:pt x="583" y="344"/>
                    <a:pt x="607" y="380"/>
                  </a:cubicBezTo>
                  <a:cubicBezTo>
                    <a:pt x="627" y="464"/>
                    <a:pt x="581" y="433"/>
                    <a:pt x="481" y="439"/>
                  </a:cubicBezTo>
                  <a:cubicBezTo>
                    <a:pt x="250" y="434"/>
                    <a:pt x="205" y="457"/>
                    <a:pt x="53" y="409"/>
                  </a:cubicBezTo>
                  <a:cubicBezTo>
                    <a:pt x="25" y="390"/>
                    <a:pt x="37" y="400"/>
                    <a:pt x="16" y="380"/>
                  </a:cubicBezTo>
                  <a:lnTo>
                    <a:pt x="241" y="638"/>
                  </a:lnTo>
                  <a:lnTo>
                    <a:pt x="67" y="38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7" name="Group 118"/>
          <p:cNvGrpSpPr>
            <a:grpSpLocks/>
          </p:cNvGrpSpPr>
          <p:nvPr/>
        </p:nvGrpSpPr>
        <p:grpSpPr bwMode="auto">
          <a:xfrm>
            <a:off x="1428728" y="5429264"/>
            <a:ext cx="490538" cy="1143000"/>
            <a:chOff x="1536" y="3312"/>
            <a:chExt cx="309" cy="720"/>
          </a:xfrm>
        </p:grpSpPr>
        <p:sp>
          <p:nvSpPr>
            <p:cNvPr id="98" name="Freeform 108"/>
            <p:cNvSpPr>
              <a:spLocks/>
            </p:cNvSpPr>
            <p:nvPr/>
          </p:nvSpPr>
          <p:spPr bwMode="auto">
            <a:xfrm rot="240000" flipH="1">
              <a:off x="1697" y="3754"/>
              <a:ext cx="148" cy="274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auto">
            <a:xfrm>
              <a:off x="1536" y="3754"/>
              <a:ext cx="139" cy="278"/>
            </a:xfrm>
            <a:custGeom>
              <a:avLst/>
              <a:gdLst>
                <a:gd name="T0" fmla="*/ 849 w 1626"/>
                <a:gd name="T1" fmla="*/ 1460 h 3027"/>
                <a:gd name="T2" fmla="*/ 812 w 1626"/>
                <a:gd name="T3" fmla="*/ 1932 h 3027"/>
                <a:gd name="T4" fmla="*/ 731 w 1626"/>
                <a:gd name="T5" fmla="*/ 2494 h 3027"/>
                <a:gd name="T6" fmla="*/ 724 w 1626"/>
                <a:gd name="T7" fmla="*/ 2516 h 3027"/>
                <a:gd name="T8" fmla="*/ 701 w 1626"/>
                <a:gd name="T9" fmla="*/ 2523 h 3027"/>
                <a:gd name="T10" fmla="*/ 635 w 1626"/>
                <a:gd name="T11" fmla="*/ 2575 h 3027"/>
                <a:gd name="T12" fmla="*/ 598 w 1626"/>
                <a:gd name="T13" fmla="*/ 2604 h 3027"/>
                <a:gd name="T14" fmla="*/ 576 w 1626"/>
                <a:gd name="T15" fmla="*/ 2626 h 3027"/>
                <a:gd name="T16" fmla="*/ 465 w 1626"/>
                <a:gd name="T17" fmla="*/ 2678 h 3027"/>
                <a:gd name="T18" fmla="*/ 406 w 1626"/>
                <a:gd name="T19" fmla="*/ 2700 h 3027"/>
                <a:gd name="T20" fmla="*/ 376 w 1626"/>
                <a:gd name="T21" fmla="*/ 2722 h 3027"/>
                <a:gd name="T22" fmla="*/ 273 w 1626"/>
                <a:gd name="T23" fmla="*/ 2745 h 3027"/>
                <a:gd name="T24" fmla="*/ 148 w 1626"/>
                <a:gd name="T25" fmla="*/ 2767 h 3027"/>
                <a:gd name="T26" fmla="*/ 96 w 1626"/>
                <a:gd name="T27" fmla="*/ 2782 h 3027"/>
                <a:gd name="T28" fmla="*/ 44 w 1626"/>
                <a:gd name="T29" fmla="*/ 2811 h 3027"/>
                <a:gd name="T30" fmla="*/ 0 w 1626"/>
                <a:gd name="T31" fmla="*/ 2885 h 3027"/>
                <a:gd name="T32" fmla="*/ 177 w 1626"/>
                <a:gd name="T33" fmla="*/ 2988 h 3027"/>
                <a:gd name="T34" fmla="*/ 679 w 1626"/>
                <a:gd name="T35" fmla="*/ 2996 h 3027"/>
                <a:gd name="T36" fmla="*/ 1004 w 1626"/>
                <a:gd name="T37" fmla="*/ 2988 h 3027"/>
                <a:gd name="T38" fmla="*/ 1071 w 1626"/>
                <a:gd name="T39" fmla="*/ 2951 h 3027"/>
                <a:gd name="T40" fmla="*/ 1122 w 1626"/>
                <a:gd name="T41" fmla="*/ 2892 h 3027"/>
                <a:gd name="T42" fmla="*/ 1167 w 1626"/>
                <a:gd name="T43" fmla="*/ 2774 h 3027"/>
                <a:gd name="T44" fmla="*/ 1285 w 1626"/>
                <a:gd name="T45" fmla="*/ 2228 h 3027"/>
                <a:gd name="T46" fmla="*/ 1314 w 1626"/>
                <a:gd name="T47" fmla="*/ 1622 h 3027"/>
                <a:gd name="T48" fmla="*/ 1359 w 1626"/>
                <a:gd name="T49" fmla="*/ 1445 h 3027"/>
                <a:gd name="T50" fmla="*/ 1418 w 1626"/>
                <a:gd name="T51" fmla="*/ 1231 h 3027"/>
                <a:gd name="T52" fmla="*/ 1432 w 1626"/>
                <a:gd name="T53" fmla="*/ 1186 h 3027"/>
                <a:gd name="T54" fmla="*/ 1462 w 1626"/>
                <a:gd name="T55" fmla="*/ 1113 h 3027"/>
                <a:gd name="T56" fmla="*/ 1506 w 1626"/>
                <a:gd name="T57" fmla="*/ 965 h 3027"/>
                <a:gd name="T58" fmla="*/ 1536 w 1626"/>
                <a:gd name="T59" fmla="*/ 854 h 3027"/>
                <a:gd name="T60" fmla="*/ 1573 w 1626"/>
                <a:gd name="T61" fmla="*/ 463 h 3027"/>
                <a:gd name="T62" fmla="*/ 1573 w 1626"/>
                <a:gd name="T63" fmla="*/ 27 h 3027"/>
                <a:gd name="T64" fmla="*/ 1506 w 1626"/>
                <a:gd name="T65" fmla="*/ 5 h 3027"/>
                <a:gd name="T66" fmla="*/ 1048 w 1626"/>
                <a:gd name="T67" fmla="*/ 12 h 3027"/>
                <a:gd name="T68" fmla="*/ 1034 w 1626"/>
                <a:gd name="T69" fmla="*/ 42 h 3027"/>
                <a:gd name="T70" fmla="*/ 1012 w 1626"/>
                <a:gd name="T71" fmla="*/ 167 h 3027"/>
                <a:gd name="T72" fmla="*/ 893 w 1626"/>
                <a:gd name="T73" fmla="*/ 1090 h 3027"/>
                <a:gd name="T74" fmla="*/ 849 w 1626"/>
                <a:gd name="T75" fmla="*/ 1460 h 302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26"/>
                <a:gd name="T115" fmla="*/ 0 h 3027"/>
                <a:gd name="T116" fmla="*/ 1626 w 1626"/>
                <a:gd name="T117" fmla="*/ 3027 h 302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26" h="3027">
                  <a:moveTo>
                    <a:pt x="849" y="1460"/>
                  </a:moveTo>
                  <a:cubicBezTo>
                    <a:pt x="844" y="1615"/>
                    <a:pt x="854" y="1781"/>
                    <a:pt x="812" y="1932"/>
                  </a:cubicBezTo>
                  <a:cubicBezTo>
                    <a:pt x="808" y="2130"/>
                    <a:pt x="841" y="2325"/>
                    <a:pt x="731" y="2494"/>
                  </a:cubicBezTo>
                  <a:cubicBezTo>
                    <a:pt x="729" y="2501"/>
                    <a:pt x="730" y="2511"/>
                    <a:pt x="724" y="2516"/>
                  </a:cubicBezTo>
                  <a:cubicBezTo>
                    <a:pt x="718" y="2522"/>
                    <a:pt x="708" y="2519"/>
                    <a:pt x="701" y="2523"/>
                  </a:cubicBezTo>
                  <a:cubicBezTo>
                    <a:pt x="676" y="2535"/>
                    <a:pt x="658" y="2559"/>
                    <a:pt x="635" y="2575"/>
                  </a:cubicBezTo>
                  <a:cubicBezTo>
                    <a:pt x="601" y="2625"/>
                    <a:pt x="641" y="2575"/>
                    <a:pt x="598" y="2604"/>
                  </a:cubicBezTo>
                  <a:cubicBezTo>
                    <a:pt x="589" y="2610"/>
                    <a:pt x="584" y="2619"/>
                    <a:pt x="576" y="2626"/>
                  </a:cubicBezTo>
                  <a:cubicBezTo>
                    <a:pt x="546" y="2651"/>
                    <a:pt x="502" y="2666"/>
                    <a:pt x="465" y="2678"/>
                  </a:cubicBezTo>
                  <a:cubicBezTo>
                    <a:pt x="401" y="2722"/>
                    <a:pt x="496" y="2661"/>
                    <a:pt x="406" y="2700"/>
                  </a:cubicBezTo>
                  <a:cubicBezTo>
                    <a:pt x="395" y="2705"/>
                    <a:pt x="387" y="2716"/>
                    <a:pt x="376" y="2722"/>
                  </a:cubicBezTo>
                  <a:cubicBezTo>
                    <a:pt x="338" y="2743"/>
                    <a:pt x="321" y="2739"/>
                    <a:pt x="273" y="2745"/>
                  </a:cubicBezTo>
                  <a:cubicBezTo>
                    <a:pt x="232" y="2758"/>
                    <a:pt x="190" y="2756"/>
                    <a:pt x="148" y="2767"/>
                  </a:cubicBezTo>
                  <a:cubicBezTo>
                    <a:pt x="131" y="2772"/>
                    <a:pt x="96" y="2782"/>
                    <a:pt x="96" y="2782"/>
                  </a:cubicBezTo>
                  <a:cubicBezTo>
                    <a:pt x="79" y="2793"/>
                    <a:pt x="58" y="2797"/>
                    <a:pt x="44" y="2811"/>
                  </a:cubicBezTo>
                  <a:cubicBezTo>
                    <a:pt x="27" y="2828"/>
                    <a:pt x="11" y="2862"/>
                    <a:pt x="0" y="2885"/>
                  </a:cubicBezTo>
                  <a:cubicBezTo>
                    <a:pt x="16" y="2983"/>
                    <a:pt x="92" y="2968"/>
                    <a:pt x="177" y="2988"/>
                  </a:cubicBezTo>
                  <a:cubicBezTo>
                    <a:pt x="340" y="3027"/>
                    <a:pt x="512" y="2993"/>
                    <a:pt x="679" y="2996"/>
                  </a:cubicBezTo>
                  <a:cubicBezTo>
                    <a:pt x="787" y="2993"/>
                    <a:pt x="896" y="2993"/>
                    <a:pt x="1004" y="2988"/>
                  </a:cubicBezTo>
                  <a:cubicBezTo>
                    <a:pt x="1029" y="2987"/>
                    <a:pt x="1071" y="2951"/>
                    <a:pt x="1071" y="2951"/>
                  </a:cubicBezTo>
                  <a:cubicBezTo>
                    <a:pt x="1087" y="2926"/>
                    <a:pt x="1106" y="2917"/>
                    <a:pt x="1122" y="2892"/>
                  </a:cubicBezTo>
                  <a:cubicBezTo>
                    <a:pt x="1133" y="2852"/>
                    <a:pt x="1148" y="2811"/>
                    <a:pt x="1167" y="2774"/>
                  </a:cubicBezTo>
                  <a:cubicBezTo>
                    <a:pt x="1194" y="2572"/>
                    <a:pt x="1191" y="2410"/>
                    <a:pt x="1285" y="2228"/>
                  </a:cubicBezTo>
                  <a:cubicBezTo>
                    <a:pt x="1322" y="2033"/>
                    <a:pt x="1253" y="1813"/>
                    <a:pt x="1314" y="1622"/>
                  </a:cubicBezTo>
                  <a:cubicBezTo>
                    <a:pt x="1320" y="1570"/>
                    <a:pt x="1328" y="1490"/>
                    <a:pt x="1359" y="1445"/>
                  </a:cubicBezTo>
                  <a:cubicBezTo>
                    <a:pt x="1371" y="1371"/>
                    <a:pt x="1400" y="1303"/>
                    <a:pt x="1418" y="1231"/>
                  </a:cubicBezTo>
                  <a:cubicBezTo>
                    <a:pt x="1422" y="1216"/>
                    <a:pt x="1426" y="1201"/>
                    <a:pt x="1432" y="1186"/>
                  </a:cubicBezTo>
                  <a:cubicBezTo>
                    <a:pt x="1442" y="1162"/>
                    <a:pt x="1462" y="1113"/>
                    <a:pt x="1462" y="1113"/>
                  </a:cubicBezTo>
                  <a:cubicBezTo>
                    <a:pt x="1470" y="1051"/>
                    <a:pt x="1482" y="1027"/>
                    <a:pt x="1506" y="965"/>
                  </a:cubicBezTo>
                  <a:cubicBezTo>
                    <a:pt x="1519" y="932"/>
                    <a:pt x="1523" y="889"/>
                    <a:pt x="1536" y="854"/>
                  </a:cubicBezTo>
                  <a:cubicBezTo>
                    <a:pt x="1538" y="753"/>
                    <a:pt x="1499" y="571"/>
                    <a:pt x="1573" y="463"/>
                  </a:cubicBezTo>
                  <a:cubicBezTo>
                    <a:pt x="1626" y="305"/>
                    <a:pt x="1619" y="341"/>
                    <a:pt x="1573" y="27"/>
                  </a:cubicBezTo>
                  <a:cubicBezTo>
                    <a:pt x="1570" y="4"/>
                    <a:pt x="1506" y="5"/>
                    <a:pt x="1506" y="5"/>
                  </a:cubicBezTo>
                  <a:cubicBezTo>
                    <a:pt x="1353" y="7"/>
                    <a:pt x="1200" y="0"/>
                    <a:pt x="1048" y="12"/>
                  </a:cubicBezTo>
                  <a:cubicBezTo>
                    <a:pt x="1037" y="13"/>
                    <a:pt x="1037" y="32"/>
                    <a:pt x="1034" y="42"/>
                  </a:cubicBezTo>
                  <a:cubicBezTo>
                    <a:pt x="1021" y="82"/>
                    <a:pt x="1012" y="167"/>
                    <a:pt x="1012" y="167"/>
                  </a:cubicBezTo>
                  <a:cubicBezTo>
                    <a:pt x="1006" y="460"/>
                    <a:pt x="1036" y="814"/>
                    <a:pt x="893" y="1090"/>
                  </a:cubicBezTo>
                  <a:cubicBezTo>
                    <a:pt x="861" y="1228"/>
                    <a:pt x="859" y="1277"/>
                    <a:pt x="849" y="14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auto">
            <a:xfrm flipH="1">
              <a:off x="1591" y="3440"/>
              <a:ext cx="207" cy="352"/>
            </a:xfrm>
            <a:custGeom>
              <a:avLst/>
              <a:gdLst>
                <a:gd name="T0" fmla="*/ 315 w 675"/>
                <a:gd name="T1" fmla="*/ 1111 h 1154"/>
                <a:gd name="T2" fmla="*/ 367 w 675"/>
                <a:gd name="T3" fmla="*/ 912 h 1154"/>
                <a:gd name="T4" fmla="*/ 374 w 675"/>
                <a:gd name="T5" fmla="*/ 875 h 1154"/>
                <a:gd name="T6" fmla="*/ 381 w 675"/>
                <a:gd name="T7" fmla="*/ 897 h 1154"/>
                <a:gd name="T8" fmla="*/ 396 w 675"/>
                <a:gd name="T9" fmla="*/ 941 h 1154"/>
                <a:gd name="T10" fmla="*/ 440 w 675"/>
                <a:gd name="T11" fmla="*/ 1119 h 1154"/>
                <a:gd name="T12" fmla="*/ 573 w 675"/>
                <a:gd name="T13" fmla="*/ 1111 h 1154"/>
                <a:gd name="T14" fmla="*/ 588 w 675"/>
                <a:gd name="T15" fmla="*/ 594 h 1154"/>
                <a:gd name="T16" fmla="*/ 647 w 675"/>
                <a:gd name="T17" fmla="*/ 240 h 1154"/>
                <a:gd name="T18" fmla="*/ 603 w 675"/>
                <a:gd name="T19" fmla="*/ 63 h 1154"/>
                <a:gd name="T20" fmla="*/ 300 w 675"/>
                <a:gd name="T21" fmla="*/ 48 h 1154"/>
                <a:gd name="T22" fmla="*/ 197 w 675"/>
                <a:gd name="T23" fmla="*/ 63 h 1154"/>
                <a:gd name="T24" fmla="*/ 152 w 675"/>
                <a:gd name="T25" fmla="*/ 92 h 1154"/>
                <a:gd name="T26" fmla="*/ 101 w 675"/>
                <a:gd name="T27" fmla="*/ 181 h 1154"/>
                <a:gd name="T28" fmla="*/ 138 w 675"/>
                <a:gd name="T29" fmla="*/ 513 h 1154"/>
                <a:gd name="T30" fmla="*/ 152 w 675"/>
                <a:gd name="T31" fmla="*/ 557 h 1154"/>
                <a:gd name="T32" fmla="*/ 160 w 675"/>
                <a:gd name="T33" fmla="*/ 580 h 1154"/>
                <a:gd name="T34" fmla="*/ 315 w 675"/>
                <a:gd name="T35" fmla="*/ 1111 h 115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75"/>
                <a:gd name="T55" fmla="*/ 0 h 1154"/>
                <a:gd name="T56" fmla="*/ 675 w 675"/>
                <a:gd name="T57" fmla="*/ 1154 h 115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75" h="1154">
                  <a:moveTo>
                    <a:pt x="315" y="1111"/>
                  </a:moveTo>
                  <a:cubicBezTo>
                    <a:pt x="336" y="1044"/>
                    <a:pt x="302" y="955"/>
                    <a:pt x="367" y="912"/>
                  </a:cubicBezTo>
                  <a:cubicBezTo>
                    <a:pt x="369" y="900"/>
                    <a:pt x="365" y="884"/>
                    <a:pt x="374" y="875"/>
                  </a:cubicBezTo>
                  <a:cubicBezTo>
                    <a:pt x="379" y="869"/>
                    <a:pt x="379" y="890"/>
                    <a:pt x="381" y="897"/>
                  </a:cubicBezTo>
                  <a:cubicBezTo>
                    <a:pt x="401" y="955"/>
                    <a:pt x="377" y="883"/>
                    <a:pt x="396" y="941"/>
                  </a:cubicBezTo>
                  <a:cubicBezTo>
                    <a:pt x="400" y="986"/>
                    <a:pt x="386" y="1099"/>
                    <a:pt x="440" y="1119"/>
                  </a:cubicBezTo>
                  <a:cubicBezTo>
                    <a:pt x="484" y="1116"/>
                    <a:pt x="561" y="1154"/>
                    <a:pt x="573" y="1111"/>
                  </a:cubicBezTo>
                  <a:cubicBezTo>
                    <a:pt x="621" y="945"/>
                    <a:pt x="556" y="763"/>
                    <a:pt x="588" y="594"/>
                  </a:cubicBezTo>
                  <a:cubicBezTo>
                    <a:pt x="595" y="477"/>
                    <a:pt x="611" y="353"/>
                    <a:pt x="647" y="240"/>
                  </a:cubicBezTo>
                  <a:cubicBezTo>
                    <a:pt x="644" y="173"/>
                    <a:pt x="675" y="86"/>
                    <a:pt x="603" y="63"/>
                  </a:cubicBezTo>
                  <a:cubicBezTo>
                    <a:pt x="510" y="0"/>
                    <a:pt x="442" y="44"/>
                    <a:pt x="300" y="48"/>
                  </a:cubicBezTo>
                  <a:cubicBezTo>
                    <a:pt x="278" y="50"/>
                    <a:pt x="225" y="47"/>
                    <a:pt x="197" y="63"/>
                  </a:cubicBezTo>
                  <a:cubicBezTo>
                    <a:pt x="181" y="72"/>
                    <a:pt x="152" y="92"/>
                    <a:pt x="152" y="92"/>
                  </a:cubicBezTo>
                  <a:cubicBezTo>
                    <a:pt x="132" y="123"/>
                    <a:pt x="121" y="152"/>
                    <a:pt x="101" y="181"/>
                  </a:cubicBezTo>
                  <a:cubicBezTo>
                    <a:pt x="104" y="285"/>
                    <a:pt x="74" y="418"/>
                    <a:pt x="138" y="513"/>
                  </a:cubicBezTo>
                  <a:cubicBezTo>
                    <a:pt x="143" y="528"/>
                    <a:pt x="147" y="542"/>
                    <a:pt x="152" y="557"/>
                  </a:cubicBezTo>
                  <a:cubicBezTo>
                    <a:pt x="155" y="565"/>
                    <a:pt x="160" y="580"/>
                    <a:pt x="160" y="580"/>
                  </a:cubicBezTo>
                  <a:cubicBezTo>
                    <a:pt x="167" y="1114"/>
                    <a:pt x="0" y="1131"/>
                    <a:pt x="315" y="111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auto">
            <a:xfrm rot="21358603" flipH="1">
              <a:off x="1734" y="3476"/>
              <a:ext cx="82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auto">
            <a:xfrm rot="300000">
              <a:off x="1556" y="3456"/>
              <a:ext cx="74" cy="278"/>
            </a:xfrm>
            <a:custGeom>
              <a:avLst/>
              <a:gdLst>
                <a:gd name="T0" fmla="*/ 481 w 827"/>
                <a:gd name="T1" fmla="*/ 60 h 2824"/>
                <a:gd name="T2" fmla="*/ 370 w 827"/>
                <a:gd name="T3" fmla="*/ 179 h 2824"/>
                <a:gd name="T4" fmla="*/ 356 w 827"/>
                <a:gd name="T5" fmla="*/ 201 h 2824"/>
                <a:gd name="T6" fmla="*/ 326 w 827"/>
                <a:gd name="T7" fmla="*/ 223 h 2824"/>
                <a:gd name="T8" fmla="*/ 319 w 827"/>
                <a:gd name="T9" fmla="*/ 252 h 2824"/>
                <a:gd name="T10" fmla="*/ 274 w 827"/>
                <a:gd name="T11" fmla="*/ 319 h 2824"/>
                <a:gd name="T12" fmla="*/ 230 w 827"/>
                <a:gd name="T13" fmla="*/ 415 h 2824"/>
                <a:gd name="T14" fmla="*/ 164 w 827"/>
                <a:gd name="T15" fmla="*/ 629 h 2824"/>
                <a:gd name="T16" fmla="*/ 75 w 827"/>
                <a:gd name="T17" fmla="*/ 969 h 2824"/>
                <a:gd name="T18" fmla="*/ 60 w 827"/>
                <a:gd name="T19" fmla="*/ 1781 h 2824"/>
                <a:gd name="T20" fmla="*/ 23 w 827"/>
                <a:gd name="T21" fmla="*/ 2711 h 2824"/>
                <a:gd name="T22" fmla="*/ 105 w 827"/>
                <a:gd name="T23" fmla="*/ 2800 h 2824"/>
                <a:gd name="T24" fmla="*/ 127 w 827"/>
                <a:gd name="T25" fmla="*/ 2785 h 2824"/>
                <a:gd name="T26" fmla="*/ 186 w 827"/>
                <a:gd name="T27" fmla="*/ 2652 h 2824"/>
                <a:gd name="T28" fmla="*/ 215 w 827"/>
                <a:gd name="T29" fmla="*/ 2608 h 2824"/>
                <a:gd name="T30" fmla="*/ 245 w 827"/>
                <a:gd name="T31" fmla="*/ 2534 h 2824"/>
                <a:gd name="T32" fmla="*/ 267 w 827"/>
                <a:gd name="T33" fmla="*/ 2364 h 2824"/>
                <a:gd name="T34" fmla="*/ 260 w 827"/>
                <a:gd name="T35" fmla="*/ 2652 h 2824"/>
                <a:gd name="T36" fmla="*/ 245 w 827"/>
                <a:gd name="T37" fmla="*/ 2697 h 2824"/>
                <a:gd name="T38" fmla="*/ 311 w 827"/>
                <a:gd name="T39" fmla="*/ 2719 h 2824"/>
                <a:gd name="T40" fmla="*/ 348 w 827"/>
                <a:gd name="T41" fmla="*/ 2645 h 2824"/>
                <a:gd name="T42" fmla="*/ 363 w 827"/>
                <a:gd name="T43" fmla="*/ 2276 h 2824"/>
                <a:gd name="T44" fmla="*/ 370 w 827"/>
                <a:gd name="T45" fmla="*/ 2305 h 2824"/>
                <a:gd name="T46" fmla="*/ 378 w 827"/>
                <a:gd name="T47" fmla="*/ 2342 h 2824"/>
                <a:gd name="T48" fmla="*/ 415 w 827"/>
                <a:gd name="T49" fmla="*/ 2475 h 2824"/>
                <a:gd name="T50" fmla="*/ 452 w 827"/>
                <a:gd name="T51" fmla="*/ 2645 h 2824"/>
                <a:gd name="T52" fmla="*/ 459 w 827"/>
                <a:gd name="T53" fmla="*/ 2689 h 2824"/>
                <a:gd name="T54" fmla="*/ 481 w 827"/>
                <a:gd name="T55" fmla="*/ 2675 h 2824"/>
                <a:gd name="T56" fmla="*/ 503 w 827"/>
                <a:gd name="T57" fmla="*/ 2630 h 2824"/>
                <a:gd name="T58" fmla="*/ 489 w 827"/>
                <a:gd name="T59" fmla="*/ 2387 h 2824"/>
                <a:gd name="T60" fmla="*/ 459 w 827"/>
                <a:gd name="T61" fmla="*/ 2320 h 2824"/>
                <a:gd name="T62" fmla="*/ 452 w 827"/>
                <a:gd name="T63" fmla="*/ 2291 h 2824"/>
                <a:gd name="T64" fmla="*/ 444 w 827"/>
                <a:gd name="T65" fmla="*/ 2268 h 2824"/>
                <a:gd name="T66" fmla="*/ 489 w 827"/>
                <a:gd name="T67" fmla="*/ 2327 h 2824"/>
                <a:gd name="T68" fmla="*/ 503 w 827"/>
                <a:gd name="T69" fmla="*/ 2357 h 2824"/>
                <a:gd name="T70" fmla="*/ 511 w 827"/>
                <a:gd name="T71" fmla="*/ 2387 h 2824"/>
                <a:gd name="T72" fmla="*/ 570 w 827"/>
                <a:gd name="T73" fmla="*/ 2475 h 2824"/>
                <a:gd name="T74" fmla="*/ 614 w 827"/>
                <a:gd name="T75" fmla="*/ 2549 h 2824"/>
                <a:gd name="T76" fmla="*/ 585 w 827"/>
                <a:gd name="T77" fmla="*/ 2350 h 2824"/>
                <a:gd name="T78" fmla="*/ 570 w 827"/>
                <a:gd name="T79" fmla="*/ 2320 h 2824"/>
                <a:gd name="T80" fmla="*/ 540 w 827"/>
                <a:gd name="T81" fmla="*/ 2276 h 2824"/>
                <a:gd name="T82" fmla="*/ 518 w 827"/>
                <a:gd name="T83" fmla="*/ 2231 h 2824"/>
                <a:gd name="T84" fmla="*/ 533 w 827"/>
                <a:gd name="T85" fmla="*/ 2254 h 2824"/>
                <a:gd name="T86" fmla="*/ 592 w 827"/>
                <a:gd name="T87" fmla="*/ 2313 h 2824"/>
                <a:gd name="T88" fmla="*/ 533 w 827"/>
                <a:gd name="T89" fmla="*/ 2135 h 2824"/>
                <a:gd name="T90" fmla="*/ 466 w 827"/>
                <a:gd name="T91" fmla="*/ 1995 h 2824"/>
                <a:gd name="T92" fmla="*/ 393 w 827"/>
                <a:gd name="T93" fmla="*/ 1729 h 2824"/>
                <a:gd name="T94" fmla="*/ 393 w 827"/>
                <a:gd name="T95" fmla="*/ 1190 h 2824"/>
                <a:gd name="T96" fmla="*/ 459 w 827"/>
                <a:gd name="T97" fmla="*/ 924 h 2824"/>
                <a:gd name="T98" fmla="*/ 703 w 827"/>
                <a:gd name="T99" fmla="*/ 503 h 2824"/>
                <a:gd name="T100" fmla="*/ 681 w 827"/>
                <a:gd name="T101" fmla="*/ 1 h 2824"/>
                <a:gd name="T102" fmla="*/ 555 w 827"/>
                <a:gd name="T103" fmla="*/ 31 h 2824"/>
                <a:gd name="T104" fmla="*/ 533 w 827"/>
                <a:gd name="T105" fmla="*/ 53 h 2824"/>
                <a:gd name="T106" fmla="*/ 481 w 827"/>
                <a:gd name="T107" fmla="*/ 60 h 28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27"/>
                <a:gd name="T163" fmla="*/ 0 h 2824"/>
                <a:gd name="T164" fmla="*/ 827 w 827"/>
                <a:gd name="T165" fmla="*/ 2824 h 282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27" h="2824">
                  <a:moveTo>
                    <a:pt x="481" y="60"/>
                  </a:moveTo>
                  <a:cubicBezTo>
                    <a:pt x="433" y="93"/>
                    <a:pt x="418" y="148"/>
                    <a:pt x="370" y="179"/>
                  </a:cubicBezTo>
                  <a:cubicBezTo>
                    <a:pt x="365" y="186"/>
                    <a:pt x="362" y="195"/>
                    <a:pt x="356" y="201"/>
                  </a:cubicBezTo>
                  <a:cubicBezTo>
                    <a:pt x="347" y="210"/>
                    <a:pt x="333" y="213"/>
                    <a:pt x="326" y="223"/>
                  </a:cubicBezTo>
                  <a:cubicBezTo>
                    <a:pt x="320" y="231"/>
                    <a:pt x="323" y="243"/>
                    <a:pt x="319" y="252"/>
                  </a:cubicBezTo>
                  <a:cubicBezTo>
                    <a:pt x="308" y="277"/>
                    <a:pt x="290" y="298"/>
                    <a:pt x="274" y="319"/>
                  </a:cubicBezTo>
                  <a:cubicBezTo>
                    <a:pt x="261" y="353"/>
                    <a:pt x="243" y="381"/>
                    <a:pt x="230" y="415"/>
                  </a:cubicBezTo>
                  <a:cubicBezTo>
                    <a:pt x="204" y="485"/>
                    <a:pt x="195" y="562"/>
                    <a:pt x="164" y="629"/>
                  </a:cubicBezTo>
                  <a:cubicBezTo>
                    <a:pt x="139" y="743"/>
                    <a:pt x="97" y="854"/>
                    <a:pt x="75" y="969"/>
                  </a:cubicBezTo>
                  <a:cubicBezTo>
                    <a:pt x="51" y="1300"/>
                    <a:pt x="67" y="1052"/>
                    <a:pt x="60" y="1781"/>
                  </a:cubicBezTo>
                  <a:cubicBezTo>
                    <a:pt x="57" y="2091"/>
                    <a:pt x="198" y="2455"/>
                    <a:pt x="23" y="2711"/>
                  </a:cubicBezTo>
                  <a:cubicBezTo>
                    <a:pt x="32" y="2814"/>
                    <a:pt x="0" y="2824"/>
                    <a:pt x="105" y="2800"/>
                  </a:cubicBezTo>
                  <a:cubicBezTo>
                    <a:pt x="114" y="2798"/>
                    <a:pt x="120" y="2790"/>
                    <a:pt x="127" y="2785"/>
                  </a:cubicBezTo>
                  <a:cubicBezTo>
                    <a:pt x="157" y="2740"/>
                    <a:pt x="168" y="2704"/>
                    <a:pt x="186" y="2652"/>
                  </a:cubicBezTo>
                  <a:cubicBezTo>
                    <a:pt x="192" y="2635"/>
                    <a:pt x="205" y="2623"/>
                    <a:pt x="215" y="2608"/>
                  </a:cubicBezTo>
                  <a:cubicBezTo>
                    <a:pt x="230" y="2585"/>
                    <a:pt x="236" y="2559"/>
                    <a:pt x="245" y="2534"/>
                  </a:cubicBezTo>
                  <a:cubicBezTo>
                    <a:pt x="256" y="2124"/>
                    <a:pt x="238" y="2245"/>
                    <a:pt x="267" y="2364"/>
                  </a:cubicBezTo>
                  <a:cubicBezTo>
                    <a:pt x="265" y="2460"/>
                    <a:pt x="266" y="2556"/>
                    <a:pt x="260" y="2652"/>
                  </a:cubicBezTo>
                  <a:cubicBezTo>
                    <a:pt x="259" y="2668"/>
                    <a:pt x="245" y="2697"/>
                    <a:pt x="245" y="2697"/>
                  </a:cubicBezTo>
                  <a:cubicBezTo>
                    <a:pt x="257" y="2735"/>
                    <a:pt x="274" y="2726"/>
                    <a:pt x="311" y="2719"/>
                  </a:cubicBezTo>
                  <a:cubicBezTo>
                    <a:pt x="324" y="2693"/>
                    <a:pt x="339" y="2672"/>
                    <a:pt x="348" y="2645"/>
                  </a:cubicBezTo>
                  <a:cubicBezTo>
                    <a:pt x="373" y="2463"/>
                    <a:pt x="341" y="2711"/>
                    <a:pt x="363" y="2276"/>
                  </a:cubicBezTo>
                  <a:cubicBezTo>
                    <a:pt x="363" y="2266"/>
                    <a:pt x="368" y="2295"/>
                    <a:pt x="370" y="2305"/>
                  </a:cubicBezTo>
                  <a:cubicBezTo>
                    <a:pt x="373" y="2317"/>
                    <a:pt x="375" y="2330"/>
                    <a:pt x="378" y="2342"/>
                  </a:cubicBezTo>
                  <a:cubicBezTo>
                    <a:pt x="390" y="2387"/>
                    <a:pt x="403" y="2430"/>
                    <a:pt x="415" y="2475"/>
                  </a:cubicBezTo>
                  <a:cubicBezTo>
                    <a:pt x="421" y="2532"/>
                    <a:pt x="419" y="2596"/>
                    <a:pt x="452" y="2645"/>
                  </a:cubicBezTo>
                  <a:cubicBezTo>
                    <a:pt x="454" y="2660"/>
                    <a:pt x="449" y="2678"/>
                    <a:pt x="459" y="2689"/>
                  </a:cubicBezTo>
                  <a:cubicBezTo>
                    <a:pt x="465" y="2695"/>
                    <a:pt x="476" y="2682"/>
                    <a:pt x="481" y="2675"/>
                  </a:cubicBezTo>
                  <a:cubicBezTo>
                    <a:pt x="492" y="2662"/>
                    <a:pt x="494" y="2644"/>
                    <a:pt x="503" y="2630"/>
                  </a:cubicBezTo>
                  <a:cubicBezTo>
                    <a:pt x="523" y="2559"/>
                    <a:pt x="524" y="2456"/>
                    <a:pt x="489" y="2387"/>
                  </a:cubicBezTo>
                  <a:cubicBezTo>
                    <a:pt x="477" y="2362"/>
                    <a:pt x="468" y="2347"/>
                    <a:pt x="459" y="2320"/>
                  </a:cubicBezTo>
                  <a:cubicBezTo>
                    <a:pt x="456" y="2311"/>
                    <a:pt x="455" y="2301"/>
                    <a:pt x="452" y="2291"/>
                  </a:cubicBezTo>
                  <a:cubicBezTo>
                    <a:pt x="450" y="2283"/>
                    <a:pt x="436" y="2268"/>
                    <a:pt x="444" y="2268"/>
                  </a:cubicBezTo>
                  <a:cubicBezTo>
                    <a:pt x="455" y="2268"/>
                    <a:pt x="489" y="2327"/>
                    <a:pt x="489" y="2327"/>
                  </a:cubicBezTo>
                  <a:cubicBezTo>
                    <a:pt x="494" y="2337"/>
                    <a:pt x="499" y="2347"/>
                    <a:pt x="503" y="2357"/>
                  </a:cubicBezTo>
                  <a:cubicBezTo>
                    <a:pt x="507" y="2367"/>
                    <a:pt x="506" y="2378"/>
                    <a:pt x="511" y="2387"/>
                  </a:cubicBezTo>
                  <a:cubicBezTo>
                    <a:pt x="526" y="2416"/>
                    <a:pt x="550" y="2449"/>
                    <a:pt x="570" y="2475"/>
                  </a:cubicBezTo>
                  <a:cubicBezTo>
                    <a:pt x="579" y="2502"/>
                    <a:pt x="614" y="2549"/>
                    <a:pt x="614" y="2549"/>
                  </a:cubicBezTo>
                  <a:cubicBezTo>
                    <a:pt x="650" y="2476"/>
                    <a:pt x="620" y="2413"/>
                    <a:pt x="585" y="2350"/>
                  </a:cubicBezTo>
                  <a:cubicBezTo>
                    <a:pt x="580" y="2340"/>
                    <a:pt x="576" y="2330"/>
                    <a:pt x="570" y="2320"/>
                  </a:cubicBezTo>
                  <a:cubicBezTo>
                    <a:pt x="561" y="2305"/>
                    <a:pt x="540" y="2276"/>
                    <a:pt x="540" y="2276"/>
                  </a:cubicBezTo>
                  <a:cubicBezTo>
                    <a:pt x="530" y="2245"/>
                    <a:pt x="537" y="2260"/>
                    <a:pt x="518" y="2231"/>
                  </a:cubicBezTo>
                  <a:cubicBezTo>
                    <a:pt x="513" y="2223"/>
                    <a:pt x="527" y="2247"/>
                    <a:pt x="533" y="2254"/>
                  </a:cubicBezTo>
                  <a:cubicBezTo>
                    <a:pt x="551" y="2276"/>
                    <a:pt x="569" y="2297"/>
                    <a:pt x="592" y="2313"/>
                  </a:cubicBezTo>
                  <a:cubicBezTo>
                    <a:pt x="643" y="2238"/>
                    <a:pt x="572" y="2189"/>
                    <a:pt x="533" y="2135"/>
                  </a:cubicBezTo>
                  <a:cubicBezTo>
                    <a:pt x="515" y="2086"/>
                    <a:pt x="482" y="2044"/>
                    <a:pt x="466" y="1995"/>
                  </a:cubicBezTo>
                  <a:cubicBezTo>
                    <a:pt x="437" y="1907"/>
                    <a:pt x="421" y="1817"/>
                    <a:pt x="393" y="1729"/>
                  </a:cubicBezTo>
                  <a:cubicBezTo>
                    <a:pt x="360" y="1520"/>
                    <a:pt x="381" y="1669"/>
                    <a:pt x="393" y="1190"/>
                  </a:cubicBezTo>
                  <a:cubicBezTo>
                    <a:pt x="395" y="1102"/>
                    <a:pt x="413" y="1001"/>
                    <a:pt x="459" y="924"/>
                  </a:cubicBezTo>
                  <a:cubicBezTo>
                    <a:pt x="490" y="760"/>
                    <a:pt x="615" y="638"/>
                    <a:pt x="703" y="503"/>
                  </a:cubicBezTo>
                  <a:cubicBezTo>
                    <a:pt x="742" y="340"/>
                    <a:pt x="827" y="101"/>
                    <a:pt x="681" y="1"/>
                  </a:cubicBezTo>
                  <a:cubicBezTo>
                    <a:pt x="634" y="6"/>
                    <a:pt x="592" y="0"/>
                    <a:pt x="555" y="31"/>
                  </a:cubicBezTo>
                  <a:cubicBezTo>
                    <a:pt x="547" y="38"/>
                    <a:pt x="542" y="47"/>
                    <a:pt x="533" y="53"/>
                  </a:cubicBezTo>
                  <a:cubicBezTo>
                    <a:pt x="519" y="62"/>
                    <a:pt x="493" y="72"/>
                    <a:pt x="481" y="6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auto">
            <a:xfrm flipH="1">
              <a:off x="1621" y="3315"/>
              <a:ext cx="119" cy="165"/>
            </a:xfrm>
            <a:custGeom>
              <a:avLst/>
              <a:gdLst>
                <a:gd name="T0" fmla="*/ 336 w 936"/>
                <a:gd name="T1" fmla="*/ 1112 h 1152"/>
                <a:gd name="T2" fmla="*/ 384 w 936"/>
                <a:gd name="T3" fmla="*/ 872 h 1152"/>
                <a:gd name="T4" fmla="*/ 192 w 936"/>
                <a:gd name="T5" fmla="*/ 824 h 1152"/>
                <a:gd name="T6" fmla="*/ 0 w 936"/>
                <a:gd name="T7" fmla="*/ 536 h 1152"/>
                <a:gd name="T8" fmla="*/ 192 w 936"/>
                <a:gd name="T9" fmla="*/ 104 h 1152"/>
                <a:gd name="T10" fmla="*/ 624 w 936"/>
                <a:gd name="T11" fmla="*/ 56 h 1152"/>
                <a:gd name="T12" fmla="*/ 912 w 936"/>
                <a:gd name="T13" fmla="*/ 440 h 1152"/>
                <a:gd name="T14" fmla="*/ 768 w 936"/>
                <a:gd name="T15" fmla="*/ 824 h 1152"/>
                <a:gd name="T16" fmla="*/ 576 w 936"/>
                <a:gd name="T17" fmla="*/ 872 h 1152"/>
                <a:gd name="T18" fmla="*/ 672 w 936"/>
                <a:gd name="T19" fmla="*/ 1112 h 1152"/>
                <a:gd name="T20" fmla="*/ 336 w 936"/>
                <a:gd name="T21" fmla="*/ 1112 h 1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36"/>
                <a:gd name="T34" fmla="*/ 0 h 1152"/>
                <a:gd name="T35" fmla="*/ 936 w 936"/>
                <a:gd name="T36" fmla="*/ 1152 h 11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36" h="1152">
                  <a:moveTo>
                    <a:pt x="336" y="1112"/>
                  </a:moveTo>
                  <a:cubicBezTo>
                    <a:pt x="288" y="1072"/>
                    <a:pt x="408" y="920"/>
                    <a:pt x="384" y="872"/>
                  </a:cubicBezTo>
                  <a:cubicBezTo>
                    <a:pt x="360" y="824"/>
                    <a:pt x="256" y="880"/>
                    <a:pt x="192" y="824"/>
                  </a:cubicBezTo>
                  <a:cubicBezTo>
                    <a:pt x="128" y="768"/>
                    <a:pt x="0" y="656"/>
                    <a:pt x="0" y="536"/>
                  </a:cubicBezTo>
                  <a:cubicBezTo>
                    <a:pt x="0" y="416"/>
                    <a:pt x="88" y="184"/>
                    <a:pt x="192" y="104"/>
                  </a:cubicBezTo>
                  <a:cubicBezTo>
                    <a:pt x="296" y="24"/>
                    <a:pt x="504" y="0"/>
                    <a:pt x="624" y="56"/>
                  </a:cubicBezTo>
                  <a:cubicBezTo>
                    <a:pt x="744" y="112"/>
                    <a:pt x="888" y="312"/>
                    <a:pt x="912" y="440"/>
                  </a:cubicBezTo>
                  <a:cubicBezTo>
                    <a:pt x="936" y="568"/>
                    <a:pt x="824" y="752"/>
                    <a:pt x="768" y="824"/>
                  </a:cubicBezTo>
                  <a:cubicBezTo>
                    <a:pt x="712" y="896"/>
                    <a:pt x="592" y="824"/>
                    <a:pt x="576" y="872"/>
                  </a:cubicBezTo>
                  <a:cubicBezTo>
                    <a:pt x="560" y="920"/>
                    <a:pt x="712" y="1072"/>
                    <a:pt x="672" y="1112"/>
                  </a:cubicBezTo>
                  <a:cubicBezTo>
                    <a:pt x="632" y="1152"/>
                    <a:pt x="384" y="1152"/>
                    <a:pt x="336" y="111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auto">
            <a:xfrm flipH="1">
              <a:off x="1624" y="3431"/>
              <a:ext cx="112" cy="64"/>
            </a:xfrm>
            <a:custGeom>
              <a:avLst/>
              <a:gdLst>
                <a:gd name="T0" fmla="*/ 101 w 406"/>
                <a:gd name="T1" fmla="*/ 0 h 313"/>
                <a:gd name="T2" fmla="*/ 35 w 406"/>
                <a:gd name="T3" fmla="*/ 236 h 313"/>
                <a:gd name="T4" fmla="*/ 396 w 406"/>
                <a:gd name="T5" fmla="*/ 244 h 313"/>
                <a:gd name="T6" fmla="*/ 374 w 406"/>
                <a:gd name="T7" fmla="*/ 222 h 313"/>
                <a:gd name="T8" fmla="*/ 359 w 406"/>
                <a:gd name="T9" fmla="*/ 192 h 313"/>
                <a:gd name="T10" fmla="*/ 315 w 406"/>
                <a:gd name="T11" fmla="*/ 118 h 313"/>
                <a:gd name="T12" fmla="*/ 300 w 406"/>
                <a:gd name="T13" fmla="*/ 7 h 313"/>
                <a:gd name="T14" fmla="*/ 101 w 406"/>
                <a:gd name="T15" fmla="*/ 0 h 3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6"/>
                <a:gd name="T25" fmla="*/ 0 h 313"/>
                <a:gd name="T26" fmla="*/ 406 w 406"/>
                <a:gd name="T27" fmla="*/ 313 h 3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6" h="313">
                  <a:moveTo>
                    <a:pt x="101" y="0"/>
                  </a:moveTo>
                  <a:cubicBezTo>
                    <a:pt x="96" y="81"/>
                    <a:pt x="97" y="174"/>
                    <a:pt x="35" y="236"/>
                  </a:cubicBezTo>
                  <a:cubicBezTo>
                    <a:pt x="148" y="313"/>
                    <a:pt x="80" y="273"/>
                    <a:pt x="396" y="244"/>
                  </a:cubicBezTo>
                  <a:cubicBezTo>
                    <a:pt x="406" y="243"/>
                    <a:pt x="380" y="230"/>
                    <a:pt x="374" y="222"/>
                  </a:cubicBezTo>
                  <a:cubicBezTo>
                    <a:pt x="368" y="213"/>
                    <a:pt x="364" y="202"/>
                    <a:pt x="359" y="192"/>
                  </a:cubicBezTo>
                  <a:cubicBezTo>
                    <a:pt x="344" y="166"/>
                    <a:pt x="333" y="143"/>
                    <a:pt x="315" y="118"/>
                  </a:cubicBezTo>
                  <a:cubicBezTo>
                    <a:pt x="304" y="82"/>
                    <a:pt x="334" y="22"/>
                    <a:pt x="300" y="7"/>
                  </a:cubicBezTo>
                  <a:cubicBezTo>
                    <a:pt x="283" y="0"/>
                    <a:pt x="0" y="0"/>
                    <a:pt x="101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auto">
            <a:xfrm flipH="1">
              <a:off x="1647" y="3690"/>
              <a:ext cx="92" cy="92"/>
            </a:xfrm>
            <a:custGeom>
              <a:avLst/>
              <a:gdLst>
                <a:gd name="T0" fmla="*/ 128 w 396"/>
                <a:gd name="T1" fmla="*/ 445 h 459"/>
                <a:gd name="T2" fmla="*/ 239 w 396"/>
                <a:gd name="T3" fmla="*/ 267 h 459"/>
                <a:gd name="T4" fmla="*/ 283 w 396"/>
                <a:gd name="T5" fmla="*/ 334 h 459"/>
                <a:gd name="T6" fmla="*/ 298 w 396"/>
                <a:gd name="T7" fmla="*/ 356 h 459"/>
                <a:gd name="T8" fmla="*/ 312 w 396"/>
                <a:gd name="T9" fmla="*/ 378 h 459"/>
                <a:gd name="T10" fmla="*/ 342 w 396"/>
                <a:gd name="T11" fmla="*/ 452 h 459"/>
                <a:gd name="T12" fmla="*/ 364 w 396"/>
                <a:gd name="T13" fmla="*/ 459 h 459"/>
                <a:gd name="T14" fmla="*/ 394 w 396"/>
                <a:gd name="T15" fmla="*/ 312 h 459"/>
                <a:gd name="T16" fmla="*/ 386 w 396"/>
                <a:gd name="T17" fmla="*/ 105 h 459"/>
                <a:gd name="T18" fmla="*/ 194 w 396"/>
                <a:gd name="T19" fmla="*/ 1 h 459"/>
                <a:gd name="T20" fmla="*/ 32 w 396"/>
                <a:gd name="T21" fmla="*/ 9 h 459"/>
                <a:gd name="T22" fmla="*/ 24 w 396"/>
                <a:gd name="T23" fmla="*/ 31 h 459"/>
                <a:gd name="T24" fmla="*/ 2 w 396"/>
                <a:gd name="T25" fmla="*/ 105 h 459"/>
                <a:gd name="T26" fmla="*/ 10 w 396"/>
                <a:gd name="T27" fmla="*/ 334 h 459"/>
                <a:gd name="T28" fmla="*/ 113 w 396"/>
                <a:gd name="T29" fmla="*/ 422 h 459"/>
                <a:gd name="T30" fmla="*/ 128 w 396"/>
                <a:gd name="T31" fmla="*/ 445 h 45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96"/>
                <a:gd name="T49" fmla="*/ 0 h 459"/>
                <a:gd name="T50" fmla="*/ 396 w 396"/>
                <a:gd name="T51" fmla="*/ 459 h 45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96" h="459">
                  <a:moveTo>
                    <a:pt x="128" y="445"/>
                  </a:moveTo>
                  <a:cubicBezTo>
                    <a:pt x="140" y="380"/>
                    <a:pt x="183" y="304"/>
                    <a:pt x="239" y="267"/>
                  </a:cubicBezTo>
                  <a:cubicBezTo>
                    <a:pt x="273" y="319"/>
                    <a:pt x="258" y="297"/>
                    <a:pt x="283" y="334"/>
                  </a:cubicBezTo>
                  <a:cubicBezTo>
                    <a:pt x="288" y="341"/>
                    <a:pt x="293" y="349"/>
                    <a:pt x="298" y="356"/>
                  </a:cubicBezTo>
                  <a:cubicBezTo>
                    <a:pt x="303" y="363"/>
                    <a:pt x="312" y="378"/>
                    <a:pt x="312" y="378"/>
                  </a:cubicBezTo>
                  <a:cubicBezTo>
                    <a:pt x="315" y="389"/>
                    <a:pt x="334" y="444"/>
                    <a:pt x="342" y="452"/>
                  </a:cubicBezTo>
                  <a:cubicBezTo>
                    <a:pt x="347" y="457"/>
                    <a:pt x="357" y="457"/>
                    <a:pt x="364" y="459"/>
                  </a:cubicBezTo>
                  <a:cubicBezTo>
                    <a:pt x="382" y="411"/>
                    <a:pt x="377" y="360"/>
                    <a:pt x="394" y="312"/>
                  </a:cubicBezTo>
                  <a:cubicBezTo>
                    <a:pt x="391" y="243"/>
                    <a:pt x="396" y="173"/>
                    <a:pt x="386" y="105"/>
                  </a:cubicBezTo>
                  <a:cubicBezTo>
                    <a:pt x="374" y="24"/>
                    <a:pt x="253" y="17"/>
                    <a:pt x="194" y="1"/>
                  </a:cubicBezTo>
                  <a:cubicBezTo>
                    <a:pt x="140" y="4"/>
                    <a:pt x="85" y="0"/>
                    <a:pt x="32" y="9"/>
                  </a:cubicBezTo>
                  <a:cubicBezTo>
                    <a:pt x="24" y="10"/>
                    <a:pt x="27" y="24"/>
                    <a:pt x="24" y="31"/>
                  </a:cubicBezTo>
                  <a:cubicBezTo>
                    <a:pt x="16" y="56"/>
                    <a:pt x="11" y="81"/>
                    <a:pt x="2" y="105"/>
                  </a:cubicBezTo>
                  <a:cubicBezTo>
                    <a:pt x="5" y="181"/>
                    <a:pt x="0" y="258"/>
                    <a:pt x="10" y="334"/>
                  </a:cubicBezTo>
                  <a:cubicBezTo>
                    <a:pt x="16" y="382"/>
                    <a:pt x="80" y="401"/>
                    <a:pt x="113" y="422"/>
                  </a:cubicBezTo>
                  <a:cubicBezTo>
                    <a:pt x="118" y="430"/>
                    <a:pt x="128" y="445"/>
                    <a:pt x="128" y="44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auto">
            <a:xfrm flipH="1">
              <a:off x="1619" y="3312"/>
              <a:ext cx="132" cy="118"/>
            </a:xfrm>
            <a:custGeom>
              <a:avLst/>
              <a:gdLst>
                <a:gd name="T0" fmla="*/ 67 w 627"/>
                <a:gd name="T1" fmla="*/ 387 h 638"/>
                <a:gd name="T2" fmla="*/ 31 w 627"/>
                <a:gd name="T3" fmla="*/ 306 h 638"/>
                <a:gd name="T4" fmla="*/ 60 w 627"/>
                <a:gd name="T5" fmla="*/ 298 h 638"/>
                <a:gd name="T6" fmla="*/ 75 w 627"/>
                <a:gd name="T7" fmla="*/ 239 h 638"/>
                <a:gd name="T8" fmla="*/ 67 w 627"/>
                <a:gd name="T9" fmla="*/ 217 h 638"/>
                <a:gd name="T10" fmla="*/ 82 w 627"/>
                <a:gd name="T11" fmla="*/ 195 h 638"/>
                <a:gd name="T12" fmla="*/ 90 w 627"/>
                <a:gd name="T13" fmla="*/ 173 h 638"/>
                <a:gd name="T14" fmla="*/ 112 w 627"/>
                <a:gd name="T15" fmla="*/ 165 h 638"/>
                <a:gd name="T16" fmla="*/ 119 w 627"/>
                <a:gd name="T17" fmla="*/ 106 h 638"/>
                <a:gd name="T18" fmla="*/ 156 w 627"/>
                <a:gd name="T19" fmla="*/ 114 h 638"/>
                <a:gd name="T20" fmla="*/ 171 w 627"/>
                <a:gd name="T21" fmla="*/ 69 h 638"/>
                <a:gd name="T22" fmla="*/ 200 w 627"/>
                <a:gd name="T23" fmla="*/ 77 h 638"/>
                <a:gd name="T24" fmla="*/ 237 w 627"/>
                <a:gd name="T25" fmla="*/ 32 h 638"/>
                <a:gd name="T26" fmla="*/ 282 w 627"/>
                <a:gd name="T27" fmla="*/ 25 h 638"/>
                <a:gd name="T28" fmla="*/ 341 w 627"/>
                <a:gd name="T29" fmla="*/ 47 h 638"/>
                <a:gd name="T30" fmla="*/ 437 w 627"/>
                <a:gd name="T31" fmla="*/ 40 h 638"/>
                <a:gd name="T32" fmla="*/ 481 w 627"/>
                <a:gd name="T33" fmla="*/ 55 h 638"/>
                <a:gd name="T34" fmla="*/ 540 w 627"/>
                <a:gd name="T35" fmla="*/ 106 h 638"/>
                <a:gd name="T36" fmla="*/ 562 w 627"/>
                <a:gd name="T37" fmla="*/ 180 h 638"/>
                <a:gd name="T38" fmla="*/ 570 w 627"/>
                <a:gd name="T39" fmla="*/ 202 h 638"/>
                <a:gd name="T40" fmla="*/ 570 w 627"/>
                <a:gd name="T41" fmla="*/ 232 h 638"/>
                <a:gd name="T42" fmla="*/ 570 w 627"/>
                <a:gd name="T43" fmla="*/ 291 h 638"/>
                <a:gd name="T44" fmla="*/ 607 w 627"/>
                <a:gd name="T45" fmla="*/ 380 h 638"/>
                <a:gd name="T46" fmla="*/ 481 w 627"/>
                <a:gd name="T47" fmla="*/ 439 h 638"/>
                <a:gd name="T48" fmla="*/ 53 w 627"/>
                <a:gd name="T49" fmla="*/ 409 h 638"/>
                <a:gd name="T50" fmla="*/ 16 w 627"/>
                <a:gd name="T51" fmla="*/ 380 h 638"/>
                <a:gd name="T52" fmla="*/ 241 w 627"/>
                <a:gd name="T53" fmla="*/ 638 h 638"/>
                <a:gd name="T54" fmla="*/ 67 w 627"/>
                <a:gd name="T55" fmla="*/ 387 h 63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27"/>
                <a:gd name="T85" fmla="*/ 0 h 638"/>
                <a:gd name="T86" fmla="*/ 627 w 627"/>
                <a:gd name="T87" fmla="*/ 638 h 63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27" h="638">
                  <a:moveTo>
                    <a:pt x="67" y="387"/>
                  </a:moveTo>
                  <a:cubicBezTo>
                    <a:pt x="27" y="374"/>
                    <a:pt x="0" y="363"/>
                    <a:pt x="31" y="306"/>
                  </a:cubicBezTo>
                  <a:cubicBezTo>
                    <a:pt x="36" y="297"/>
                    <a:pt x="50" y="301"/>
                    <a:pt x="60" y="298"/>
                  </a:cubicBezTo>
                  <a:cubicBezTo>
                    <a:pt x="21" y="259"/>
                    <a:pt x="48" y="279"/>
                    <a:pt x="75" y="239"/>
                  </a:cubicBezTo>
                  <a:cubicBezTo>
                    <a:pt x="72" y="232"/>
                    <a:pt x="66" y="225"/>
                    <a:pt x="67" y="217"/>
                  </a:cubicBezTo>
                  <a:cubicBezTo>
                    <a:pt x="68" y="208"/>
                    <a:pt x="78" y="203"/>
                    <a:pt x="82" y="195"/>
                  </a:cubicBezTo>
                  <a:cubicBezTo>
                    <a:pt x="86" y="188"/>
                    <a:pt x="84" y="179"/>
                    <a:pt x="90" y="173"/>
                  </a:cubicBezTo>
                  <a:cubicBezTo>
                    <a:pt x="96" y="167"/>
                    <a:pt x="105" y="168"/>
                    <a:pt x="112" y="165"/>
                  </a:cubicBezTo>
                  <a:cubicBezTo>
                    <a:pt x="114" y="145"/>
                    <a:pt x="106" y="121"/>
                    <a:pt x="119" y="106"/>
                  </a:cubicBezTo>
                  <a:cubicBezTo>
                    <a:pt x="127" y="96"/>
                    <a:pt x="146" y="121"/>
                    <a:pt x="156" y="114"/>
                  </a:cubicBezTo>
                  <a:cubicBezTo>
                    <a:pt x="169" y="105"/>
                    <a:pt x="171" y="69"/>
                    <a:pt x="171" y="69"/>
                  </a:cubicBezTo>
                  <a:cubicBezTo>
                    <a:pt x="181" y="72"/>
                    <a:pt x="190" y="80"/>
                    <a:pt x="200" y="77"/>
                  </a:cubicBezTo>
                  <a:cubicBezTo>
                    <a:pt x="254" y="62"/>
                    <a:pt x="197" y="53"/>
                    <a:pt x="237" y="32"/>
                  </a:cubicBezTo>
                  <a:cubicBezTo>
                    <a:pt x="251" y="25"/>
                    <a:pt x="267" y="27"/>
                    <a:pt x="282" y="25"/>
                  </a:cubicBezTo>
                  <a:cubicBezTo>
                    <a:pt x="318" y="0"/>
                    <a:pt x="319" y="14"/>
                    <a:pt x="341" y="47"/>
                  </a:cubicBezTo>
                  <a:cubicBezTo>
                    <a:pt x="383" y="34"/>
                    <a:pt x="386" y="32"/>
                    <a:pt x="437" y="40"/>
                  </a:cubicBezTo>
                  <a:cubicBezTo>
                    <a:pt x="441" y="41"/>
                    <a:pt x="477" y="53"/>
                    <a:pt x="481" y="55"/>
                  </a:cubicBezTo>
                  <a:cubicBezTo>
                    <a:pt x="509" y="74"/>
                    <a:pt x="508" y="96"/>
                    <a:pt x="540" y="106"/>
                  </a:cubicBezTo>
                  <a:cubicBezTo>
                    <a:pt x="552" y="143"/>
                    <a:pt x="576" y="141"/>
                    <a:pt x="562" y="180"/>
                  </a:cubicBezTo>
                  <a:cubicBezTo>
                    <a:pt x="565" y="187"/>
                    <a:pt x="573" y="195"/>
                    <a:pt x="570" y="202"/>
                  </a:cubicBezTo>
                  <a:cubicBezTo>
                    <a:pt x="557" y="234"/>
                    <a:pt x="521" y="200"/>
                    <a:pt x="570" y="232"/>
                  </a:cubicBezTo>
                  <a:cubicBezTo>
                    <a:pt x="530" y="258"/>
                    <a:pt x="556" y="251"/>
                    <a:pt x="570" y="291"/>
                  </a:cubicBezTo>
                  <a:cubicBezTo>
                    <a:pt x="553" y="337"/>
                    <a:pt x="583" y="344"/>
                    <a:pt x="607" y="380"/>
                  </a:cubicBezTo>
                  <a:cubicBezTo>
                    <a:pt x="627" y="464"/>
                    <a:pt x="581" y="433"/>
                    <a:pt x="481" y="439"/>
                  </a:cubicBezTo>
                  <a:cubicBezTo>
                    <a:pt x="250" y="434"/>
                    <a:pt x="205" y="457"/>
                    <a:pt x="53" y="409"/>
                  </a:cubicBezTo>
                  <a:cubicBezTo>
                    <a:pt x="25" y="390"/>
                    <a:pt x="37" y="400"/>
                    <a:pt x="16" y="380"/>
                  </a:cubicBezTo>
                  <a:lnTo>
                    <a:pt x="241" y="638"/>
                  </a:lnTo>
                  <a:lnTo>
                    <a:pt x="67" y="38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hème1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hème Office">
      <a:majorFont>
        <a:latin typeface="Arial Black"/>
        <a:ea typeface="MS Gothic"/>
        <a:cs typeface=""/>
      </a:majorFont>
      <a:minorFont>
        <a:latin typeface="Arial"/>
        <a:ea typeface="MS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FFFF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S Gothic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FFFF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S Gothic" charset="-128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hème Office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hème Office">
      <a:majorFont>
        <a:latin typeface="Arial Black"/>
        <a:ea typeface="MS Gothic"/>
        <a:cs typeface=""/>
      </a:majorFont>
      <a:minorFont>
        <a:latin typeface="Arial"/>
        <a:ea typeface="MS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FFFF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S Gothic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FFFF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S Gothic" charset="-128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Thème1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hème Office">
      <a:majorFont>
        <a:latin typeface="Arial Black"/>
        <a:ea typeface="MS Gothic"/>
        <a:cs typeface=""/>
      </a:majorFont>
      <a:minorFont>
        <a:latin typeface="Arial"/>
        <a:ea typeface="MS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FFFF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S Gothic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FFFF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S Gothic" charset="-128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Thème Office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hème Office">
      <a:majorFont>
        <a:latin typeface="Arial Black"/>
        <a:ea typeface="MS Gothic"/>
        <a:cs typeface=""/>
      </a:majorFont>
      <a:minorFont>
        <a:latin typeface="Arial"/>
        <a:ea typeface="MS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FFFF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S Gothic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FFFF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S Gothic" charset="-128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Thème1</Template>
  <TotalTime>35227</TotalTime>
  <Words>726</Words>
  <Application>Microsoft Office PowerPoint</Application>
  <PresentationFormat>On-screen Show (4:3)</PresentationFormat>
  <Paragraphs>169</Paragraphs>
  <Slides>13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Thème1</vt:lpstr>
      <vt:lpstr>1_Thème Office</vt:lpstr>
      <vt:lpstr>1_Thème1</vt:lpstr>
      <vt:lpstr>2_Thème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dif</dc:creator>
  <cp:lastModifiedBy>mer iem</cp:lastModifiedBy>
  <cp:revision>303</cp:revision>
  <dcterms:created xsi:type="dcterms:W3CDTF">2010-04-21T15:02:12Z</dcterms:created>
  <dcterms:modified xsi:type="dcterms:W3CDTF">2025-11-01T19:46:07Z</dcterms:modified>
</cp:coreProperties>
</file>